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4"/>
  </p:sldMasterIdLst>
  <p:notesMasterIdLst>
    <p:notesMasterId r:id="rId21"/>
  </p:notesMasterIdLst>
  <p:sldIdLst>
    <p:sldId id="257" r:id="rId5"/>
    <p:sldId id="258" r:id="rId6"/>
    <p:sldId id="267" r:id="rId7"/>
    <p:sldId id="260" r:id="rId8"/>
    <p:sldId id="262" r:id="rId9"/>
    <p:sldId id="263" r:id="rId10"/>
    <p:sldId id="261" r:id="rId11"/>
    <p:sldId id="259" r:id="rId12"/>
    <p:sldId id="264" r:id="rId13"/>
    <p:sldId id="265" r:id="rId14"/>
    <p:sldId id="268" r:id="rId15"/>
    <p:sldId id="266" r:id="rId16"/>
    <p:sldId id="269" r:id="rId17"/>
    <p:sldId id="270" r:id="rId18"/>
    <p:sldId id="271" r:id="rId19"/>
    <p:sldId id="272"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1379" autoAdjust="0"/>
  </p:normalViewPr>
  <p:slideViewPr>
    <p:cSldViewPr snapToGrid="0">
      <p:cViewPr varScale="1">
        <p:scale>
          <a:sx n="73" d="100"/>
          <a:sy n="73" d="100"/>
        </p:scale>
        <p:origin x="881" y="5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DECDB15-AC6A-4005-BF08-5F355949E3E7}" type="doc">
      <dgm:prSet loTypeId="urn:microsoft.com/office/officeart/2005/8/layout/radial4" loCatId="relationship" qsTypeId="urn:microsoft.com/office/officeart/2005/8/quickstyle/simple1" qsCatId="simple" csTypeId="urn:microsoft.com/office/officeart/2005/8/colors/accent1_2" csCatId="accent1" phldr="1"/>
      <dgm:spPr/>
      <dgm:t>
        <a:bodyPr/>
        <a:lstStyle/>
        <a:p>
          <a:endParaRPr lang="en-IN"/>
        </a:p>
      </dgm:t>
    </dgm:pt>
    <dgm:pt modelId="{7C68F332-8F35-4D5D-BF0F-0F9842D77ADA}">
      <dgm:prSet phldrT="[Text]" custT="1"/>
      <dgm:spPr/>
      <dgm:t>
        <a:bodyPr/>
        <a:lstStyle/>
        <a:p>
          <a:r>
            <a:rPr lang="en-US" sz="2800" dirty="0"/>
            <a:t>Diversity</a:t>
          </a:r>
          <a:endParaRPr lang="en-IN" sz="2800" dirty="0"/>
        </a:p>
      </dgm:t>
    </dgm:pt>
    <dgm:pt modelId="{B08B0423-D566-4499-BB74-13F09053E161}" type="parTrans" cxnId="{49741991-05E2-4962-B3DF-47012DBF94F1}">
      <dgm:prSet/>
      <dgm:spPr/>
      <dgm:t>
        <a:bodyPr/>
        <a:lstStyle/>
        <a:p>
          <a:endParaRPr lang="en-IN"/>
        </a:p>
      </dgm:t>
    </dgm:pt>
    <dgm:pt modelId="{78DD12C2-4866-4C35-AD74-962EB7136130}" type="sibTrans" cxnId="{49741991-05E2-4962-B3DF-47012DBF94F1}">
      <dgm:prSet/>
      <dgm:spPr/>
      <dgm:t>
        <a:bodyPr/>
        <a:lstStyle/>
        <a:p>
          <a:endParaRPr lang="en-IN"/>
        </a:p>
      </dgm:t>
    </dgm:pt>
    <dgm:pt modelId="{D2EE08C1-5377-4F32-813D-B8EC63BF99A5}">
      <dgm:prSet phldrT="[Text]" custT="1"/>
      <dgm:spPr/>
      <dgm:t>
        <a:bodyPr/>
        <a:lstStyle/>
        <a:p>
          <a:r>
            <a:rPr lang="en-US" sz="2800" dirty="0"/>
            <a:t>Migration</a:t>
          </a:r>
          <a:endParaRPr lang="en-IN" sz="3100" dirty="0"/>
        </a:p>
      </dgm:t>
    </dgm:pt>
    <dgm:pt modelId="{9C0F7CD4-D926-488D-A9ED-8DFFDAC5DDA0}" type="parTrans" cxnId="{72060FE7-DDFE-4E5A-B446-919ADC97138F}">
      <dgm:prSet/>
      <dgm:spPr/>
      <dgm:t>
        <a:bodyPr/>
        <a:lstStyle/>
        <a:p>
          <a:endParaRPr lang="en-IN"/>
        </a:p>
      </dgm:t>
    </dgm:pt>
    <dgm:pt modelId="{C55B77F3-22B2-4EE7-B70A-0E4E8BDB9D4F}" type="sibTrans" cxnId="{72060FE7-DDFE-4E5A-B446-919ADC97138F}">
      <dgm:prSet/>
      <dgm:spPr/>
      <dgm:t>
        <a:bodyPr/>
        <a:lstStyle/>
        <a:p>
          <a:endParaRPr lang="en-IN"/>
        </a:p>
      </dgm:t>
    </dgm:pt>
    <dgm:pt modelId="{04ECEB0A-53FD-46CD-B368-8AEEBBAC8E85}">
      <dgm:prSet phldrT="[Text]"/>
      <dgm:spPr/>
      <dgm:t>
        <a:bodyPr/>
        <a:lstStyle/>
        <a:p>
          <a:r>
            <a:rPr lang="en-US" dirty="0"/>
            <a:t>Isolation</a:t>
          </a:r>
          <a:endParaRPr lang="en-IN" dirty="0"/>
        </a:p>
      </dgm:t>
    </dgm:pt>
    <dgm:pt modelId="{2BE7B737-F3E6-4DD9-9053-80519CDECDE2}" type="parTrans" cxnId="{6BD03F85-509C-48A2-B3B1-509D3BBDB723}">
      <dgm:prSet/>
      <dgm:spPr/>
      <dgm:t>
        <a:bodyPr/>
        <a:lstStyle/>
        <a:p>
          <a:endParaRPr lang="en-IN"/>
        </a:p>
      </dgm:t>
    </dgm:pt>
    <dgm:pt modelId="{ACC4F6D5-69AD-4FB0-8CF6-E7E32337FECD}" type="sibTrans" cxnId="{6BD03F85-509C-48A2-B3B1-509D3BBDB723}">
      <dgm:prSet/>
      <dgm:spPr/>
      <dgm:t>
        <a:bodyPr/>
        <a:lstStyle/>
        <a:p>
          <a:endParaRPr lang="en-IN"/>
        </a:p>
      </dgm:t>
    </dgm:pt>
    <dgm:pt modelId="{8B47FC93-0AE3-4554-BC44-C8DB76AA11BD}" type="pres">
      <dgm:prSet presAssocID="{FDECDB15-AC6A-4005-BF08-5F355949E3E7}" presName="cycle" presStyleCnt="0">
        <dgm:presLayoutVars>
          <dgm:chMax val="1"/>
          <dgm:dir/>
          <dgm:animLvl val="ctr"/>
          <dgm:resizeHandles val="exact"/>
        </dgm:presLayoutVars>
      </dgm:prSet>
      <dgm:spPr/>
    </dgm:pt>
    <dgm:pt modelId="{143251F6-B074-494F-A5A7-EFEB1329A93D}" type="pres">
      <dgm:prSet presAssocID="{7C68F332-8F35-4D5D-BF0F-0F9842D77ADA}" presName="centerShape" presStyleLbl="node0" presStyleIdx="0" presStyleCnt="1"/>
      <dgm:spPr/>
    </dgm:pt>
    <dgm:pt modelId="{F9873013-01EC-48C7-A625-6F8517C49C9C}" type="pres">
      <dgm:prSet presAssocID="{9C0F7CD4-D926-488D-A9ED-8DFFDAC5DDA0}" presName="parTrans" presStyleLbl="bgSibTrans2D1" presStyleIdx="0" presStyleCnt="2"/>
      <dgm:spPr/>
    </dgm:pt>
    <dgm:pt modelId="{403B342D-7434-4547-B3F8-92079D7197D7}" type="pres">
      <dgm:prSet presAssocID="{D2EE08C1-5377-4F32-813D-B8EC63BF99A5}" presName="node" presStyleLbl="node1" presStyleIdx="0" presStyleCnt="2" custScaleX="93463" custScaleY="59249">
        <dgm:presLayoutVars>
          <dgm:bulletEnabled val="1"/>
        </dgm:presLayoutVars>
      </dgm:prSet>
      <dgm:spPr/>
    </dgm:pt>
    <dgm:pt modelId="{7AC973C6-F7C2-48E0-B89C-B8DEF20E202F}" type="pres">
      <dgm:prSet presAssocID="{2BE7B737-F3E6-4DD9-9053-80519CDECDE2}" presName="parTrans" presStyleLbl="bgSibTrans2D1" presStyleIdx="1" presStyleCnt="2"/>
      <dgm:spPr/>
    </dgm:pt>
    <dgm:pt modelId="{8C49BBE5-F0F2-4FF7-9DAD-AE8DC97850A2}" type="pres">
      <dgm:prSet presAssocID="{04ECEB0A-53FD-46CD-B368-8AEEBBAC8E85}" presName="node" presStyleLbl="node1" presStyleIdx="1" presStyleCnt="2" custScaleX="96616" custScaleY="53593">
        <dgm:presLayoutVars>
          <dgm:bulletEnabled val="1"/>
        </dgm:presLayoutVars>
      </dgm:prSet>
      <dgm:spPr/>
    </dgm:pt>
  </dgm:ptLst>
  <dgm:cxnLst>
    <dgm:cxn modelId="{E78A6C13-A7D0-4C53-88AF-9807C1EF81D5}" type="presOf" srcId="{9C0F7CD4-D926-488D-A9ED-8DFFDAC5DDA0}" destId="{F9873013-01EC-48C7-A625-6F8517C49C9C}" srcOrd="0" destOrd="0" presId="urn:microsoft.com/office/officeart/2005/8/layout/radial4"/>
    <dgm:cxn modelId="{7838F334-D590-49F8-A74D-D30015F59C79}" type="presOf" srcId="{2BE7B737-F3E6-4DD9-9053-80519CDECDE2}" destId="{7AC973C6-F7C2-48E0-B89C-B8DEF20E202F}" srcOrd="0" destOrd="0" presId="urn:microsoft.com/office/officeart/2005/8/layout/radial4"/>
    <dgm:cxn modelId="{9E7C0485-B334-40EB-AC57-48A0526CFAF0}" type="presOf" srcId="{7C68F332-8F35-4D5D-BF0F-0F9842D77ADA}" destId="{143251F6-B074-494F-A5A7-EFEB1329A93D}" srcOrd="0" destOrd="0" presId="urn:microsoft.com/office/officeart/2005/8/layout/radial4"/>
    <dgm:cxn modelId="{6BD03F85-509C-48A2-B3B1-509D3BBDB723}" srcId="{7C68F332-8F35-4D5D-BF0F-0F9842D77ADA}" destId="{04ECEB0A-53FD-46CD-B368-8AEEBBAC8E85}" srcOrd="1" destOrd="0" parTransId="{2BE7B737-F3E6-4DD9-9053-80519CDECDE2}" sibTransId="{ACC4F6D5-69AD-4FB0-8CF6-E7E32337FECD}"/>
    <dgm:cxn modelId="{2FD47E87-9548-4830-9D51-449483B344F5}" type="presOf" srcId="{FDECDB15-AC6A-4005-BF08-5F355949E3E7}" destId="{8B47FC93-0AE3-4554-BC44-C8DB76AA11BD}" srcOrd="0" destOrd="0" presId="urn:microsoft.com/office/officeart/2005/8/layout/radial4"/>
    <dgm:cxn modelId="{49741991-05E2-4962-B3DF-47012DBF94F1}" srcId="{FDECDB15-AC6A-4005-BF08-5F355949E3E7}" destId="{7C68F332-8F35-4D5D-BF0F-0F9842D77ADA}" srcOrd="0" destOrd="0" parTransId="{B08B0423-D566-4499-BB74-13F09053E161}" sibTransId="{78DD12C2-4866-4C35-AD74-962EB7136130}"/>
    <dgm:cxn modelId="{F7DFD8D4-3DE4-4B9C-9717-7506E1C6F795}" type="presOf" srcId="{04ECEB0A-53FD-46CD-B368-8AEEBBAC8E85}" destId="{8C49BBE5-F0F2-4FF7-9DAD-AE8DC97850A2}" srcOrd="0" destOrd="0" presId="urn:microsoft.com/office/officeart/2005/8/layout/radial4"/>
    <dgm:cxn modelId="{72060FE7-DDFE-4E5A-B446-919ADC97138F}" srcId="{7C68F332-8F35-4D5D-BF0F-0F9842D77ADA}" destId="{D2EE08C1-5377-4F32-813D-B8EC63BF99A5}" srcOrd="0" destOrd="0" parTransId="{9C0F7CD4-D926-488D-A9ED-8DFFDAC5DDA0}" sibTransId="{C55B77F3-22B2-4EE7-B70A-0E4E8BDB9D4F}"/>
    <dgm:cxn modelId="{DA6D11F5-CF15-40C3-93A8-7CB777DF0CAD}" type="presOf" srcId="{D2EE08C1-5377-4F32-813D-B8EC63BF99A5}" destId="{403B342D-7434-4547-B3F8-92079D7197D7}" srcOrd="0" destOrd="0" presId="urn:microsoft.com/office/officeart/2005/8/layout/radial4"/>
    <dgm:cxn modelId="{D9A9686D-9143-4A0E-B53E-13F1D382EBFE}" type="presParOf" srcId="{8B47FC93-0AE3-4554-BC44-C8DB76AA11BD}" destId="{143251F6-B074-494F-A5A7-EFEB1329A93D}" srcOrd="0" destOrd="0" presId="urn:microsoft.com/office/officeart/2005/8/layout/radial4"/>
    <dgm:cxn modelId="{D581B2B0-4B02-49EA-A67C-64A7878D1152}" type="presParOf" srcId="{8B47FC93-0AE3-4554-BC44-C8DB76AA11BD}" destId="{F9873013-01EC-48C7-A625-6F8517C49C9C}" srcOrd="1" destOrd="0" presId="urn:microsoft.com/office/officeart/2005/8/layout/radial4"/>
    <dgm:cxn modelId="{9D2E64CE-FDE6-40AB-AAD6-8DEA50DB3FDF}" type="presParOf" srcId="{8B47FC93-0AE3-4554-BC44-C8DB76AA11BD}" destId="{403B342D-7434-4547-B3F8-92079D7197D7}" srcOrd="2" destOrd="0" presId="urn:microsoft.com/office/officeart/2005/8/layout/radial4"/>
    <dgm:cxn modelId="{D47F77F3-1F1A-4B55-8572-625CA44BA0E9}" type="presParOf" srcId="{8B47FC93-0AE3-4554-BC44-C8DB76AA11BD}" destId="{7AC973C6-F7C2-48E0-B89C-B8DEF20E202F}" srcOrd="3" destOrd="0" presId="urn:microsoft.com/office/officeart/2005/8/layout/radial4"/>
    <dgm:cxn modelId="{B7B99F74-C579-4490-9D7B-1C9360079F6D}" type="presParOf" srcId="{8B47FC93-0AE3-4554-BC44-C8DB76AA11BD}" destId="{8C49BBE5-F0F2-4FF7-9DAD-AE8DC97850A2}" srcOrd="4"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856706D-BEA9-4E14-9D18-C4C45382187C}" type="doc">
      <dgm:prSet loTypeId="urn:microsoft.com/office/officeart/2008/layout/RadialCluster" loCatId="relationship" qsTypeId="urn:microsoft.com/office/officeart/2005/8/quickstyle/simple1" qsCatId="simple" csTypeId="urn:microsoft.com/office/officeart/2005/8/colors/accent1_2" csCatId="accent1" phldr="1"/>
      <dgm:spPr/>
      <dgm:t>
        <a:bodyPr/>
        <a:lstStyle/>
        <a:p>
          <a:endParaRPr lang="en-IN"/>
        </a:p>
      </dgm:t>
    </dgm:pt>
    <dgm:pt modelId="{1736CFED-4619-4590-A1C6-65BD6A0072D3}">
      <dgm:prSet phldrT="[Text]"/>
      <dgm:spPr/>
      <dgm:t>
        <a:bodyPr/>
        <a:lstStyle/>
        <a:p>
          <a:r>
            <a:rPr lang="en-US" dirty="0"/>
            <a:t>Historic Reasons for Migration</a:t>
          </a:r>
          <a:endParaRPr lang="en-IN" dirty="0"/>
        </a:p>
      </dgm:t>
    </dgm:pt>
    <dgm:pt modelId="{EF3750FE-ACAD-4A05-8EB8-DB8C401366AD}" type="parTrans" cxnId="{E54F6094-7E1C-4901-ACB2-17E8D65E3892}">
      <dgm:prSet/>
      <dgm:spPr/>
      <dgm:t>
        <a:bodyPr/>
        <a:lstStyle/>
        <a:p>
          <a:endParaRPr lang="en-IN"/>
        </a:p>
      </dgm:t>
    </dgm:pt>
    <dgm:pt modelId="{EE78A514-B97B-468C-ACFC-0C1ED701D9E8}" type="sibTrans" cxnId="{E54F6094-7E1C-4901-ACB2-17E8D65E3892}">
      <dgm:prSet/>
      <dgm:spPr/>
      <dgm:t>
        <a:bodyPr/>
        <a:lstStyle/>
        <a:p>
          <a:endParaRPr lang="en-IN"/>
        </a:p>
      </dgm:t>
    </dgm:pt>
    <dgm:pt modelId="{E46749AB-4D1E-437C-8842-08CED18BF2AE}">
      <dgm:prSet phldrT="[Text]"/>
      <dgm:spPr/>
      <dgm:t>
        <a:bodyPr/>
        <a:lstStyle/>
        <a:p>
          <a:r>
            <a:rPr lang="en-US" dirty="0"/>
            <a:t>Religion</a:t>
          </a:r>
          <a:endParaRPr lang="en-IN" dirty="0"/>
        </a:p>
      </dgm:t>
    </dgm:pt>
    <dgm:pt modelId="{2775CAE0-C74A-47FD-91C0-7E46F6490697}" type="parTrans" cxnId="{671628AF-9D1A-4CF4-9604-73E627CBCE79}">
      <dgm:prSet/>
      <dgm:spPr/>
      <dgm:t>
        <a:bodyPr/>
        <a:lstStyle/>
        <a:p>
          <a:endParaRPr lang="en-IN"/>
        </a:p>
      </dgm:t>
    </dgm:pt>
    <dgm:pt modelId="{62800340-4F4D-4AFE-8B46-D04F1B488F90}" type="sibTrans" cxnId="{671628AF-9D1A-4CF4-9604-73E627CBCE79}">
      <dgm:prSet/>
      <dgm:spPr/>
      <dgm:t>
        <a:bodyPr/>
        <a:lstStyle/>
        <a:p>
          <a:endParaRPr lang="en-IN"/>
        </a:p>
      </dgm:t>
    </dgm:pt>
    <dgm:pt modelId="{1582199C-9F03-4ED1-B96D-6226E0ACBE5D}">
      <dgm:prSet phldrT="[Text]"/>
      <dgm:spPr/>
      <dgm:t>
        <a:bodyPr/>
        <a:lstStyle/>
        <a:p>
          <a:r>
            <a:rPr lang="en-US" dirty="0"/>
            <a:t>Trade</a:t>
          </a:r>
          <a:endParaRPr lang="en-IN" dirty="0"/>
        </a:p>
      </dgm:t>
    </dgm:pt>
    <dgm:pt modelId="{E271A315-B914-4190-9189-841531615FC9}" type="parTrans" cxnId="{A752775E-B080-44DB-AC91-C7080A45090F}">
      <dgm:prSet/>
      <dgm:spPr/>
      <dgm:t>
        <a:bodyPr/>
        <a:lstStyle/>
        <a:p>
          <a:endParaRPr lang="en-IN"/>
        </a:p>
      </dgm:t>
    </dgm:pt>
    <dgm:pt modelId="{D3B4B759-2660-49FF-AA4C-D8010B6B9AF5}" type="sibTrans" cxnId="{A752775E-B080-44DB-AC91-C7080A45090F}">
      <dgm:prSet/>
      <dgm:spPr/>
      <dgm:t>
        <a:bodyPr/>
        <a:lstStyle/>
        <a:p>
          <a:endParaRPr lang="en-IN"/>
        </a:p>
      </dgm:t>
    </dgm:pt>
    <dgm:pt modelId="{86B738B9-0894-4D43-986D-33F22D343349}">
      <dgm:prSet phldrT="[Text]"/>
      <dgm:spPr/>
      <dgm:t>
        <a:bodyPr/>
        <a:lstStyle/>
        <a:p>
          <a:r>
            <a:rPr lang="en-US" dirty="0"/>
            <a:t>Agriculture</a:t>
          </a:r>
          <a:endParaRPr lang="en-IN" dirty="0"/>
        </a:p>
      </dgm:t>
    </dgm:pt>
    <dgm:pt modelId="{8EE78E12-9A43-4080-96A6-D78C917BFC6F}" type="parTrans" cxnId="{E03007F7-2ADA-41B5-B4AE-42D7D0473157}">
      <dgm:prSet/>
      <dgm:spPr/>
      <dgm:t>
        <a:bodyPr/>
        <a:lstStyle/>
        <a:p>
          <a:endParaRPr lang="en-IN"/>
        </a:p>
      </dgm:t>
    </dgm:pt>
    <dgm:pt modelId="{8586E702-C819-4590-9318-76650D411DF8}" type="sibTrans" cxnId="{E03007F7-2ADA-41B5-B4AE-42D7D0473157}">
      <dgm:prSet/>
      <dgm:spPr/>
      <dgm:t>
        <a:bodyPr/>
        <a:lstStyle/>
        <a:p>
          <a:endParaRPr lang="en-IN"/>
        </a:p>
      </dgm:t>
    </dgm:pt>
    <dgm:pt modelId="{AE1407EF-C9CE-49D2-961A-1A32B283BD0A}">
      <dgm:prSet phldrT="[Text]"/>
      <dgm:spPr/>
      <dgm:t>
        <a:bodyPr/>
        <a:lstStyle/>
        <a:p>
          <a:r>
            <a:rPr lang="en-US" dirty="0"/>
            <a:t>Warfare</a:t>
          </a:r>
          <a:endParaRPr lang="en-IN" dirty="0"/>
        </a:p>
      </dgm:t>
    </dgm:pt>
    <dgm:pt modelId="{00C75BF8-2070-4C77-863A-2C5B4009C2BD}" type="parTrans" cxnId="{519EAB99-8CF3-4534-933C-2AC404CB1F81}">
      <dgm:prSet/>
      <dgm:spPr/>
      <dgm:t>
        <a:bodyPr/>
        <a:lstStyle/>
        <a:p>
          <a:endParaRPr lang="en-IN"/>
        </a:p>
      </dgm:t>
    </dgm:pt>
    <dgm:pt modelId="{406E1C46-C611-4794-81AA-BEF591C25946}" type="sibTrans" cxnId="{519EAB99-8CF3-4534-933C-2AC404CB1F81}">
      <dgm:prSet/>
      <dgm:spPr/>
      <dgm:t>
        <a:bodyPr/>
        <a:lstStyle/>
        <a:p>
          <a:endParaRPr lang="en-IN"/>
        </a:p>
      </dgm:t>
    </dgm:pt>
    <dgm:pt modelId="{A39F0B65-F0EB-445C-8EFD-C4C7657693D6}" type="pres">
      <dgm:prSet presAssocID="{4856706D-BEA9-4E14-9D18-C4C45382187C}" presName="Name0" presStyleCnt="0">
        <dgm:presLayoutVars>
          <dgm:chMax val="1"/>
          <dgm:chPref val="1"/>
          <dgm:dir/>
          <dgm:animOne val="branch"/>
          <dgm:animLvl val="lvl"/>
        </dgm:presLayoutVars>
      </dgm:prSet>
      <dgm:spPr/>
    </dgm:pt>
    <dgm:pt modelId="{E04AD850-3CC1-40B4-BE7E-97A83B2142E4}" type="pres">
      <dgm:prSet presAssocID="{1736CFED-4619-4590-A1C6-65BD6A0072D3}" presName="singleCycle" presStyleCnt="0"/>
      <dgm:spPr/>
    </dgm:pt>
    <dgm:pt modelId="{7B97689E-DF22-4F48-8388-EE0A3183D1E3}" type="pres">
      <dgm:prSet presAssocID="{1736CFED-4619-4590-A1C6-65BD6A0072D3}" presName="singleCenter" presStyleLbl="node1" presStyleIdx="0" presStyleCnt="5" custScaleX="189320">
        <dgm:presLayoutVars>
          <dgm:chMax val="7"/>
          <dgm:chPref val="7"/>
        </dgm:presLayoutVars>
      </dgm:prSet>
      <dgm:spPr/>
    </dgm:pt>
    <dgm:pt modelId="{18E0C671-2783-4239-B09A-C0FA5219D85C}" type="pres">
      <dgm:prSet presAssocID="{2775CAE0-C74A-47FD-91C0-7E46F6490697}" presName="Name56" presStyleLbl="parChTrans1D2" presStyleIdx="0" presStyleCnt="4"/>
      <dgm:spPr/>
    </dgm:pt>
    <dgm:pt modelId="{ADF6D6AB-5D0C-47A7-9043-1DC05838609D}" type="pres">
      <dgm:prSet presAssocID="{E46749AB-4D1E-437C-8842-08CED18BF2AE}" presName="text0" presStyleLbl="node1" presStyleIdx="1" presStyleCnt="5" custScaleX="191658" custScaleY="65988" custRadScaleRad="88534" custRadScaleInc="-1768">
        <dgm:presLayoutVars>
          <dgm:bulletEnabled val="1"/>
        </dgm:presLayoutVars>
      </dgm:prSet>
      <dgm:spPr/>
    </dgm:pt>
    <dgm:pt modelId="{EA1088FF-017B-4921-A075-6CF39BCF2AE6}" type="pres">
      <dgm:prSet presAssocID="{E271A315-B914-4190-9189-841531615FC9}" presName="Name56" presStyleLbl="parChTrans1D2" presStyleIdx="1" presStyleCnt="4"/>
      <dgm:spPr/>
    </dgm:pt>
    <dgm:pt modelId="{33FCDE8D-63A2-4B67-9CCB-5EA9822DAF3F}" type="pres">
      <dgm:prSet presAssocID="{1582199C-9F03-4ED1-B96D-6226E0ACBE5D}" presName="text0" presStyleLbl="node1" presStyleIdx="2" presStyleCnt="5" custScaleX="187861" custScaleY="70440" custRadScaleRad="175249" custRadScaleInc="-435">
        <dgm:presLayoutVars>
          <dgm:bulletEnabled val="1"/>
        </dgm:presLayoutVars>
      </dgm:prSet>
      <dgm:spPr/>
    </dgm:pt>
    <dgm:pt modelId="{90C23FC7-6330-4961-B85B-E5388D252BE5}" type="pres">
      <dgm:prSet presAssocID="{00C75BF8-2070-4C77-863A-2C5B4009C2BD}" presName="Name56" presStyleLbl="parChTrans1D2" presStyleIdx="2" presStyleCnt="4"/>
      <dgm:spPr/>
    </dgm:pt>
    <dgm:pt modelId="{0EEBEE3B-FA18-407C-A679-0C53CD705DD1}" type="pres">
      <dgm:prSet presAssocID="{AE1407EF-C9CE-49D2-961A-1A32B283BD0A}" presName="text0" presStyleLbl="node1" presStyleIdx="3" presStyleCnt="5" custScaleX="255682" custScaleY="62149" custRadScaleRad="95923" custRadScaleInc="-187">
        <dgm:presLayoutVars>
          <dgm:bulletEnabled val="1"/>
        </dgm:presLayoutVars>
      </dgm:prSet>
      <dgm:spPr/>
    </dgm:pt>
    <dgm:pt modelId="{528BEE39-CCE1-4E29-9C70-3E60BDE0C9F5}" type="pres">
      <dgm:prSet presAssocID="{8EE78E12-9A43-4080-96A6-D78C917BFC6F}" presName="Name56" presStyleLbl="parChTrans1D2" presStyleIdx="3" presStyleCnt="4"/>
      <dgm:spPr/>
    </dgm:pt>
    <dgm:pt modelId="{EDCE108D-36A6-480B-99D6-7D205007D051}" type="pres">
      <dgm:prSet presAssocID="{86B738B9-0894-4D43-986D-33F22D343349}" presName="text0" presStyleLbl="node1" presStyleIdx="4" presStyleCnt="5" custScaleX="265464" custScaleY="54778" custRadScaleRad="175038" custRadScaleInc="-454">
        <dgm:presLayoutVars>
          <dgm:bulletEnabled val="1"/>
        </dgm:presLayoutVars>
      </dgm:prSet>
      <dgm:spPr/>
    </dgm:pt>
  </dgm:ptLst>
  <dgm:cxnLst>
    <dgm:cxn modelId="{21F57C0D-21EF-4CDD-8F35-26D232043591}" type="presOf" srcId="{AE1407EF-C9CE-49D2-961A-1A32B283BD0A}" destId="{0EEBEE3B-FA18-407C-A679-0C53CD705DD1}" srcOrd="0" destOrd="0" presId="urn:microsoft.com/office/officeart/2008/layout/RadialCluster"/>
    <dgm:cxn modelId="{E4E2CE34-2C1D-42F2-8BEE-B536AF7128FC}" type="presOf" srcId="{1582199C-9F03-4ED1-B96D-6226E0ACBE5D}" destId="{33FCDE8D-63A2-4B67-9CCB-5EA9822DAF3F}" srcOrd="0" destOrd="0" presId="urn:microsoft.com/office/officeart/2008/layout/RadialCluster"/>
    <dgm:cxn modelId="{A752775E-B080-44DB-AC91-C7080A45090F}" srcId="{1736CFED-4619-4590-A1C6-65BD6A0072D3}" destId="{1582199C-9F03-4ED1-B96D-6226E0ACBE5D}" srcOrd="1" destOrd="0" parTransId="{E271A315-B914-4190-9189-841531615FC9}" sibTransId="{D3B4B759-2660-49FF-AA4C-D8010B6B9AF5}"/>
    <dgm:cxn modelId="{F9406D5F-476D-4EF0-ABF3-727D279139B0}" type="presOf" srcId="{2775CAE0-C74A-47FD-91C0-7E46F6490697}" destId="{18E0C671-2783-4239-B09A-C0FA5219D85C}" srcOrd="0" destOrd="0" presId="urn:microsoft.com/office/officeart/2008/layout/RadialCluster"/>
    <dgm:cxn modelId="{CD94536D-3229-48DC-859C-EC78F2BD85EF}" type="presOf" srcId="{4856706D-BEA9-4E14-9D18-C4C45382187C}" destId="{A39F0B65-F0EB-445C-8EFD-C4C7657693D6}" srcOrd="0" destOrd="0" presId="urn:microsoft.com/office/officeart/2008/layout/RadialCluster"/>
    <dgm:cxn modelId="{D5F5517C-2DC9-428A-85D3-C6F63298675F}" type="presOf" srcId="{1736CFED-4619-4590-A1C6-65BD6A0072D3}" destId="{7B97689E-DF22-4F48-8388-EE0A3183D1E3}" srcOrd="0" destOrd="0" presId="urn:microsoft.com/office/officeart/2008/layout/RadialCluster"/>
    <dgm:cxn modelId="{D752C28F-EF10-4338-BFC7-5EC9731CFCAB}" type="presOf" srcId="{E46749AB-4D1E-437C-8842-08CED18BF2AE}" destId="{ADF6D6AB-5D0C-47A7-9043-1DC05838609D}" srcOrd="0" destOrd="0" presId="urn:microsoft.com/office/officeart/2008/layout/RadialCluster"/>
    <dgm:cxn modelId="{E54F6094-7E1C-4901-ACB2-17E8D65E3892}" srcId="{4856706D-BEA9-4E14-9D18-C4C45382187C}" destId="{1736CFED-4619-4590-A1C6-65BD6A0072D3}" srcOrd="0" destOrd="0" parTransId="{EF3750FE-ACAD-4A05-8EB8-DB8C401366AD}" sibTransId="{EE78A514-B97B-468C-ACFC-0C1ED701D9E8}"/>
    <dgm:cxn modelId="{519EAB99-8CF3-4534-933C-2AC404CB1F81}" srcId="{1736CFED-4619-4590-A1C6-65BD6A0072D3}" destId="{AE1407EF-C9CE-49D2-961A-1A32B283BD0A}" srcOrd="2" destOrd="0" parTransId="{00C75BF8-2070-4C77-863A-2C5B4009C2BD}" sibTransId="{406E1C46-C611-4794-81AA-BEF591C25946}"/>
    <dgm:cxn modelId="{53D0C29A-1DF6-48AE-AD7B-C69B0A52ECA7}" type="presOf" srcId="{8EE78E12-9A43-4080-96A6-D78C917BFC6F}" destId="{528BEE39-CCE1-4E29-9C70-3E60BDE0C9F5}" srcOrd="0" destOrd="0" presId="urn:microsoft.com/office/officeart/2008/layout/RadialCluster"/>
    <dgm:cxn modelId="{CC39B29E-2C8D-47A3-9FC1-DBD5E4291039}" type="presOf" srcId="{00C75BF8-2070-4C77-863A-2C5B4009C2BD}" destId="{90C23FC7-6330-4961-B85B-E5388D252BE5}" srcOrd="0" destOrd="0" presId="urn:microsoft.com/office/officeart/2008/layout/RadialCluster"/>
    <dgm:cxn modelId="{671628AF-9D1A-4CF4-9604-73E627CBCE79}" srcId="{1736CFED-4619-4590-A1C6-65BD6A0072D3}" destId="{E46749AB-4D1E-437C-8842-08CED18BF2AE}" srcOrd="0" destOrd="0" parTransId="{2775CAE0-C74A-47FD-91C0-7E46F6490697}" sibTransId="{62800340-4F4D-4AFE-8B46-D04F1B488F90}"/>
    <dgm:cxn modelId="{70DFB0AF-082B-4889-A6A8-BBAEAB4E4B58}" type="presOf" srcId="{E271A315-B914-4190-9189-841531615FC9}" destId="{EA1088FF-017B-4921-A075-6CF39BCF2AE6}" srcOrd="0" destOrd="0" presId="urn:microsoft.com/office/officeart/2008/layout/RadialCluster"/>
    <dgm:cxn modelId="{618A0DB2-4942-4D8D-9747-D0945733A951}" type="presOf" srcId="{86B738B9-0894-4D43-986D-33F22D343349}" destId="{EDCE108D-36A6-480B-99D6-7D205007D051}" srcOrd="0" destOrd="0" presId="urn:microsoft.com/office/officeart/2008/layout/RadialCluster"/>
    <dgm:cxn modelId="{E03007F7-2ADA-41B5-B4AE-42D7D0473157}" srcId="{1736CFED-4619-4590-A1C6-65BD6A0072D3}" destId="{86B738B9-0894-4D43-986D-33F22D343349}" srcOrd="3" destOrd="0" parTransId="{8EE78E12-9A43-4080-96A6-D78C917BFC6F}" sibTransId="{8586E702-C819-4590-9318-76650D411DF8}"/>
    <dgm:cxn modelId="{7797000A-A5BB-4E6C-8745-485C30F580BD}" type="presParOf" srcId="{A39F0B65-F0EB-445C-8EFD-C4C7657693D6}" destId="{E04AD850-3CC1-40B4-BE7E-97A83B2142E4}" srcOrd="0" destOrd="0" presId="urn:microsoft.com/office/officeart/2008/layout/RadialCluster"/>
    <dgm:cxn modelId="{A9BF6FDF-326E-46DF-9230-C52AC7C78C80}" type="presParOf" srcId="{E04AD850-3CC1-40B4-BE7E-97A83B2142E4}" destId="{7B97689E-DF22-4F48-8388-EE0A3183D1E3}" srcOrd="0" destOrd="0" presId="urn:microsoft.com/office/officeart/2008/layout/RadialCluster"/>
    <dgm:cxn modelId="{7146DB11-6047-4A4F-A35B-48E84E5E99D0}" type="presParOf" srcId="{E04AD850-3CC1-40B4-BE7E-97A83B2142E4}" destId="{18E0C671-2783-4239-B09A-C0FA5219D85C}" srcOrd="1" destOrd="0" presId="urn:microsoft.com/office/officeart/2008/layout/RadialCluster"/>
    <dgm:cxn modelId="{4F4852B5-9C20-429F-A270-0BE7DDDC678D}" type="presParOf" srcId="{E04AD850-3CC1-40B4-BE7E-97A83B2142E4}" destId="{ADF6D6AB-5D0C-47A7-9043-1DC05838609D}" srcOrd="2" destOrd="0" presId="urn:microsoft.com/office/officeart/2008/layout/RadialCluster"/>
    <dgm:cxn modelId="{63E8F28D-011C-402B-8534-6100D8B8D1B0}" type="presParOf" srcId="{E04AD850-3CC1-40B4-BE7E-97A83B2142E4}" destId="{EA1088FF-017B-4921-A075-6CF39BCF2AE6}" srcOrd="3" destOrd="0" presId="urn:microsoft.com/office/officeart/2008/layout/RadialCluster"/>
    <dgm:cxn modelId="{F26C54A4-0ACA-4485-8FB1-4242C8AD80C8}" type="presParOf" srcId="{E04AD850-3CC1-40B4-BE7E-97A83B2142E4}" destId="{33FCDE8D-63A2-4B67-9CCB-5EA9822DAF3F}" srcOrd="4" destOrd="0" presId="urn:microsoft.com/office/officeart/2008/layout/RadialCluster"/>
    <dgm:cxn modelId="{59267517-95BF-46D9-8A9E-760893D6BCC8}" type="presParOf" srcId="{E04AD850-3CC1-40B4-BE7E-97A83B2142E4}" destId="{90C23FC7-6330-4961-B85B-E5388D252BE5}" srcOrd="5" destOrd="0" presId="urn:microsoft.com/office/officeart/2008/layout/RadialCluster"/>
    <dgm:cxn modelId="{6BB0267D-E247-40A5-B71F-95BABA80706C}" type="presParOf" srcId="{E04AD850-3CC1-40B4-BE7E-97A83B2142E4}" destId="{0EEBEE3B-FA18-407C-A679-0C53CD705DD1}" srcOrd="6" destOrd="0" presId="urn:microsoft.com/office/officeart/2008/layout/RadialCluster"/>
    <dgm:cxn modelId="{A0E00488-0E3B-446C-907A-92D8C61A2A16}" type="presParOf" srcId="{E04AD850-3CC1-40B4-BE7E-97A83B2142E4}" destId="{528BEE39-CCE1-4E29-9C70-3E60BDE0C9F5}" srcOrd="7" destOrd="0" presId="urn:microsoft.com/office/officeart/2008/layout/RadialCluster"/>
    <dgm:cxn modelId="{2ABB359C-02B5-4A44-ADA6-7D23AADE0138}" type="presParOf" srcId="{E04AD850-3CC1-40B4-BE7E-97A83B2142E4}" destId="{EDCE108D-36A6-480B-99D6-7D205007D051}" srcOrd="8" destOrd="0" presId="urn:microsoft.com/office/officeart/2008/layout/RadialCluster"/>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7E27065-3D6F-4387-AC81-8BDE45EFB165}"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3D30ECE9-A252-4686-A6BF-1BDE0F251D1A}">
      <dgm:prSet phldrT="[Text]"/>
      <dgm:spPr/>
      <dgm:t>
        <a:bodyPr/>
        <a:lstStyle/>
        <a:p>
          <a:r>
            <a:rPr lang="en-US" dirty="0"/>
            <a:t>Ratnagiri</a:t>
          </a:r>
          <a:endParaRPr lang="en-IN" dirty="0"/>
        </a:p>
      </dgm:t>
    </dgm:pt>
    <dgm:pt modelId="{C858C656-791E-41C7-A539-58FF2B33F1F6}" type="parTrans" cxnId="{9575AE89-4F0C-4A47-9A28-06ED9A455D81}">
      <dgm:prSet/>
      <dgm:spPr/>
      <dgm:t>
        <a:bodyPr/>
        <a:lstStyle/>
        <a:p>
          <a:endParaRPr lang="en-IN"/>
        </a:p>
      </dgm:t>
    </dgm:pt>
    <dgm:pt modelId="{28F6AB98-1D42-49C2-B8AE-BBFEDD8CF835}" type="sibTrans" cxnId="{9575AE89-4F0C-4A47-9A28-06ED9A455D81}">
      <dgm:prSet/>
      <dgm:spPr/>
      <dgm:t>
        <a:bodyPr/>
        <a:lstStyle/>
        <a:p>
          <a:endParaRPr lang="en-IN"/>
        </a:p>
      </dgm:t>
    </dgm:pt>
    <dgm:pt modelId="{1A075EFA-59EF-4318-9CB5-793FA46CD14D}">
      <dgm:prSet phldrT="[Text]"/>
      <dgm:spPr/>
      <dgm:t>
        <a:bodyPr/>
        <a:lstStyle/>
        <a:p>
          <a:r>
            <a:rPr lang="en-US" dirty="0"/>
            <a:t>Males migrate to Mumbai</a:t>
          </a:r>
          <a:endParaRPr lang="en-IN" dirty="0"/>
        </a:p>
      </dgm:t>
    </dgm:pt>
    <dgm:pt modelId="{6A8A3811-8247-4385-BB91-9A7D45D79118}" type="parTrans" cxnId="{CAA50179-B9C3-4BB4-8BE6-D22DD20DD91B}">
      <dgm:prSet/>
      <dgm:spPr/>
      <dgm:t>
        <a:bodyPr/>
        <a:lstStyle/>
        <a:p>
          <a:endParaRPr lang="en-IN"/>
        </a:p>
      </dgm:t>
    </dgm:pt>
    <dgm:pt modelId="{90870994-AFBC-44FC-AB9A-13B1F4BF7157}" type="sibTrans" cxnId="{CAA50179-B9C3-4BB4-8BE6-D22DD20DD91B}">
      <dgm:prSet/>
      <dgm:spPr/>
      <dgm:t>
        <a:bodyPr/>
        <a:lstStyle/>
        <a:p>
          <a:endParaRPr lang="en-IN"/>
        </a:p>
      </dgm:t>
    </dgm:pt>
    <dgm:pt modelId="{AE68B9E4-AEC5-4301-8AE6-E58CDD11502F}">
      <dgm:prSet phldrT="[Text]"/>
      <dgm:spPr/>
      <dgm:t>
        <a:bodyPr/>
        <a:lstStyle/>
        <a:p>
          <a:r>
            <a:rPr lang="en-US" dirty="0"/>
            <a:t>Nepali migrants handling mango cultivation</a:t>
          </a:r>
          <a:endParaRPr lang="en-IN" dirty="0"/>
        </a:p>
      </dgm:t>
    </dgm:pt>
    <dgm:pt modelId="{D8EB2FB5-A699-4162-8652-C634698E5F1A}" type="parTrans" cxnId="{BF20E61D-005B-4C02-B579-E79E1B022122}">
      <dgm:prSet/>
      <dgm:spPr/>
      <dgm:t>
        <a:bodyPr/>
        <a:lstStyle/>
        <a:p>
          <a:endParaRPr lang="en-IN"/>
        </a:p>
      </dgm:t>
    </dgm:pt>
    <dgm:pt modelId="{A9640AF4-44A2-4C63-B3FC-F2493EEB4700}" type="sibTrans" cxnId="{BF20E61D-005B-4C02-B579-E79E1B022122}">
      <dgm:prSet/>
      <dgm:spPr/>
      <dgm:t>
        <a:bodyPr/>
        <a:lstStyle/>
        <a:p>
          <a:endParaRPr lang="en-IN"/>
        </a:p>
      </dgm:t>
    </dgm:pt>
    <dgm:pt modelId="{3C602DB9-A426-4FFD-90E6-3E19AAF7917A}">
      <dgm:prSet phldrT="[Text]"/>
      <dgm:spPr/>
      <dgm:t>
        <a:bodyPr/>
        <a:lstStyle/>
        <a:p>
          <a:r>
            <a:rPr lang="en-US" dirty="0"/>
            <a:t>Udupi</a:t>
          </a:r>
          <a:endParaRPr lang="en-IN" dirty="0"/>
        </a:p>
      </dgm:t>
    </dgm:pt>
    <dgm:pt modelId="{5299B9E7-9798-4D66-81EE-E0AFB1E73852}" type="parTrans" cxnId="{C50934D7-A703-4F29-B7FA-7EDF181309B8}">
      <dgm:prSet/>
      <dgm:spPr/>
      <dgm:t>
        <a:bodyPr/>
        <a:lstStyle/>
        <a:p>
          <a:endParaRPr lang="en-IN"/>
        </a:p>
      </dgm:t>
    </dgm:pt>
    <dgm:pt modelId="{9E3E7D35-5769-4B5D-AD75-EE8BF47335CD}" type="sibTrans" cxnId="{C50934D7-A703-4F29-B7FA-7EDF181309B8}">
      <dgm:prSet/>
      <dgm:spPr/>
      <dgm:t>
        <a:bodyPr/>
        <a:lstStyle/>
        <a:p>
          <a:endParaRPr lang="en-IN"/>
        </a:p>
      </dgm:t>
    </dgm:pt>
    <dgm:pt modelId="{00AC90F4-A472-4F47-91A8-05F5BDAD38C4}">
      <dgm:prSet phldrT="[Text]"/>
      <dgm:spPr/>
      <dgm:t>
        <a:bodyPr/>
        <a:lstStyle/>
        <a:p>
          <a:r>
            <a:rPr lang="en-US" dirty="0"/>
            <a:t>Brahmins from Udupi, Karnataka</a:t>
          </a:r>
          <a:endParaRPr lang="en-IN" dirty="0"/>
        </a:p>
      </dgm:t>
    </dgm:pt>
    <dgm:pt modelId="{D55C979C-82C5-4274-91B6-EAD1246FB0B4}" type="parTrans" cxnId="{BB3CE2F5-3E9A-4E18-942F-AE72BCC0A084}">
      <dgm:prSet/>
      <dgm:spPr/>
      <dgm:t>
        <a:bodyPr/>
        <a:lstStyle/>
        <a:p>
          <a:endParaRPr lang="en-IN"/>
        </a:p>
      </dgm:t>
    </dgm:pt>
    <dgm:pt modelId="{6EE8D0DD-AD92-485E-B16D-E907BDC9AAE5}" type="sibTrans" cxnId="{BB3CE2F5-3E9A-4E18-942F-AE72BCC0A084}">
      <dgm:prSet/>
      <dgm:spPr/>
      <dgm:t>
        <a:bodyPr/>
        <a:lstStyle/>
        <a:p>
          <a:endParaRPr lang="en-IN"/>
        </a:p>
      </dgm:t>
    </dgm:pt>
    <dgm:pt modelId="{ECC49EAA-3E62-4B4B-9872-5E130AFC1F90}">
      <dgm:prSet phldrT="[Text]"/>
      <dgm:spPr/>
      <dgm:t>
        <a:bodyPr/>
        <a:lstStyle/>
        <a:p>
          <a:r>
            <a:rPr lang="en-US" dirty="0"/>
            <a:t>Pure-veg Udupi restaurants</a:t>
          </a:r>
          <a:endParaRPr lang="en-IN" dirty="0"/>
        </a:p>
      </dgm:t>
    </dgm:pt>
    <dgm:pt modelId="{F0BF7BD9-20EA-4B4C-9011-6F0DC052A41C}" type="parTrans" cxnId="{07075C1E-43F8-4A93-A08B-E29EA6820FB5}">
      <dgm:prSet/>
      <dgm:spPr/>
      <dgm:t>
        <a:bodyPr/>
        <a:lstStyle/>
        <a:p>
          <a:endParaRPr lang="en-IN"/>
        </a:p>
      </dgm:t>
    </dgm:pt>
    <dgm:pt modelId="{34C38CFF-D5D7-44B5-9352-97B061162A81}" type="sibTrans" cxnId="{07075C1E-43F8-4A93-A08B-E29EA6820FB5}">
      <dgm:prSet/>
      <dgm:spPr/>
      <dgm:t>
        <a:bodyPr/>
        <a:lstStyle/>
        <a:p>
          <a:endParaRPr lang="en-IN"/>
        </a:p>
      </dgm:t>
    </dgm:pt>
    <dgm:pt modelId="{0DA59C71-78A6-43A7-A48F-E615CFFCBAB0}">
      <dgm:prSet phldrT="[Text]"/>
      <dgm:spPr/>
      <dgm:t>
        <a:bodyPr/>
        <a:lstStyle/>
        <a:p>
          <a:r>
            <a:rPr lang="en-US" dirty="0"/>
            <a:t>Saran, Bihar</a:t>
          </a:r>
          <a:endParaRPr lang="en-IN" dirty="0"/>
        </a:p>
      </dgm:t>
    </dgm:pt>
    <dgm:pt modelId="{69713AC9-EC79-41AF-8FD3-0541054B196A}" type="parTrans" cxnId="{D5E0845F-6904-472D-8226-F1C55D5C6C19}">
      <dgm:prSet/>
      <dgm:spPr/>
      <dgm:t>
        <a:bodyPr/>
        <a:lstStyle/>
        <a:p>
          <a:endParaRPr lang="en-IN"/>
        </a:p>
      </dgm:t>
    </dgm:pt>
    <dgm:pt modelId="{DF8F3F6E-9D78-4E10-BAA1-01C280DE72B2}" type="sibTrans" cxnId="{D5E0845F-6904-472D-8226-F1C55D5C6C19}">
      <dgm:prSet/>
      <dgm:spPr/>
      <dgm:t>
        <a:bodyPr/>
        <a:lstStyle/>
        <a:p>
          <a:endParaRPr lang="en-IN"/>
        </a:p>
      </dgm:t>
    </dgm:pt>
    <dgm:pt modelId="{254A343B-A06E-42D8-8310-4880357E8C92}">
      <dgm:prSet phldrT="[Text]"/>
      <dgm:spPr/>
      <dgm:t>
        <a:bodyPr/>
        <a:lstStyle/>
        <a:p>
          <a:r>
            <a:rPr lang="en-US" dirty="0"/>
            <a:t>Male migration to Bengal</a:t>
          </a:r>
          <a:endParaRPr lang="en-IN" dirty="0"/>
        </a:p>
      </dgm:t>
    </dgm:pt>
    <dgm:pt modelId="{D96255AE-2C0C-464B-8566-B195468F69A8}" type="parTrans" cxnId="{2BF74975-83FD-4CB6-A4AB-284521C2AFE7}">
      <dgm:prSet/>
      <dgm:spPr/>
      <dgm:t>
        <a:bodyPr/>
        <a:lstStyle/>
        <a:p>
          <a:endParaRPr lang="en-IN"/>
        </a:p>
      </dgm:t>
    </dgm:pt>
    <dgm:pt modelId="{CDD7F008-1691-41CD-BBDE-6D14D1C6CC8A}" type="sibTrans" cxnId="{2BF74975-83FD-4CB6-A4AB-284521C2AFE7}">
      <dgm:prSet/>
      <dgm:spPr/>
      <dgm:t>
        <a:bodyPr/>
        <a:lstStyle/>
        <a:p>
          <a:endParaRPr lang="en-IN"/>
        </a:p>
      </dgm:t>
    </dgm:pt>
    <dgm:pt modelId="{DA9EC047-76F9-4FE4-9730-1484A6475BF2}">
      <dgm:prSet phldrT="[Text]"/>
      <dgm:spPr/>
      <dgm:t>
        <a:bodyPr/>
        <a:lstStyle/>
        <a:p>
          <a:r>
            <a:rPr lang="en-US" dirty="0"/>
            <a:t>Brahmins, </a:t>
          </a:r>
          <a:r>
            <a:rPr lang="en-US" dirty="0" err="1"/>
            <a:t>Rajputs</a:t>
          </a:r>
          <a:r>
            <a:rPr lang="en-US" dirty="0"/>
            <a:t>, </a:t>
          </a:r>
          <a:r>
            <a:rPr lang="en-US" dirty="0" err="1"/>
            <a:t>Ahirs</a:t>
          </a:r>
          <a:r>
            <a:rPr lang="en-US" dirty="0"/>
            <a:t>, </a:t>
          </a:r>
          <a:r>
            <a:rPr lang="en-US" dirty="0" err="1"/>
            <a:t>Koiris</a:t>
          </a:r>
          <a:r>
            <a:rPr lang="en-US" dirty="0"/>
            <a:t>, </a:t>
          </a:r>
          <a:r>
            <a:rPr lang="en-US" dirty="0" err="1"/>
            <a:t>Kurmis</a:t>
          </a:r>
          <a:r>
            <a:rPr lang="en-US" dirty="0"/>
            <a:t> and Chamars, Muslim, </a:t>
          </a:r>
          <a:r>
            <a:rPr lang="en-IN" dirty="0"/>
            <a:t>communities - </a:t>
          </a:r>
          <a:r>
            <a:rPr lang="en-US" dirty="0"/>
            <a:t>Agricultural labor</a:t>
          </a:r>
          <a:endParaRPr lang="en-IN" dirty="0"/>
        </a:p>
      </dgm:t>
    </dgm:pt>
    <dgm:pt modelId="{F72EAE5A-992D-4188-8EAE-01B3E0AD1500}" type="parTrans" cxnId="{593065CA-18D5-46BD-8E1A-F8AF295A91C7}">
      <dgm:prSet/>
      <dgm:spPr/>
      <dgm:t>
        <a:bodyPr/>
        <a:lstStyle/>
        <a:p>
          <a:endParaRPr lang="en-IN"/>
        </a:p>
      </dgm:t>
    </dgm:pt>
    <dgm:pt modelId="{8540731D-EA97-4669-A0DB-B10C9F5E391A}" type="sibTrans" cxnId="{593065CA-18D5-46BD-8E1A-F8AF295A91C7}">
      <dgm:prSet/>
      <dgm:spPr/>
      <dgm:t>
        <a:bodyPr/>
        <a:lstStyle/>
        <a:p>
          <a:endParaRPr lang="en-IN"/>
        </a:p>
      </dgm:t>
    </dgm:pt>
    <dgm:pt modelId="{62E2BF27-38C9-4CEC-A7CE-2BF9FCFF4060}">
      <dgm:prSet phldrT="[Text]"/>
      <dgm:spPr/>
      <dgm:t>
        <a:bodyPr/>
        <a:lstStyle/>
        <a:p>
          <a:r>
            <a:rPr lang="en-US" dirty="0"/>
            <a:t>Caste-based at first. Urban areas then started employing anyone else</a:t>
          </a:r>
          <a:endParaRPr lang="en-IN" dirty="0"/>
        </a:p>
      </dgm:t>
    </dgm:pt>
    <dgm:pt modelId="{A1081E4C-F915-4E39-9FEB-DF8AC8CD14E1}" type="parTrans" cxnId="{879A1AB9-8B9F-47E6-9496-B4ED88BE29C7}">
      <dgm:prSet/>
      <dgm:spPr/>
      <dgm:t>
        <a:bodyPr/>
        <a:lstStyle/>
        <a:p>
          <a:endParaRPr lang="en-IN"/>
        </a:p>
      </dgm:t>
    </dgm:pt>
    <dgm:pt modelId="{01A06EFD-7DA9-43D4-ACD7-95230D781661}" type="sibTrans" cxnId="{879A1AB9-8B9F-47E6-9496-B4ED88BE29C7}">
      <dgm:prSet/>
      <dgm:spPr/>
      <dgm:t>
        <a:bodyPr/>
        <a:lstStyle/>
        <a:p>
          <a:endParaRPr lang="en-IN"/>
        </a:p>
      </dgm:t>
    </dgm:pt>
    <dgm:pt modelId="{22EB2BDA-B001-431A-8EE9-0598D858E710}">
      <dgm:prSet phldrT="[Text]"/>
      <dgm:spPr/>
      <dgm:t>
        <a:bodyPr/>
        <a:lstStyle/>
        <a:p>
          <a:r>
            <a:rPr lang="en-US" dirty="0"/>
            <a:t>Opportunities in Western and Central India</a:t>
          </a:r>
          <a:endParaRPr lang="en-IN" dirty="0"/>
        </a:p>
      </dgm:t>
    </dgm:pt>
    <dgm:pt modelId="{2B8CD60C-C31E-4587-9AFA-9D6AC7B58719}" type="parTrans" cxnId="{8A06CBFA-4D85-4C4F-A31B-954113DAA83B}">
      <dgm:prSet/>
      <dgm:spPr/>
      <dgm:t>
        <a:bodyPr/>
        <a:lstStyle/>
        <a:p>
          <a:endParaRPr lang="en-IN"/>
        </a:p>
      </dgm:t>
    </dgm:pt>
    <dgm:pt modelId="{7CEF9B82-8519-49BA-94C6-1693E36381D4}" type="sibTrans" cxnId="{8A06CBFA-4D85-4C4F-A31B-954113DAA83B}">
      <dgm:prSet/>
      <dgm:spPr/>
      <dgm:t>
        <a:bodyPr/>
        <a:lstStyle/>
        <a:p>
          <a:endParaRPr lang="en-IN"/>
        </a:p>
      </dgm:t>
    </dgm:pt>
    <dgm:pt modelId="{7DB53CDB-5EDA-4D32-88F7-0CAB02922708}">
      <dgm:prSet phldrT="[Text]"/>
      <dgm:spPr/>
      <dgm:t>
        <a:bodyPr/>
        <a:lstStyle/>
        <a:p>
          <a:r>
            <a:rPr lang="en-US" dirty="0"/>
            <a:t>Effect of low density in Bihar seen on socio-political scenario</a:t>
          </a:r>
          <a:endParaRPr lang="en-IN" dirty="0"/>
        </a:p>
      </dgm:t>
    </dgm:pt>
    <dgm:pt modelId="{2E98FF1F-2683-458E-9EFB-4C8EB3A99AB0}" type="parTrans" cxnId="{5A6B702B-9745-44FE-ACE5-711D24ED58E6}">
      <dgm:prSet/>
      <dgm:spPr/>
      <dgm:t>
        <a:bodyPr/>
        <a:lstStyle/>
        <a:p>
          <a:endParaRPr lang="en-IN"/>
        </a:p>
      </dgm:t>
    </dgm:pt>
    <dgm:pt modelId="{13EAB7F9-50BC-4183-BCCD-C77D9BFFB878}" type="sibTrans" cxnId="{5A6B702B-9745-44FE-ACE5-711D24ED58E6}">
      <dgm:prSet/>
      <dgm:spPr/>
      <dgm:t>
        <a:bodyPr/>
        <a:lstStyle/>
        <a:p>
          <a:endParaRPr lang="en-IN"/>
        </a:p>
      </dgm:t>
    </dgm:pt>
    <dgm:pt modelId="{A36DF217-4FA9-43B8-B95E-911CEB4C05D9}">
      <dgm:prSet phldrT="[Text]"/>
      <dgm:spPr/>
      <dgm:t>
        <a:bodyPr/>
        <a:lstStyle/>
        <a:p>
          <a:r>
            <a:rPr lang="en-US" dirty="0"/>
            <a:t>Maratha and Mahar Migrations</a:t>
          </a:r>
          <a:endParaRPr lang="en-IN" dirty="0"/>
        </a:p>
      </dgm:t>
    </dgm:pt>
    <dgm:pt modelId="{E5A84896-BBEC-4C10-933F-78806872BD17}" type="parTrans" cxnId="{7DA0C9ED-40E2-40E0-835C-19A21CE2CAB6}">
      <dgm:prSet/>
      <dgm:spPr/>
      <dgm:t>
        <a:bodyPr/>
        <a:lstStyle/>
        <a:p>
          <a:endParaRPr lang="en-IN"/>
        </a:p>
      </dgm:t>
    </dgm:pt>
    <dgm:pt modelId="{A8A11F20-F8EB-4E81-A0F6-5BF7C378F602}" type="sibTrans" cxnId="{7DA0C9ED-40E2-40E0-835C-19A21CE2CAB6}">
      <dgm:prSet/>
      <dgm:spPr/>
      <dgm:t>
        <a:bodyPr/>
        <a:lstStyle/>
        <a:p>
          <a:endParaRPr lang="en-IN"/>
        </a:p>
      </dgm:t>
    </dgm:pt>
    <dgm:pt modelId="{80538838-A3C6-4AA4-9D70-444D94E89557}" type="pres">
      <dgm:prSet presAssocID="{77E27065-3D6F-4387-AC81-8BDE45EFB165}" presName="Name0" presStyleCnt="0">
        <dgm:presLayoutVars>
          <dgm:dir/>
          <dgm:animLvl val="lvl"/>
          <dgm:resizeHandles val="exact"/>
        </dgm:presLayoutVars>
      </dgm:prSet>
      <dgm:spPr/>
    </dgm:pt>
    <dgm:pt modelId="{16F68B0E-EF81-459A-8009-FD80718F1E0A}" type="pres">
      <dgm:prSet presAssocID="{3D30ECE9-A252-4686-A6BF-1BDE0F251D1A}" presName="composite" presStyleCnt="0"/>
      <dgm:spPr/>
    </dgm:pt>
    <dgm:pt modelId="{DAF25E5C-BC9C-4F2A-86CE-27CF975172F4}" type="pres">
      <dgm:prSet presAssocID="{3D30ECE9-A252-4686-A6BF-1BDE0F251D1A}" presName="parTx" presStyleLbl="alignNode1" presStyleIdx="0" presStyleCnt="3">
        <dgm:presLayoutVars>
          <dgm:chMax val="0"/>
          <dgm:chPref val="0"/>
          <dgm:bulletEnabled val="1"/>
        </dgm:presLayoutVars>
      </dgm:prSet>
      <dgm:spPr/>
    </dgm:pt>
    <dgm:pt modelId="{8978B765-1230-405A-B8FF-506208CF46EA}" type="pres">
      <dgm:prSet presAssocID="{3D30ECE9-A252-4686-A6BF-1BDE0F251D1A}" presName="desTx" presStyleLbl="alignAccFollowNode1" presStyleIdx="0" presStyleCnt="3">
        <dgm:presLayoutVars>
          <dgm:bulletEnabled val="1"/>
        </dgm:presLayoutVars>
      </dgm:prSet>
      <dgm:spPr/>
    </dgm:pt>
    <dgm:pt modelId="{2CE10D80-C541-47C6-9E70-94E7D159C831}" type="pres">
      <dgm:prSet presAssocID="{28F6AB98-1D42-49C2-B8AE-BBFEDD8CF835}" presName="space" presStyleCnt="0"/>
      <dgm:spPr/>
    </dgm:pt>
    <dgm:pt modelId="{D1ED955E-AC63-47E9-A11E-56570D24D524}" type="pres">
      <dgm:prSet presAssocID="{3C602DB9-A426-4FFD-90E6-3E19AAF7917A}" presName="composite" presStyleCnt="0"/>
      <dgm:spPr/>
    </dgm:pt>
    <dgm:pt modelId="{D4FA8046-EB3E-48C1-98EF-2942E00348C7}" type="pres">
      <dgm:prSet presAssocID="{3C602DB9-A426-4FFD-90E6-3E19AAF7917A}" presName="parTx" presStyleLbl="alignNode1" presStyleIdx="1" presStyleCnt="3">
        <dgm:presLayoutVars>
          <dgm:chMax val="0"/>
          <dgm:chPref val="0"/>
          <dgm:bulletEnabled val="1"/>
        </dgm:presLayoutVars>
      </dgm:prSet>
      <dgm:spPr/>
    </dgm:pt>
    <dgm:pt modelId="{39A74745-5578-492E-88F6-8CE55C0E3187}" type="pres">
      <dgm:prSet presAssocID="{3C602DB9-A426-4FFD-90E6-3E19AAF7917A}" presName="desTx" presStyleLbl="alignAccFollowNode1" presStyleIdx="1" presStyleCnt="3">
        <dgm:presLayoutVars>
          <dgm:bulletEnabled val="1"/>
        </dgm:presLayoutVars>
      </dgm:prSet>
      <dgm:spPr/>
    </dgm:pt>
    <dgm:pt modelId="{FD7DCF83-CB12-472E-8DFE-299C3C52CF74}" type="pres">
      <dgm:prSet presAssocID="{9E3E7D35-5769-4B5D-AD75-EE8BF47335CD}" presName="space" presStyleCnt="0"/>
      <dgm:spPr/>
    </dgm:pt>
    <dgm:pt modelId="{E3A613CD-CDE7-4EDB-ADD0-B22FDB526FEE}" type="pres">
      <dgm:prSet presAssocID="{0DA59C71-78A6-43A7-A48F-E615CFFCBAB0}" presName="composite" presStyleCnt="0"/>
      <dgm:spPr/>
    </dgm:pt>
    <dgm:pt modelId="{2EE987A6-3BAF-4BCF-A6AD-32F530EFA2E5}" type="pres">
      <dgm:prSet presAssocID="{0DA59C71-78A6-43A7-A48F-E615CFFCBAB0}" presName="parTx" presStyleLbl="alignNode1" presStyleIdx="2" presStyleCnt="3">
        <dgm:presLayoutVars>
          <dgm:chMax val="0"/>
          <dgm:chPref val="0"/>
          <dgm:bulletEnabled val="1"/>
        </dgm:presLayoutVars>
      </dgm:prSet>
      <dgm:spPr/>
    </dgm:pt>
    <dgm:pt modelId="{54851324-A452-4745-BA6E-A5534D256A16}" type="pres">
      <dgm:prSet presAssocID="{0DA59C71-78A6-43A7-A48F-E615CFFCBAB0}" presName="desTx" presStyleLbl="alignAccFollowNode1" presStyleIdx="2" presStyleCnt="3">
        <dgm:presLayoutVars>
          <dgm:bulletEnabled val="1"/>
        </dgm:presLayoutVars>
      </dgm:prSet>
      <dgm:spPr/>
    </dgm:pt>
  </dgm:ptLst>
  <dgm:cxnLst>
    <dgm:cxn modelId="{BF20E61D-005B-4C02-B579-E79E1B022122}" srcId="{3D30ECE9-A252-4686-A6BF-1BDE0F251D1A}" destId="{AE68B9E4-AEC5-4301-8AE6-E58CDD11502F}" srcOrd="2" destOrd="0" parTransId="{D8EB2FB5-A699-4162-8652-C634698E5F1A}" sibTransId="{A9640AF4-44A2-4C63-B3FC-F2493EEB4700}"/>
    <dgm:cxn modelId="{07075C1E-43F8-4A93-A08B-E29EA6820FB5}" srcId="{3C602DB9-A426-4FFD-90E6-3E19AAF7917A}" destId="{ECC49EAA-3E62-4B4B-9872-5E130AFC1F90}" srcOrd="1" destOrd="0" parTransId="{F0BF7BD9-20EA-4B4C-9011-6F0DC052A41C}" sibTransId="{34C38CFF-D5D7-44B5-9352-97B061162A81}"/>
    <dgm:cxn modelId="{5A6B702B-9745-44FE-ACE5-711D24ED58E6}" srcId="{0DA59C71-78A6-43A7-A48F-E615CFFCBAB0}" destId="{7DB53CDB-5EDA-4D32-88F7-0CAB02922708}" srcOrd="3" destOrd="0" parTransId="{2E98FF1F-2683-458E-9EFB-4C8EB3A99AB0}" sibTransId="{13EAB7F9-50BC-4183-BCCD-C77D9BFFB878}"/>
    <dgm:cxn modelId="{DBD8202E-3252-4A2C-AE8A-16EDCA0E983F}" type="presOf" srcId="{22EB2BDA-B001-431A-8EE9-0598D858E710}" destId="{54851324-A452-4745-BA6E-A5534D256A16}" srcOrd="0" destOrd="2" presId="urn:microsoft.com/office/officeart/2005/8/layout/hList1"/>
    <dgm:cxn modelId="{D4F12F31-3105-4EB5-A372-0643B60B8850}" type="presOf" srcId="{62E2BF27-38C9-4CEC-A7CE-2BF9FCFF4060}" destId="{39A74745-5578-492E-88F6-8CE55C0E3187}" srcOrd="0" destOrd="2" presId="urn:microsoft.com/office/officeart/2005/8/layout/hList1"/>
    <dgm:cxn modelId="{C16CC333-A0C9-4430-B9B4-288A071FECEF}" type="presOf" srcId="{A36DF217-4FA9-43B8-B95E-911CEB4C05D9}" destId="{8978B765-1230-405A-B8FF-506208CF46EA}" srcOrd="0" destOrd="1" presId="urn:microsoft.com/office/officeart/2005/8/layout/hList1"/>
    <dgm:cxn modelId="{D5E0845F-6904-472D-8226-F1C55D5C6C19}" srcId="{77E27065-3D6F-4387-AC81-8BDE45EFB165}" destId="{0DA59C71-78A6-43A7-A48F-E615CFFCBAB0}" srcOrd="2" destOrd="0" parTransId="{69713AC9-EC79-41AF-8FD3-0541054B196A}" sibTransId="{DF8F3F6E-9D78-4E10-BAA1-01C280DE72B2}"/>
    <dgm:cxn modelId="{F514F365-A975-40F9-AD2B-9550E89D20A5}" type="presOf" srcId="{254A343B-A06E-42D8-8310-4880357E8C92}" destId="{54851324-A452-4745-BA6E-A5534D256A16}" srcOrd="0" destOrd="0" presId="urn:microsoft.com/office/officeart/2005/8/layout/hList1"/>
    <dgm:cxn modelId="{5BC07C49-C737-4D72-A535-06D47A1654A0}" type="presOf" srcId="{3D30ECE9-A252-4686-A6BF-1BDE0F251D1A}" destId="{DAF25E5C-BC9C-4F2A-86CE-27CF975172F4}" srcOrd="0" destOrd="0" presId="urn:microsoft.com/office/officeart/2005/8/layout/hList1"/>
    <dgm:cxn modelId="{CD69D054-C9CB-46A7-BAAB-C659EC28FD9C}" type="presOf" srcId="{00AC90F4-A472-4F47-91A8-05F5BDAD38C4}" destId="{39A74745-5578-492E-88F6-8CE55C0E3187}" srcOrd="0" destOrd="0" presId="urn:microsoft.com/office/officeart/2005/8/layout/hList1"/>
    <dgm:cxn modelId="{2BF74975-83FD-4CB6-A4AB-284521C2AFE7}" srcId="{0DA59C71-78A6-43A7-A48F-E615CFFCBAB0}" destId="{254A343B-A06E-42D8-8310-4880357E8C92}" srcOrd="0" destOrd="0" parTransId="{D96255AE-2C0C-464B-8566-B195468F69A8}" sibTransId="{CDD7F008-1691-41CD-BBDE-6D14D1C6CC8A}"/>
    <dgm:cxn modelId="{CAA50179-B9C3-4BB4-8BE6-D22DD20DD91B}" srcId="{3D30ECE9-A252-4686-A6BF-1BDE0F251D1A}" destId="{1A075EFA-59EF-4318-9CB5-793FA46CD14D}" srcOrd="0" destOrd="0" parTransId="{6A8A3811-8247-4385-BB91-9A7D45D79118}" sibTransId="{90870994-AFBC-44FC-AB9A-13B1F4BF7157}"/>
    <dgm:cxn modelId="{9575AE89-4F0C-4A47-9A28-06ED9A455D81}" srcId="{77E27065-3D6F-4387-AC81-8BDE45EFB165}" destId="{3D30ECE9-A252-4686-A6BF-1BDE0F251D1A}" srcOrd="0" destOrd="0" parTransId="{C858C656-791E-41C7-A539-58FF2B33F1F6}" sibTransId="{28F6AB98-1D42-49C2-B8AE-BBFEDD8CF835}"/>
    <dgm:cxn modelId="{23453890-4347-4F33-9C54-62A51C5FAFFB}" type="presOf" srcId="{0DA59C71-78A6-43A7-A48F-E615CFFCBAB0}" destId="{2EE987A6-3BAF-4BCF-A6AD-32F530EFA2E5}" srcOrd="0" destOrd="0" presId="urn:microsoft.com/office/officeart/2005/8/layout/hList1"/>
    <dgm:cxn modelId="{5F6F7D90-2154-40F5-B236-7214C9C2D9D1}" type="presOf" srcId="{77E27065-3D6F-4387-AC81-8BDE45EFB165}" destId="{80538838-A3C6-4AA4-9D70-444D94E89557}" srcOrd="0" destOrd="0" presId="urn:microsoft.com/office/officeart/2005/8/layout/hList1"/>
    <dgm:cxn modelId="{CBA47392-7AF1-470D-9B8F-FBFD73B6928A}" type="presOf" srcId="{DA9EC047-76F9-4FE4-9730-1484A6475BF2}" destId="{54851324-A452-4745-BA6E-A5534D256A16}" srcOrd="0" destOrd="1" presId="urn:microsoft.com/office/officeart/2005/8/layout/hList1"/>
    <dgm:cxn modelId="{50E20193-A4F8-44F5-B823-B795CE85B14B}" type="presOf" srcId="{3C602DB9-A426-4FFD-90E6-3E19AAF7917A}" destId="{D4FA8046-EB3E-48C1-98EF-2942E00348C7}" srcOrd="0" destOrd="0" presId="urn:microsoft.com/office/officeart/2005/8/layout/hList1"/>
    <dgm:cxn modelId="{61179CA6-61F5-4903-89E1-E6516D3AB683}" type="presOf" srcId="{1A075EFA-59EF-4318-9CB5-793FA46CD14D}" destId="{8978B765-1230-405A-B8FF-506208CF46EA}" srcOrd="0" destOrd="0" presId="urn:microsoft.com/office/officeart/2005/8/layout/hList1"/>
    <dgm:cxn modelId="{879A1AB9-8B9F-47E6-9496-B4ED88BE29C7}" srcId="{3C602DB9-A426-4FFD-90E6-3E19AAF7917A}" destId="{62E2BF27-38C9-4CEC-A7CE-2BF9FCFF4060}" srcOrd="2" destOrd="0" parTransId="{A1081E4C-F915-4E39-9FEB-DF8AC8CD14E1}" sibTransId="{01A06EFD-7DA9-43D4-ACD7-95230D781661}"/>
    <dgm:cxn modelId="{593065CA-18D5-46BD-8E1A-F8AF295A91C7}" srcId="{0DA59C71-78A6-43A7-A48F-E615CFFCBAB0}" destId="{DA9EC047-76F9-4FE4-9730-1484A6475BF2}" srcOrd="1" destOrd="0" parTransId="{F72EAE5A-992D-4188-8EAE-01B3E0AD1500}" sibTransId="{8540731D-EA97-4669-A0DB-B10C9F5E391A}"/>
    <dgm:cxn modelId="{2D991ECF-B8E7-41ED-B735-3B7BDBF14F8D}" type="presOf" srcId="{AE68B9E4-AEC5-4301-8AE6-E58CDD11502F}" destId="{8978B765-1230-405A-B8FF-506208CF46EA}" srcOrd="0" destOrd="2" presId="urn:microsoft.com/office/officeart/2005/8/layout/hList1"/>
    <dgm:cxn modelId="{C50934D7-A703-4F29-B7FA-7EDF181309B8}" srcId="{77E27065-3D6F-4387-AC81-8BDE45EFB165}" destId="{3C602DB9-A426-4FFD-90E6-3E19AAF7917A}" srcOrd="1" destOrd="0" parTransId="{5299B9E7-9798-4D66-81EE-E0AFB1E73852}" sibTransId="{9E3E7D35-5769-4B5D-AD75-EE8BF47335CD}"/>
    <dgm:cxn modelId="{7DA0C9ED-40E2-40E0-835C-19A21CE2CAB6}" srcId="{3D30ECE9-A252-4686-A6BF-1BDE0F251D1A}" destId="{A36DF217-4FA9-43B8-B95E-911CEB4C05D9}" srcOrd="1" destOrd="0" parTransId="{E5A84896-BBEC-4C10-933F-78806872BD17}" sibTransId="{A8A11F20-F8EB-4E81-A0F6-5BF7C378F602}"/>
    <dgm:cxn modelId="{4668A3F1-1CA8-47F7-A963-8FFA89E7B512}" type="presOf" srcId="{7DB53CDB-5EDA-4D32-88F7-0CAB02922708}" destId="{54851324-A452-4745-BA6E-A5534D256A16}" srcOrd="0" destOrd="3" presId="urn:microsoft.com/office/officeart/2005/8/layout/hList1"/>
    <dgm:cxn modelId="{BB3CE2F5-3E9A-4E18-942F-AE72BCC0A084}" srcId="{3C602DB9-A426-4FFD-90E6-3E19AAF7917A}" destId="{00AC90F4-A472-4F47-91A8-05F5BDAD38C4}" srcOrd="0" destOrd="0" parTransId="{D55C979C-82C5-4274-91B6-EAD1246FB0B4}" sibTransId="{6EE8D0DD-AD92-485E-B16D-E907BDC9AAE5}"/>
    <dgm:cxn modelId="{6A6D50FA-D5DD-4C32-A4D0-B700BFAF5DFB}" type="presOf" srcId="{ECC49EAA-3E62-4B4B-9872-5E130AFC1F90}" destId="{39A74745-5578-492E-88F6-8CE55C0E3187}" srcOrd="0" destOrd="1" presId="urn:microsoft.com/office/officeart/2005/8/layout/hList1"/>
    <dgm:cxn modelId="{8A06CBFA-4D85-4C4F-A31B-954113DAA83B}" srcId="{0DA59C71-78A6-43A7-A48F-E615CFFCBAB0}" destId="{22EB2BDA-B001-431A-8EE9-0598D858E710}" srcOrd="2" destOrd="0" parTransId="{2B8CD60C-C31E-4587-9AFA-9D6AC7B58719}" sibTransId="{7CEF9B82-8519-49BA-94C6-1693E36381D4}"/>
    <dgm:cxn modelId="{584A5217-D35C-4375-A645-C521705C6845}" type="presParOf" srcId="{80538838-A3C6-4AA4-9D70-444D94E89557}" destId="{16F68B0E-EF81-459A-8009-FD80718F1E0A}" srcOrd="0" destOrd="0" presId="urn:microsoft.com/office/officeart/2005/8/layout/hList1"/>
    <dgm:cxn modelId="{BC1A70B4-B40B-4659-A316-9828BD41F851}" type="presParOf" srcId="{16F68B0E-EF81-459A-8009-FD80718F1E0A}" destId="{DAF25E5C-BC9C-4F2A-86CE-27CF975172F4}" srcOrd="0" destOrd="0" presId="urn:microsoft.com/office/officeart/2005/8/layout/hList1"/>
    <dgm:cxn modelId="{80C35C38-AC12-4F89-9772-1237440E861A}" type="presParOf" srcId="{16F68B0E-EF81-459A-8009-FD80718F1E0A}" destId="{8978B765-1230-405A-B8FF-506208CF46EA}" srcOrd="1" destOrd="0" presId="urn:microsoft.com/office/officeart/2005/8/layout/hList1"/>
    <dgm:cxn modelId="{93D1DCE8-7417-40AD-8C93-939CE35ECD04}" type="presParOf" srcId="{80538838-A3C6-4AA4-9D70-444D94E89557}" destId="{2CE10D80-C541-47C6-9E70-94E7D159C831}" srcOrd="1" destOrd="0" presId="urn:microsoft.com/office/officeart/2005/8/layout/hList1"/>
    <dgm:cxn modelId="{9C950DCA-031F-4A53-8BC5-FBEFD05E66B1}" type="presParOf" srcId="{80538838-A3C6-4AA4-9D70-444D94E89557}" destId="{D1ED955E-AC63-47E9-A11E-56570D24D524}" srcOrd="2" destOrd="0" presId="urn:microsoft.com/office/officeart/2005/8/layout/hList1"/>
    <dgm:cxn modelId="{844ED280-2167-421F-AB05-BB355ABEF4B9}" type="presParOf" srcId="{D1ED955E-AC63-47E9-A11E-56570D24D524}" destId="{D4FA8046-EB3E-48C1-98EF-2942E00348C7}" srcOrd="0" destOrd="0" presId="urn:microsoft.com/office/officeart/2005/8/layout/hList1"/>
    <dgm:cxn modelId="{303646CE-ECFD-4258-90C1-6DC72F0D094E}" type="presParOf" srcId="{D1ED955E-AC63-47E9-A11E-56570D24D524}" destId="{39A74745-5578-492E-88F6-8CE55C0E3187}" srcOrd="1" destOrd="0" presId="urn:microsoft.com/office/officeart/2005/8/layout/hList1"/>
    <dgm:cxn modelId="{226E2428-6C17-4044-9BE1-83154173CA0C}" type="presParOf" srcId="{80538838-A3C6-4AA4-9D70-444D94E89557}" destId="{FD7DCF83-CB12-472E-8DFE-299C3C52CF74}" srcOrd="3" destOrd="0" presId="urn:microsoft.com/office/officeart/2005/8/layout/hList1"/>
    <dgm:cxn modelId="{38172830-ABD6-422A-AEFA-4A04664FCD90}" type="presParOf" srcId="{80538838-A3C6-4AA4-9D70-444D94E89557}" destId="{E3A613CD-CDE7-4EDB-ADD0-B22FDB526FEE}" srcOrd="4" destOrd="0" presId="urn:microsoft.com/office/officeart/2005/8/layout/hList1"/>
    <dgm:cxn modelId="{3CB07B07-B7EC-4C45-BF32-71DD8DFBE5CC}" type="presParOf" srcId="{E3A613CD-CDE7-4EDB-ADD0-B22FDB526FEE}" destId="{2EE987A6-3BAF-4BCF-A6AD-32F530EFA2E5}" srcOrd="0" destOrd="0" presId="urn:microsoft.com/office/officeart/2005/8/layout/hList1"/>
    <dgm:cxn modelId="{D46A70EB-1DBF-41EA-AF56-351739EA7414}" type="presParOf" srcId="{E3A613CD-CDE7-4EDB-ADD0-B22FDB526FEE}" destId="{54851324-A452-4745-BA6E-A5534D256A16}"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7E27065-3D6F-4387-AC81-8BDE45EFB165}"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3D30ECE9-A252-4686-A6BF-1BDE0F251D1A}">
      <dgm:prSet phldrT="[Text]"/>
      <dgm:spPr/>
      <dgm:t>
        <a:bodyPr/>
        <a:lstStyle/>
        <a:p>
          <a:r>
            <a:rPr lang="en-US" dirty="0" err="1"/>
            <a:t>Ganjam</a:t>
          </a:r>
          <a:r>
            <a:rPr lang="en-US" dirty="0"/>
            <a:t>, Odisha</a:t>
          </a:r>
          <a:endParaRPr lang="en-IN" dirty="0"/>
        </a:p>
      </dgm:t>
    </dgm:pt>
    <dgm:pt modelId="{C858C656-791E-41C7-A539-58FF2B33F1F6}" type="parTrans" cxnId="{9575AE89-4F0C-4A47-9A28-06ED9A455D81}">
      <dgm:prSet/>
      <dgm:spPr/>
      <dgm:t>
        <a:bodyPr/>
        <a:lstStyle/>
        <a:p>
          <a:endParaRPr lang="en-IN"/>
        </a:p>
      </dgm:t>
    </dgm:pt>
    <dgm:pt modelId="{28F6AB98-1D42-49C2-B8AE-BBFEDD8CF835}" type="sibTrans" cxnId="{9575AE89-4F0C-4A47-9A28-06ED9A455D81}">
      <dgm:prSet/>
      <dgm:spPr/>
      <dgm:t>
        <a:bodyPr/>
        <a:lstStyle/>
        <a:p>
          <a:endParaRPr lang="en-IN"/>
        </a:p>
      </dgm:t>
    </dgm:pt>
    <dgm:pt modelId="{1A075EFA-59EF-4318-9CB5-793FA46CD14D}">
      <dgm:prSet phldrT="[Text]"/>
      <dgm:spPr/>
      <dgm:t>
        <a:bodyPr/>
        <a:lstStyle/>
        <a:p>
          <a:r>
            <a:rPr lang="en-US" dirty="0"/>
            <a:t>Circular male migration due to cyclones in the hometown</a:t>
          </a:r>
          <a:endParaRPr lang="en-IN" dirty="0"/>
        </a:p>
      </dgm:t>
    </dgm:pt>
    <dgm:pt modelId="{6A8A3811-8247-4385-BB91-9A7D45D79118}" type="parTrans" cxnId="{CAA50179-B9C3-4BB4-8BE6-D22DD20DD91B}">
      <dgm:prSet/>
      <dgm:spPr/>
      <dgm:t>
        <a:bodyPr/>
        <a:lstStyle/>
        <a:p>
          <a:endParaRPr lang="en-IN"/>
        </a:p>
      </dgm:t>
    </dgm:pt>
    <dgm:pt modelId="{90870994-AFBC-44FC-AB9A-13B1F4BF7157}" type="sibTrans" cxnId="{CAA50179-B9C3-4BB4-8BE6-D22DD20DD91B}">
      <dgm:prSet/>
      <dgm:spPr/>
      <dgm:t>
        <a:bodyPr/>
        <a:lstStyle/>
        <a:p>
          <a:endParaRPr lang="en-IN"/>
        </a:p>
      </dgm:t>
    </dgm:pt>
    <dgm:pt modelId="{AE68B9E4-AEC5-4301-8AE6-E58CDD11502F}">
      <dgm:prSet phldrT="[Text]"/>
      <dgm:spPr/>
      <dgm:t>
        <a:bodyPr/>
        <a:lstStyle/>
        <a:p>
          <a:r>
            <a:rPr lang="en-US" dirty="0"/>
            <a:t>Agricultural work in Myanmar</a:t>
          </a:r>
          <a:endParaRPr lang="en-IN" dirty="0"/>
        </a:p>
      </dgm:t>
    </dgm:pt>
    <dgm:pt modelId="{D8EB2FB5-A699-4162-8652-C634698E5F1A}" type="parTrans" cxnId="{BF20E61D-005B-4C02-B579-E79E1B022122}">
      <dgm:prSet/>
      <dgm:spPr/>
      <dgm:t>
        <a:bodyPr/>
        <a:lstStyle/>
        <a:p>
          <a:endParaRPr lang="en-IN"/>
        </a:p>
      </dgm:t>
    </dgm:pt>
    <dgm:pt modelId="{A9640AF4-44A2-4C63-B3FC-F2493EEB4700}" type="sibTrans" cxnId="{BF20E61D-005B-4C02-B579-E79E1B022122}">
      <dgm:prSet/>
      <dgm:spPr/>
      <dgm:t>
        <a:bodyPr/>
        <a:lstStyle/>
        <a:p>
          <a:endParaRPr lang="en-IN"/>
        </a:p>
      </dgm:t>
    </dgm:pt>
    <dgm:pt modelId="{3C602DB9-A426-4FFD-90E6-3E19AAF7917A}">
      <dgm:prSet phldrT="[Text]"/>
      <dgm:spPr/>
      <dgm:t>
        <a:bodyPr/>
        <a:lstStyle/>
        <a:p>
          <a:r>
            <a:rPr lang="en-US" dirty="0"/>
            <a:t>Coastal Migrations</a:t>
          </a:r>
          <a:endParaRPr lang="en-IN" dirty="0"/>
        </a:p>
      </dgm:t>
    </dgm:pt>
    <dgm:pt modelId="{5299B9E7-9798-4D66-81EE-E0AFB1E73852}" type="parTrans" cxnId="{C50934D7-A703-4F29-B7FA-7EDF181309B8}">
      <dgm:prSet/>
      <dgm:spPr/>
      <dgm:t>
        <a:bodyPr/>
        <a:lstStyle/>
        <a:p>
          <a:endParaRPr lang="en-IN"/>
        </a:p>
      </dgm:t>
    </dgm:pt>
    <dgm:pt modelId="{9E3E7D35-5769-4B5D-AD75-EE8BF47335CD}" type="sibTrans" cxnId="{C50934D7-A703-4F29-B7FA-7EDF181309B8}">
      <dgm:prSet/>
      <dgm:spPr/>
      <dgm:t>
        <a:bodyPr/>
        <a:lstStyle/>
        <a:p>
          <a:endParaRPr lang="en-IN"/>
        </a:p>
      </dgm:t>
    </dgm:pt>
    <dgm:pt modelId="{00AC90F4-A472-4F47-91A8-05F5BDAD38C4}">
      <dgm:prSet phldrT="[Text]"/>
      <dgm:spPr/>
      <dgm:t>
        <a:bodyPr/>
        <a:lstStyle/>
        <a:p>
          <a:r>
            <a:rPr lang="en-US" dirty="0"/>
            <a:t>Kerala to Gulf – oil and construction</a:t>
          </a:r>
          <a:endParaRPr lang="en-IN" dirty="0"/>
        </a:p>
      </dgm:t>
    </dgm:pt>
    <dgm:pt modelId="{D55C979C-82C5-4274-91B6-EAD1246FB0B4}" type="parTrans" cxnId="{BB3CE2F5-3E9A-4E18-942F-AE72BCC0A084}">
      <dgm:prSet/>
      <dgm:spPr/>
      <dgm:t>
        <a:bodyPr/>
        <a:lstStyle/>
        <a:p>
          <a:endParaRPr lang="en-IN"/>
        </a:p>
      </dgm:t>
    </dgm:pt>
    <dgm:pt modelId="{6EE8D0DD-AD92-485E-B16D-E907BDC9AAE5}" type="sibTrans" cxnId="{BB3CE2F5-3E9A-4E18-942F-AE72BCC0A084}">
      <dgm:prSet/>
      <dgm:spPr/>
      <dgm:t>
        <a:bodyPr/>
        <a:lstStyle/>
        <a:p>
          <a:endParaRPr lang="en-IN"/>
        </a:p>
      </dgm:t>
    </dgm:pt>
    <dgm:pt modelId="{ECC49EAA-3E62-4B4B-9872-5E130AFC1F90}">
      <dgm:prSet phldrT="[Text]"/>
      <dgm:spPr/>
      <dgm:t>
        <a:bodyPr/>
        <a:lstStyle/>
        <a:p>
          <a:r>
            <a:rPr lang="en-US" dirty="0"/>
            <a:t>Tamil Nadu to S-East Asia – rubber, sugar, oil plantations</a:t>
          </a:r>
          <a:endParaRPr lang="en-IN" dirty="0"/>
        </a:p>
      </dgm:t>
    </dgm:pt>
    <dgm:pt modelId="{F0BF7BD9-20EA-4B4C-9011-6F0DC052A41C}" type="parTrans" cxnId="{07075C1E-43F8-4A93-A08B-E29EA6820FB5}">
      <dgm:prSet/>
      <dgm:spPr/>
      <dgm:t>
        <a:bodyPr/>
        <a:lstStyle/>
        <a:p>
          <a:endParaRPr lang="en-IN"/>
        </a:p>
      </dgm:t>
    </dgm:pt>
    <dgm:pt modelId="{34C38CFF-D5D7-44B5-9352-97B061162A81}" type="sibTrans" cxnId="{07075C1E-43F8-4A93-A08B-E29EA6820FB5}">
      <dgm:prSet/>
      <dgm:spPr/>
      <dgm:t>
        <a:bodyPr/>
        <a:lstStyle/>
        <a:p>
          <a:endParaRPr lang="en-IN"/>
        </a:p>
      </dgm:t>
    </dgm:pt>
    <dgm:pt modelId="{0DA59C71-78A6-43A7-A48F-E615CFFCBAB0}">
      <dgm:prSet phldrT="[Text]"/>
      <dgm:spPr/>
      <dgm:t>
        <a:bodyPr/>
        <a:lstStyle/>
        <a:p>
          <a:r>
            <a:rPr lang="en-US" dirty="0"/>
            <a:t>Hinterlands</a:t>
          </a:r>
          <a:endParaRPr lang="en-IN" dirty="0"/>
        </a:p>
      </dgm:t>
    </dgm:pt>
    <dgm:pt modelId="{69713AC9-EC79-41AF-8FD3-0541054B196A}" type="parTrans" cxnId="{D5E0845F-6904-472D-8226-F1C55D5C6C19}">
      <dgm:prSet/>
      <dgm:spPr/>
      <dgm:t>
        <a:bodyPr/>
        <a:lstStyle/>
        <a:p>
          <a:endParaRPr lang="en-IN"/>
        </a:p>
      </dgm:t>
    </dgm:pt>
    <dgm:pt modelId="{DF8F3F6E-9D78-4E10-BAA1-01C280DE72B2}" type="sibTrans" cxnId="{D5E0845F-6904-472D-8226-F1C55D5C6C19}">
      <dgm:prSet/>
      <dgm:spPr/>
      <dgm:t>
        <a:bodyPr/>
        <a:lstStyle/>
        <a:p>
          <a:endParaRPr lang="en-IN"/>
        </a:p>
      </dgm:t>
    </dgm:pt>
    <dgm:pt modelId="{254A343B-A06E-42D8-8310-4880357E8C92}">
      <dgm:prSet phldrT="[Text]"/>
      <dgm:spPr/>
      <dgm:t>
        <a:bodyPr/>
        <a:lstStyle/>
        <a:p>
          <a:r>
            <a:rPr lang="en-US" dirty="0"/>
            <a:t>Cities like Pune, Bengaluru, Hyderabad – only urban-urban migrations</a:t>
          </a:r>
          <a:endParaRPr lang="en-IN" dirty="0"/>
        </a:p>
      </dgm:t>
    </dgm:pt>
    <dgm:pt modelId="{D96255AE-2C0C-464B-8566-B195468F69A8}" type="parTrans" cxnId="{2BF74975-83FD-4CB6-A4AB-284521C2AFE7}">
      <dgm:prSet/>
      <dgm:spPr/>
      <dgm:t>
        <a:bodyPr/>
        <a:lstStyle/>
        <a:p>
          <a:endParaRPr lang="en-IN"/>
        </a:p>
      </dgm:t>
    </dgm:pt>
    <dgm:pt modelId="{CDD7F008-1691-41CD-BBDE-6D14D1C6CC8A}" type="sibTrans" cxnId="{2BF74975-83FD-4CB6-A4AB-284521C2AFE7}">
      <dgm:prSet/>
      <dgm:spPr/>
      <dgm:t>
        <a:bodyPr/>
        <a:lstStyle/>
        <a:p>
          <a:endParaRPr lang="en-IN"/>
        </a:p>
      </dgm:t>
    </dgm:pt>
    <dgm:pt modelId="{62E2BF27-38C9-4CEC-A7CE-2BF9FCFF4060}">
      <dgm:prSet phldrT="[Text]"/>
      <dgm:spPr/>
      <dgm:t>
        <a:bodyPr/>
        <a:lstStyle/>
        <a:p>
          <a:r>
            <a:rPr lang="en-US" dirty="0"/>
            <a:t>Tamil Nadu to interiors of India – tea and coffee plantations</a:t>
          </a:r>
          <a:endParaRPr lang="en-IN" dirty="0"/>
        </a:p>
      </dgm:t>
    </dgm:pt>
    <dgm:pt modelId="{A1081E4C-F915-4E39-9FEB-DF8AC8CD14E1}" type="parTrans" cxnId="{879A1AB9-8B9F-47E6-9496-B4ED88BE29C7}">
      <dgm:prSet/>
      <dgm:spPr/>
      <dgm:t>
        <a:bodyPr/>
        <a:lstStyle/>
        <a:p>
          <a:endParaRPr lang="en-IN"/>
        </a:p>
      </dgm:t>
    </dgm:pt>
    <dgm:pt modelId="{01A06EFD-7DA9-43D4-ACD7-95230D781661}" type="sibTrans" cxnId="{879A1AB9-8B9F-47E6-9496-B4ED88BE29C7}">
      <dgm:prSet/>
      <dgm:spPr/>
      <dgm:t>
        <a:bodyPr/>
        <a:lstStyle/>
        <a:p>
          <a:endParaRPr lang="en-IN"/>
        </a:p>
      </dgm:t>
    </dgm:pt>
    <dgm:pt modelId="{6D83B97F-1DA7-4BD9-A533-DFA14A0023E7}">
      <dgm:prSet phldrT="[Text]"/>
      <dgm:spPr/>
      <dgm:t>
        <a:bodyPr/>
        <a:lstStyle/>
        <a:p>
          <a:r>
            <a:rPr lang="en-US" dirty="0"/>
            <a:t>Textile work in Surat</a:t>
          </a:r>
          <a:endParaRPr lang="en-IN" dirty="0"/>
        </a:p>
      </dgm:t>
    </dgm:pt>
    <dgm:pt modelId="{7E2BB781-D2CF-482F-983B-BA607D1E6533}" type="parTrans" cxnId="{C692B15F-A0D9-42DD-AF46-48732A18FF85}">
      <dgm:prSet/>
      <dgm:spPr/>
      <dgm:t>
        <a:bodyPr/>
        <a:lstStyle/>
        <a:p>
          <a:endParaRPr lang="en-IN"/>
        </a:p>
      </dgm:t>
    </dgm:pt>
    <dgm:pt modelId="{A1AFE289-27EA-4C63-9F45-74A175DDC43B}" type="sibTrans" cxnId="{C692B15F-A0D9-42DD-AF46-48732A18FF85}">
      <dgm:prSet/>
      <dgm:spPr/>
      <dgm:t>
        <a:bodyPr/>
        <a:lstStyle/>
        <a:p>
          <a:endParaRPr lang="en-IN"/>
        </a:p>
      </dgm:t>
    </dgm:pt>
    <dgm:pt modelId="{178432D2-AC4B-449D-AE6F-22D958E6E29C}">
      <dgm:prSet phldrT="[Text]"/>
      <dgm:spPr/>
      <dgm:t>
        <a:bodyPr/>
        <a:lstStyle/>
        <a:p>
          <a:r>
            <a:rPr lang="en-US" dirty="0"/>
            <a:t>Imp remittance based migrants: from UP, west Bihar, Jharkhand, Chhattisgarh, East Punjab, Himalayan belt</a:t>
          </a:r>
          <a:endParaRPr lang="en-IN" dirty="0"/>
        </a:p>
      </dgm:t>
    </dgm:pt>
    <dgm:pt modelId="{63D5B647-D6BA-4D5E-A456-B7853E336A80}" type="parTrans" cxnId="{3DF3E594-5035-433F-A91B-8491F3033461}">
      <dgm:prSet/>
      <dgm:spPr/>
      <dgm:t>
        <a:bodyPr/>
        <a:lstStyle/>
        <a:p>
          <a:endParaRPr lang="en-IN"/>
        </a:p>
      </dgm:t>
    </dgm:pt>
    <dgm:pt modelId="{F95812A5-2810-47FC-8746-93F30D7DBEA2}" type="sibTrans" cxnId="{3DF3E594-5035-433F-A91B-8491F3033461}">
      <dgm:prSet/>
      <dgm:spPr/>
      <dgm:t>
        <a:bodyPr/>
        <a:lstStyle/>
        <a:p>
          <a:endParaRPr lang="en-IN"/>
        </a:p>
      </dgm:t>
    </dgm:pt>
    <dgm:pt modelId="{80538838-A3C6-4AA4-9D70-444D94E89557}" type="pres">
      <dgm:prSet presAssocID="{77E27065-3D6F-4387-AC81-8BDE45EFB165}" presName="Name0" presStyleCnt="0">
        <dgm:presLayoutVars>
          <dgm:dir/>
          <dgm:animLvl val="lvl"/>
          <dgm:resizeHandles val="exact"/>
        </dgm:presLayoutVars>
      </dgm:prSet>
      <dgm:spPr/>
    </dgm:pt>
    <dgm:pt modelId="{16F68B0E-EF81-459A-8009-FD80718F1E0A}" type="pres">
      <dgm:prSet presAssocID="{3D30ECE9-A252-4686-A6BF-1BDE0F251D1A}" presName="composite" presStyleCnt="0"/>
      <dgm:spPr/>
    </dgm:pt>
    <dgm:pt modelId="{DAF25E5C-BC9C-4F2A-86CE-27CF975172F4}" type="pres">
      <dgm:prSet presAssocID="{3D30ECE9-A252-4686-A6BF-1BDE0F251D1A}" presName="parTx" presStyleLbl="alignNode1" presStyleIdx="0" presStyleCnt="3">
        <dgm:presLayoutVars>
          <dgm:chMax val="0"/>
          <dgm:chPref val="0"/>
          <dgm:bulletEnabled val="1"/>
        </dgm:presLayoutVars>
      </dgm:prSet>
      <dgm:spPr/>
    </dgm:pt>
    <dgm:pt modelId="{8978B765-1230-405A-B8FF-506208CF46EA}" type="pres">
      <dgm:prSet presAssocID="{3D30ECE9-A252-4686-A6BF-1BDE0F251D1A}" presName="desTx" presStyleLbl="alignAccFollowNode1" presStyleIdx="0" presStyleCnt="3">
        <dgm:presLayoutVars>
          <dgm:bulletEnabled val="1"/>
        </dgm:presLayoutVars>
      </dgm:prSet>
      <dgm:spPr/>
    </dgm:pt>
    <dgm:pt modelId="{2CE10D80-C541-47C6-9E70-94E7D159C831}" type="pres">
      <dgm:prSet presAssocID="{28F6AB98-1D42-49C2-B8AE-BBFEDD8CF835}" presName="space" presStyleCnt="0"/>
      <dgm:spPr/>
    </dgm:pt>
    <dgm:pt modelId="{D1ED955E-AC63-47E9-A11E-56570D24D524}" type="pres">
      <dgm:prSet presAssocID="{3C602DB9-A426-4FFD-90E6-3E19AAF7917A}" presName="composite" presStyleCnt="0"/>
      <dgm:spPr/>
    </dgm:pt>
    <dgm:pt modelId="{D4FA8046-EB3E-48C1-98EF-2942E00348C7}" type="pres">
      <dgm:prSet presAssocID="{3C602DB9-A426-4FFD-90E6-3E19AAF7917A}" presName="parTx" presStyleLbl="alignNode1" presStyleIdx="1" presStyleCnt="3">
        <dgm:presLayoutVars>
          <dgm:chMax val="0"/>
          <dgm:chPref val="0"/>
          <dgm:bulletEnabled val="1"/>
        </dgm:presLayoutVars>
      </dgm:prSet>
      <dgm:spPr/>
    </dgm:pt>
    <dgm:pt modelId="{39A74745-5578-492E-88F6-8CE55C0E3187}" type="pres">
      <dgm:prSet presAssocID="{3C602DB9-A426-4FFD-90E6-3E19AAF7917A}" presName="desTx" presStyleLbl="alignAccFollowNode1" presStyleIdx="1" presStyleCnt="3">
        <dgm:presLayoutVars>
          <dgm:bulletEnabled val="1"/>
        </dgm:presLayoutVars>
      </dgm:prSet>
      <dgm:spPr/>
    </dgm:pt>
    <dgm:pt modelId="{FD7DCF83-CB12-472E-8DFE-299C3C52CF74}" type="pres">
      <dgm:prSet presAssocID="{9E3E7D35-5769-4B5D-AD75-EE8BF47335CD}" presName="space" presStyleCnt="0"/>
      <dgm:spPr/>
    </dgm:pt>
    <dgm:pt modelId="{E3A613CD-CDE7-4EDB-ADD0-B22FDB526FEE}" type="pres">
      <dgm:prSet presAssocID="{0DA59C71-78A6-43A7-A48F-E615CFFCBAB0}" presName="composite" presStyleCnt="0"/>
      <dgm:spPr/>
    </dgm:pt>
    <dgm:pt modelId="{2EE987A6-3BAF-4BCF-A6AD-32F530EFA2E5}" type="pres">
      <dgm:prSet presAssocID="{0DA59C71-78A6-43A7-A48F-E615CFFCBAB0}" presName="parTx" presStyleLbl="alignNode1" presStyleIdx="2" presStyleCnt="3">
        <dgm:presLayoutVars>
          <dgm:chMax val="0"/>
          <dgm:chPref val="0"/>
          <dgm:bulletEnabled val="1"/>
        </dgm:presLayoutVars>
      </dgm:prSet>
      <dgm:spPr/>
    </dgm:pt>
    <dgm:pt modelId="{54851324-A452-4745-BA6E-A5534D256A16}" type="pres">
      <dgm:prSet presAssocID="{0DA59C71-78A6-43A7-A48F-E615CFFCBAB0}" presName="desTx" presStyleLbl="alignAccFollowNode1" presStyleIdx="2" presStyleCnt="3">
        <dgm:presLayoutVars>
          <dgm:bulletEnabled val="1"/>
        </dgm:presLayoutVars>
      </dgm:prSet>
      <dgm:spPr/>
    </dgm:pt>
  </dgm:ptLst>
  <dgm:cxnLst>
    <dgm:cxn modelId="{BF20E61D-005B-4C02-B579-E79E1B022122}" srcId="{3D30ECE9-A252-4686-A6BF-1BDE0F251D1A}" destId="{AE68B9E4-AEC5-4301-8AE6-E58CDD11502F}" srcOrd="1" destOrd="0" parTransId="{D8EB2FB5-A699-4162-8652-C634698E5F1A}" sibTransId="{A9640AF4-44A2-4C63-B3FC-F2493EEB4700}"/>
    <dgm:cxn modelId="{07075C1E-43F8-4A93-A08B-E29EA6820FB5}" srcId="{3C602DB9-A426-4FFD-90E6-3E19AAF7917A}" destId="{ECC49EAA-3E62-4B4B-9872-5E130AFC1F90}" srcOrd="1" destOrd="0" parTransId="{F0BF7BD9-20EA-4B4C-9011-6F0DC052A41C}" sibTransId="{34C38CFF-D5D7-44B5-9352-97B061162A81}"/>
    <dgm:cxn modelId="{D4F12F31-3105-4EB5-A372-0643B60B8850}" type="presOf" srcId="{62E2BF27-38C9-4CEC-A7CE-2BF9FCFF4060}" destId="{39A74745-5578-492E-88F6-8CE55C0E3187}" srcOrd="0" destOrd="2" presId="urn:microsoft.com/office/officeart/2005/8/layout/hList1"/>
    <dgm:cxn modelId="{C4AF4E33-F48E-4216-B00B-88876986DEBD}" type="presOf" srcId="{6D83B97F-1DA7-4BD9-A533-DFA14A0023E7}" destId="{8978B765-1230-405A-B8FF-506208CF46EA}" srcOrd="0" destOrd="2" presId="urn:microsoft.com/office/officeart/2005/8/layout/hList1"/>
    <dgm:cxn modelId="{D5E0845F-6904-472D-8226-F1C55D5C6C19}" srcId="{77E27065-3D6F-4387-AC81-8BDE45EFB165}" destId="{0DA59C71-78A6-43A7-A48F-E615CFFCBAB0}" srcOrd="2" destOrd="0" parTransId="{69713AC9-EC79-41AF-8FD3-0541054B196A}" sibTransId="{DF8F3F6E-9D78-4E10-BAA1-01C280DE72B2}"/>
    <dgm:cxn modelId="{C692B15F-A0D9-42DD-AF46-48732A18FF85}" srcId="{3D30ECE9-A252-4686-A6BF-1BDE0F251D1A}" destId="{6D83B97F-1DA7-4BD9-A533-DFA14A0023E7}" srcOrd="2" destOrd="0" parTransId="{7E2BB781-D2CF-482F-983B-BA607D1E6533}" sibTransId="{A1AFE289-27EA-4C63-9F45-74A175DDC43B}"/>
    <dgm:cxn modelId="{790F1660-37C0-44B5-B898-725716526E30}" type="presOf" srcId="{178432D2-AC4B-449D-AE6F-22D958E6E29C}" destId="{54851324-A452-4745-BA6E-A5534D256A16}" srcOrd="0" destOrd="0" presId="urn:microsoft.com/office/officeart/2005/8/layout/hList1"/>
    <dgm:cxn modelId="{F514F365-A975-40F9-AD2B-9550E89D20A5}" type="presOf" srcId="{254A343B-A06E-42D8-8310-4880357E8C92}" destId="{54851324-A452-4745-BA6E-A5534D256A16}" srcOrd="0" destOrd="1" presId="urn:microsoft.com/office/officeart/2005/8/layout/hList1"/>
    <dgm:cxn modelId="{5BC07C49-C737-4D72-A535-06D47A1654A0}" type="presOf" srcId="{3D30ECE9-A252-4686-A6BF-1BDE0F251D1A}" destId="{DAF25E5C-BC9C-4F2A-86CE-27CF975172F4}" srcOrd="0" destOrd="0" presId="urn:microsoft.com/office/officeart/2005/8/layout/hList1"/>
    <dgm:cxn modelId="{CD69D054-C9CB-46A7-BAAB-C659EC28FD9C}" type="presOf" srcId="{00AC90F4-A472-4F47-91A8-05F5BDAD38C4}" destId="{39A74745-5578-492E-88F6-8CE55C0E3187}" srcOrd="0" destOrd="0" presId="urn:microsoft.com/office/officeart/2005/8/layout/hList1"/>
    <dgm:cxn modelId="{2BF74975-83FD-4CB6-A4AB-284521C2AFE7}" srcId="{0DA59C71-78A6-43A7-A48F-E615CFFCBAB0}" destId="{254A343B-A06E-42D8-8310-4880357E8C92}" srcOrd="1" destOrd="0" parTransId="{D96255AE-2C0C-464B-8566-B195468F69A8}" sibTransId="{CDD7F008-1691-41CD-BBDE-6D14D1C6CC8A}"/>
    <dgm:cxn modelId="{CAA50179-B9C3-4BB4-8BE6-D22DD20DD91B}" srcId="{3D30ECE9-A252-4686-A6BF-1BDE0F251D1A}" destId="{1A075EFA-59EF-4318-9CB5-793FA46CD14D}" srcOrd="0" destOrd="0" parTransId="{6A8A3811-8247-4385-BB91-9A7D45D79118}" sibTransId="{90870994-AFBC-44FC-AB9A-13B1F4BF7157}"/>
    <dgm:cxn modelId="{9575AE89-4F0C-4A47-9A28-06ED9A455D81}" srcId="{77E27065-3D6F-4387-AC81-8BDE45EFB165}" destId="{3D30ECE9-A252-4686-A6BF-1BDE0F251D1A}" srcOrd="0" destOrd="0" parTransId="{C858C656-791E-41C7-A539-58FF2B33F1F6}" sibTransId="{28F6AB98-1D42-49C2-B8AE-BBFEDD8CF835}"/>
    <dgm:cxn modelId="{23453890-4347-4F33-9C54-62A51C5FAFFB}" type="presOf" srcId="{0DA59C71-78A6-43A7-A48F-E615CFFCBAB0}" destId="{2EE987A6-3BAF-4BCF-A6AD-32F530EFA2E5}" srcOrd="0" destOrd="0" presId="urn:microsoft.com/office/officeart/2005/8/layout/hList1"/>
    <dgm:cxn modelId="{5F6F7D90-2154-40F5-B236-7214C9C2D9D1}" type="presOf" srcId="{77E27065-3D6F-4387-AC81-8BDE45EFB165}" destId="{80538838-A3C6-4AA4-9D70-444D94E89557}" srcOrd="0" destOrd="0" presId="urn:microsoft.com/office/officeart/2005/8/layout/hList1"/>
    <dgm:cxn modelId="{50E20193-A4F8-44F5-B823-B795CE85B14B}" type="presOf" srcId="{3C602DB9-A426-4FFD-90E6-3E19AAF7917A}" destId="{D4FA8046-EB3E-48C1-98EF-2942E00348C7}" srcOrd="0" destOrd="0" presId="urn:microsoft.com/office/officeart/2005/8/layout/hList1"/>
    <dgm:cxn modelId="{3DF3E594-5035-433F-A91B-8491F3033461}" srcId="{0DA59C71-78A6-43A7-A48F-E615CFFCBAB0}" destId="{178432D2-AC4B-449D-AE6F-22D958E6E29C}" srcOrd="0" destOrd="0" parTransId="{63D5B647-D6BA-4D5E-A456-B7853E336A80}" sibTransId="{F95812A5-2810-47FC-8746-93F30D7DBEA2}"/>
    <dgm:cxn modelId="{61179CA6-61F5-4903-89E1-E6516D3AB683}" type="presOf" srcId="{1A075EFA-59EF-4318-9CB5-793FA46CD14D}" destId="{8978B765-1230-405A-B8FF-506208CF46EA}" srcOrd="0" destOrd="0" presId="urn:microsoft.com/office/officeart/2005/8/layout/hList1"/>
    <dgm:cxn modelId="{879A1AB9-8B9F-47E6-9496-B4ED88BE29C7}" srcId="{3C602DB9-A426-4FFD-90E6-3E19AAF7917A}" destId="{62E2BF27-38C9-4CEC-A7CE-2BF9FCFF4060}" srcOrd="2" destOrd="0" parTransId="{A1081E4C-F915-4E39-9FEB-DF8AC8CD14E1}" sibTransId="{01A06EFD-7DA9-43D4-ACD7-95230D781661}"/>
    <dgm:cxn modelId="{2D991ECF-B8E7-41ED-B735-3B7BDBF14F8D}" type="presOf" srcId="{AE68B9E4-AEC5-4301-8AE6-E58CDD11502F}" destId="{8978B765-1230-405A-B8FF-506208CF46EA}" srcOrd="0" destOrd="1" presId="urn:microsoft.com/office/officeart/2005/8/layout/hList1"/>
    <dgm:cxn modelId="{C50934D7-A703-4F29-B7FA-7EDF181309B8}" srcId="{77E27065-3D6F-4387-AC81-8BDE45EFB165}" destId="{3C602DB9-A426-4FFD-90E6-3E19AAF7917A}" srcOrd="1" destOrd="0" parTransId="{5299B9E7-9798-4D66-81EE-E0AFB1E73852}" sibTransId="{9E3E7D35-5769-4B5D-AD75-EE8BF47335CD}"/>
    <dgm:cxn modelId="{BB3CE2F5-3E9A-4E18-942F-AE72BCC0A084}" srcId="{3C602DB9-A426-4FFD-90E6-3E19AAF7917A}" destId="{00AC90F4-A472-4F47-91A8-05F5BDAD38C4}" srcOrd="0" destOrd="0" parTransId="{D55C979C-82C5-4274-91B6-EAD1246FB0B4}" sibTransId="{6EE8D0DD-AD92-485E-B16D-E907BDC9AAE5}"/>
    <dgm:cxn modelId="{6A6D50FA-D5DD-4C32-A4D0-B700BFAF5DFB}" type="presOf" srcId="{ECC49EAA-3E62-4B4B-9872-5E130AFC1F90}" destId="{39A74745-5578-492E-88F6-8CE55C0E3187}" srcOrd="0" destOrd="1" presId="urn:microsoft.com/office/officeart/2005/8/layout/hList1"/>
    <dgm:cxn modelId="{584A5217-D35C-4375-A645-C521705C6845}" type="presParOf" srcId="{80538838-A3C6-4AA4-9D70-444D94E89557}" destId="{16F68B0E-EF81-459A-8009-FD80718F1E0A}" srcOrd="0" destOrd="0" presId="urn:microsoft.com/office/officeart/2005/8/layout/hList1"/>
    <dgm:cxn modelId="{BC1A70B4-B40B-4659-A316-9828BD41F851}" type="presParOf" srcId="{16F68B0E-EF81-459A-8009-FD80718F1E0A}" destId="{DAF25E5C-BC9C-4F2A-86CE-27CF975172F4}" srcOrd="0" destOrd="0" presId="urn:microsoft.com/office/officeart/2005/8/layout/hList1"/>
    <dgm:cxn modelId="{80C35C38-AC12-4F89-9772-1237440E861A}" type="presParOf" srcId="{16F68B0E-EF81-459A-8009-FD80718F1E0A}" destId="{8978B765-1230-405A-B8FF-506208CF46EA}" srcOrd="1" destOrd="0" presId="urn:microsoft.com/office/officeart/2005/8/layout/hList1"/>
    <dgm:cxn modelId="{93D1DCE8-7417-40AD-8C93-939CE35ECD04}" type="presParOf" srcId="{80538838-A3C6-4AA4-9D70-444D94E89557}" destId="{2CE10D80-C541-47C6-9E70-94E7D159C831}" srcOrd="1" destOrd="0" presId="urn:microsoft.com/office/officeart/2005/8/layout/hList1"/>
    <dgm:cxn modelId="{9C950DCA-031F-4A53-8BC5-FBEFD05E66B1}" type="presParOf" srcId="{80538838-A3C6-4AA4-9D70-444D94E89557}" destId="{D1ED955E-AC63-47E9-A11E-56570D24D524}" srcOrd="2" destOrd="0" presId="urn:microsoft.com/office/officeart/2005/8/layout/hList1"/>
    <dgm:cxn modelId="{844ED280-2167-421F-AB05-BB355ABEF4B9}" type="presParOf" srcId="{D1ED955E-AC63-47E9-A11E-56570D24D524}" destId="{D4FA8046-EB3E-48C1-98EF-2942E00348C7}" srcOrd="0" destOrd="0" presId="urn:microsoft.com/office/officeart/2005/8/layout/hList1"/>
    <dgm:cxn modelId="{303646CE-ECFD-4258-90C1-6DC72F0D094E}" type="presParOf" srcId="{D1ED955E-AC63-47E9-A11E-56570D24D524}" destId="{39A74745-5578-492E-88F6-8CE55C0E3187}" srcOrd="1" destOrd="0" presId="urn:microsoft.com/office/officeart/2005/8/layout/hList1"/>
    <dgm:cxn modelId="{226E2428-6C17-4044-9BE1-83154173CA0C}" type="presParOf" srcId="{80538838-A3C6-4AA4-9D70-444D94E89557}" destId="{FD7DCF83-CB12-472E-8DFE-299C3C52CF74}" srcOrd="3" destOrd="0" presId="urn:microsoft.com/office/officeart/2005/8/layout/hList1"/>
    <dgm:cxn modelId="{38172830-ABD6-422A-AEFA-4A04664FCD90}" type="presParOf" srcId="{80538838-A3C6-4AA4-9D70-444D94E89557}" destId="{E3A613CD-CDE7-4EDB-ADD0-B22FDB526FEE}" srcOrd="4" destOrd="0" presId="urn:microsoft.com/office/officeart/2005/8/layout/hList1"/>
    <dgm:cxn modelId="{3CB07B07-B7EC-4C45-BF32-71DD8DFBE5CC}" type="presParOf" srcId="{E3A613CD-CDE7-4EDB-ADD0-B22FDB526FEE}" destId="{2EE987A6-3BAF-4BCF-A6AD-32F530EFA2E5}" srcOrd="0" destOrd="0" presId="urn:microsoft.com/office/officeart/2005/8/layout/hList1"/>
    <dgm:cxn modelId="{D46A70EB-1DBF-41EA-AF56-351739EA7414}" type="presParOf" srcId="{E3A613CD-CDE7-4EDB-ADD0-B22FDB526FEE}" destId="{54851324-A452-4745-BA6E-A5534D256A16}"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3251F6-B074-494F-A5A7-EFEB1329A93D}">
      <dsp:nvSpPr>
        <dsp:cNvPr id="0" name=""/>
        <dsp:cNvSpPr/>
      </dsp:nvSpPr>
      <dsp:spPr>
        <a:xfrm>
          <a:off x="2223750" y="1660070"/>
          <a:ext cx="2065396" cy="206539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1244600">
            <a:lnSpc>
              <a:spcPct val="90000"/>
            </a:lnSpc>
            <a:spcBef>
              <a:spcPct val="0"/>
            </a:spcBef>
            <a:spcAft>
              <a:spcPct val="35000"/>
            </a:spcAft>
            <a:buNone/>
          </a:pPr>
          <a:r>
            <a:rPr lang="en-US" sz="2800" kern="1200" dirty="0"/>
            <a:t>Diversity</a:t>
          </a:r>
          <a:endParaRPr lang="en-IN" sz="2800" kern="1200" dirty="0"/>
        </a:p>
      </dsp:txBody>
      <dsp:txXfrm>
        <a:off x="2526220" y="1962540"/>
        <a:ext cx="1460456" cy="1460456"/>
      </dsp:txXfrm>
    </dsp:sp>
    <dsp:sp modelId="{F9873013-01EC-48C7-A625-6F8517C49C9C}">
      <dsp:nvSpPr>
        <dsp:cNvPr id="0" name=""/>
        <dsp:cNvSpPr/>
      </dsp:nvSpPr>
      <dsp:spPr>
        <a:xfrm rot="12900000">
          <a:off x="822396" y="1274943"/>
          <a:ext cx="1659035" cy="588637"/>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03B342D-7434-4547-B3F8-92079D7197D7}">
      <dsp:nvSpPr>
        <dsp:cNvPr id="0" name=""/>
        <dsp:cNvSpPr/>
      </dsp:nvSpPr>
      <dsp:spPr>
        <a:xfrm>
          <a:off x="55482" y="628454"/>
          <a:ext cx="1833862" cy="930032"/>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1244600">
            <a:lnSpc>
              <a:spcPct val="90000"/>
            </a:lnSpc>
            <a:spcBef>
              <a:spcPct val="0"/>
            </a:spcBef>
            <a:spcAft>
              <a:spcPct val="35000"/>
            </a:spcAft>
            <a:buNone/>
          </a:pPr>
          <a:r>
            <a:rPr lang="en-US" sz="2800" kern="1200" dirty="0"/>
            <a:t>Migration</a:t>
          </a:r>
          <a:endParaRPr lang="en-IN" sz="3100" kern="1200" dirty="0"/>
        </a:p>
      </dsp:txBody>
      <dsp:txXfrm>
        <a:off x="82722" y="655694"/>
        <a:ext cx="1779382" cy="875552"/>
      </dsp:txXfrm>
    </dsp:sp>
    <dsp:sp modelId="{7AC973C6-F7C2-48E0-B89C-B8DEF20E202F}">
      <dsp:nvSpPr>
        <dsp:cNvPr id="0" name=""/>
        <dsp:cNvSpPr/>
      </dsp:nvSpPr>
      <dsp:spPr>
        <a:xfrm rot="19500000">
          <a:off x="4031463" y="1274943"/>
          <a:ext cx="1659035" cy="588637"/>
        </a:xfrm>
        <a:prstGeom prst="lef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C49BBE5-F0F2-4FF7-9DAD-AE8DC97850A2}">
      <dsp:nvSpPr>
        <dsp:cNvPr id="0" name=""/>
        <dsp:cNvSpPr/>
      </dsp:nvSpPr>
      <dsp:spPr>
        <a:xfrm>
          <a:off x="4592618" y="672845"/>
          <a:ext cx="1895727" cy="84124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6675" tIns="66675" rIns="66675" bIns="66675" numCol="1" spcCol="1270" anchor="ctr" anchorCtr="0">
          <a:noAutofit/>
        </a:bodyPr>
        <a:lstStyle/>
        <a:p>
          <a:pPr marL="0" lvl="0" indent="0" algn="ctr" defTabSz="1555750">
            <a:lnSpc>
              <a:spcPct val="90000"/>
            </a:lnSpc>
            <a:spcBef>
              <a:spcPct val="0"/>
            </a:spcBef>
            <a:spcAft>
              <a:spcPct val="35000"/>
            </a:spcAft>
            <a:buNone/>
          </a:pPr>
          <a:r>
            <a:rPr lang="en-US" sz="3500" kern="1200" dirty="0"/>
            <a:t>Isolation</a:t>
          </a:r>
          <a:endParaRPr lang="en-IN" sz="3500" kern="1200" dirty="0"/>
        </a:p>
      </dsp:txBody>
      <dsp:txXfrm>
        <a:off x="4617257" y="697484"/>
        <a:ext cx="1846449" cy="79197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97689E-DF22-4F48-8388-EE0A3183D1E3}">
      <dsp:nvSpPr>
        <dsp:cNvPr id="0" name=""/>
        <dsp:cNvSpPr/>
      </dsp:nvSpPr>
      <dsp:spPr>
        <a:xfrm>
          <a:off x="3807013" y="1908751"/>
          <a:ext cx="3080434" cy="162710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8740" tIns="78740" rIns="78740" bIns="78740" numCol="1" spcCol="1270" anchor="ctr" anchorCtr="0">
          <a:noAutofit/>
        </a:bodyPr>
        <a:lstStyle/>
        <a:p>
          <a:pPr marL="0" lvl="0" indent="0" algn="ctr" defTabSz="1377950">
            <a:lnSpc>
              <a:spcPct val="90000"/>
            </a:lnSpc>
            <a:spcBef>
              <a:spcPct val="0"/>
            </a:spcBef>
            <a:spcAft>
              <a:spcPct val="35000"/>
            </a:spcAft>
            <a:buNone/>
          </a:pPr>
          <a:r>
            <a:rPr lang="en-US" sz="3100" kern="1200" dirty="0"/>
            <a:t>Historic Reasons for Migration</a:t>
          </a:r>
          <a:endParaRPr lang="en-IN" sz="3100" kern="1200" dirty="0"/>
        </a:p>
      </dsp:txBody>
      <dsp:txXfrm>
        <a:off x="3886442" y="1988180"/>
        <a:ext cx="2921576" cy="1468246"/>
      </dsp:txXfrm>
    </dsp:sp>
    <dsp:sp modelId="{18E0C671-2783-4239-B09A-C0FA5219D85C}">
      <dsp:nvSpPr>
        <dsp:cNvPr id="0" name=""/>
        <dsp:cNvSpPr/>
      </dsp:nvSpPr>
      <dsp:spPr>
        <a:xfrm rot="16152264">
          <a:off x="4958486" y="1536510"/>
          <a:ext cx="744554" cy="0"/>
        </a:xfrm>
        <a:custGeom>
          <a:avLst/>
          <a:gdLst/>
          <a:ahLst/>
          <a:cxnLst/>
          <a:rect l="0" t="0" r="0" b="0"/>
          <a:pathLst>
            <a:path>
              <a:moveTo>
                <a:pt x="0" y="0"/>
              </a:moveTo>
              <a:lnTo>
                <a:pt x="744554" y="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DF6D6AB-5D0C-47A7-9043-1DC05838609D}">
      <dsp:nvSpPr>
        <dsp:cNvPr id="0" name=""/>
        <dsp:cNvSpPr/>
      </dsp:nvSpPr>
      <dsp:spPr>
        <a:xfrm>
          <a:off x="4275910" y="444893"/>
          <a:ext cx="2089379" cy="719374"/>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6360" tIns="86360" rIns="86360" bIns="86360" numCol="1" spcCol="1270" anchor="ctr" anchorCtr="0">
          <a:noAutofit/>
        </a:bodyPr>
        <a:lstStyle/>
        <a:p>
          <a:pPr marL="0" lvl="0" indent="0" algn="ctr" defTabSz="1511300">
            <a:lnSpc>
              <a:spcPct val="90000"/>
            </a:lnSpc>
            <a:spcBef>
              <a:spcPct val="0"/>
            </a:spcBef>
            <a:spcAft>
              <a:spcPct val="35000"/>
            </a:spcAft>
            <a:buNone/>
          </a:pPr>
          <a:r>
            <a:rPr lang="en-US" sz="3400" kern="1200" dirty="0"/>
            <a:t>Religion</a:t>
          </a:r>
          <a:endParaRPr lang="en-IN" sz="3400" kern="1200" dirty="0"/>
        </a:p>
      </dsp:txBody>
      <dsp:txXfrm>
        <a:off x="4311027" y="480010"/>
        <a:ext cx="2019145" cy="649140"/>
      </dsp:txXfrm>
    </dsp:sp>
    <dsp:sp modelId="{EA1088FF-017B-4921-A075-6CF39BCF2AE6}">
      <dsp:nvSpPr>
        <dsp:cNvPr id="0" name=""/>
        <dsp:cNvSpPr/>
      </dsp:nvSpPr>
      <dsp:spPr>
        <a:xfrm rot="21588255">
          <a:off x="6887444" y="2714936"/>
          <a:ext cx="1232185" cy="0"/>
        </a:xfrm>
        <a:custGeom>
          <a:avLst/>
          <a:gdLst/>
          <a:ahLst/>
          <a:cxnLst/>
          <a:rect l="0" t="0" r="0" b="0"/>
          <a:pathLst>
            <a:path>
              <a:moveTo>
                <a:pt x="0" y="0"/>
              </a:moveTo>
              <a:lnTo>
                <a:pt x="1232185" y="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3FCDE8D-63A2-4B67-9CCB-5EA9822DAF3F}">
      <dsp:nvSpPr>
        <dsp:cNvPr id="0" name=""/>
        <dsp:cNvSpPr/>
      </dsp:nvSpPr>
      <dsp:spPr>
        <a:xfrm>
          <a:off x="8119625" y="2325379"/>
          <a:ext cx="2047985" cy="76790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0" tIns="88900" rIns="88900" bIns="88900" numCol="1" spcCol="1270" anchor="ctr" anchorCtr="0">
          <a:noAutofit/>
        </a:bodyPr>
        <a:lstStyle/>
        <a:p>
          <a:pPr marL="0" lvl="0" indent="0" algn="ctr" defTabSz="1555750">
            <a:lnSpc>
              <a:spcPct val="90000"/>
            </a:lnSpc>
            <a:spcBef>
              <a:spcPct val="0"/>
            </a:spcBef>
            <a:spcAft>
              <a:spcPct val="35000"/>
            </a:spcAft>
            <a:buNone/>
          </a:pPr>
          <a:r>
            <a:rPr lang="en-US" sz="3500" kern="1200" dirty="0"/>
            <a:t>Trade</a:t>
          </a:r>
          <a:endParaRPr lang="en-IN" sz="3500" kern="1200" dirty="0"/>
        </a:p>
      </dsp:txBody>
      <dsp:txXfrm>
        <a:off x="8157111" y="2362865"/>
        <a:ext cx="1973013" cy="692936"/>
      </dsp:txXfrm>
    </dsp:sp>
    <dsp:sp modelId="{90C23FC7-6330-4961-B85B-E5388D252BE5}">
      <dsp:nvSpPr>
        <dsp:cNvPr id="0" name=""/>
        <dsp:cNvSpPr/>
      </dsp:nvSpPr>
      <dsp:spPr>
        <a:xfrm rot="5394951">
          <a:off x="4886275" y="3998685"/>
          <a:ext cx="925659" cy="0"/>
        </a:xfrm>
        <a:custGeom>
          <a:avLst/>
          <a:gdLst/>
          <a:ahLst/>
          <a:cxnLst/>
          <a:rect l="0" t="0" r="0" b="0"/>
          <a:pathLst>
            <a:path>
              <a:moveTo>
                <a:pt x="0" y="0"/>
              </a:moveTo>
              <a:lnTo>
                <a:pt x="925659" y="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EEBEE3B-FA18-407C-A679-0C53CD705DD1}">
      <dsp:nvSpPr>
        <dsp:cNvPr id="0" name=""/>
        <dsp:cNvSpPr/>
      </dsp:nvSpPr>
      <dsp:spPr>
        <a:xfrm>
          <a:off x="3956611" y="4461514"/>
          <a:ext cx="2787343" cy="677523"/>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1280" tIns="81280" rIns="81280" bIns="81280" numCol="1" spcCol="1270" anchor="ctr" anchorCtr="0">
          <a:noAutofit/>
        </a:bodyPr>
        <a:lstStyle/>
        <a:p>
          <a:pPr marL="0" lvl="0" indent="0" algn="ctr" defTabSz="1422400">
            <a:lnSpc>
              <a:spcPct val="90000"/>
            </a:lnSpc>
            <a:spcBef>
              <a:spcPct val="0"/>
            </a:spcBef>
            <a:spcAft>
              <a:spcPct val="35000"/>
            </a:spcAft>
            <a:buNone/>
          </a:pPr>
          <a:r>
            <a:rPr lang="en-US" sz="3200" kern="1200" dirty="0"/>
            <a:t>Warfare</a:t>
          </a:r>
          <a:endParaRPr lang="en-IN" sz="3200" kern="1200" dirty="0"/>
        </a:p>
      </dsp:txBody>
      <dsp:txXfrm>
        <a:off x="3989685" y="4494588"/>
        <a:ext cx="2721195" cy="611375"/>
      </dsp:txXfrm>
    </dsp:sp>
    <dsp:sp modelId="{528BEE39-CCE1-4E29-9C70-3E60BDE0C9F5}">
      <dsp:nvSpPr>
        <dsp:cNvPr id="0" name=""/>
        <dsp:cNvSpPr/>
      </dsp:nvSpPr>
      <dsp:spPr>
        <a:xfrm rot="10787742">
          <a:off x="3002404" y="2729230"/>
          <a:ext cx="804611" cy="0"/>
        </a:xfrm>
        <a:custGeom>
          <a:avLst/>
          <a:gdLst/>
          <a:ahLst/>
          <a:cxnLst/>
          <a:rect l="0" t="0" r="0" b="0"/>
          <a:pathLst>
            <a:path>
              <a:moveTo>
                <a:pt x="0" y="0"/>
              </a:moveTo>
              <a:lnTo>
                <a:pt x="804611" y="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DCE108D-36A6-480B-99D6-7D205007D051}">
      <dsp:nvSpPr>
        <dsp:cNvPr id="0" name=""/>
        <dsp:cNvSpPr/>
      </dsp:nvSpPr>
      <dsp:spPr>
        <a:xfrm>
          <a:off x="108424" y="2437240"/>
          <a:ext cx="2893982" cy="597167"/>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ctr" defTabSz="1244600">
            <a:lnSpc>
              <a:spcPct val="90000"/>
            </a:lnSpc>
            <a:spcBef>
              <a:spcPct val="0"/>
            </a:spcBef>
            <a:spcAft>
              <a:spcPct val="35000"/>
            </a:spcAft>
            <a:buNone/>
          </a:pPr>
          <a:r>
            <a:rPr lang="en-US" sz="2800" kern="1200" dirty="0"/>
            <a:t>Agriculture</a:t>
          </a:r>
          <a:endParaRPr lang="en-IN" sz="2800" kern="1200" dirty="0"/>
        </a:p>
      </dsp:txBody>
      <dsp:txXfrm>
        <a:off x="137575" y="2466391"/>
        <a:ext cx="2835680" cy="5388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F25E5C-BC9C-4F2A-86CE-27CF975172F4}">
      <dsp:nvSpPr>
        <dsp:cNvPr id="0" name=""/>
        <dsp:cNvSpPr/>
      </dsp:nvSpPr>
      <dsp:spPr>
        <a:xfrm>
          <a:off x="3143" y="109228"/>
          <a:ext cx="3064668" cy="518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Ratnagiri</a:t>
          </a:r>
          <a:endParaRPr lang="en-IN" sz="1800" kern="1200" dirty="0"/>
        </a:p>
      </dsp:txBody>
      <dsp:txXfrm>
        <a:off x="3143" y="109228"/>
        <a:ext cx="3064668" cy="518400"/>
      </dsp:txXfrm>
    </dsp:sp>
    <dsp:sp modelId="{8978B765-1230-405A-B8FF-506208CF46EA}">
      <dsp:nvSpPr>
        <dsp:cNvPr id="0" name=""/>
        <dsp:cNvSpPr/>
      </dsp:nvSpPr>
      <dsp:spPr>
        <a:xfrm>
          <a:off x="3143" y="627628"/>
          <a:ext cx="3064668" cy="311283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Males migrate to Mumbai</a:t>
          </a:r>
          <a:endParaRPr lang="en-IN" sz="1800" kern="1200" dirty="0"/>
        </a:p>
        <a:p>
          <a:pPr marL="171450" lvl="1" indent="-171450" algn="l" defTabSz="800100">
            <a:lnSpc>
              <a:spcPct val="90000"/>
            </a:lnSpc>
            <a:spcBef>
              <a:spcPct val="0"/>
            </a:spcBef>
            <a:spcAft>
              <a:spcPct val="15000"/>
            </a:spcAft>
            <a:buChar char="•"/>
          </a:pPr>
          <a:r>
            <a:rPr lang="en-US" sz="1800" kern="1200" dirty="0"/>
            <a:t>Maratha and Mahar Migrations</a:t>
          </a:r>
          <a:endParaRPr lang="en-IN" sz="1800" kern="1200" dirty="0"/>
        </a:p>
        <a:p>
          <a:pPr marL="171450" lvl="1" indent="-171450" algn="l" defTabSz="800100">
            <a:lnSpc>
              <a:spcPct val="90000"/>
            </a:lnSpc>
            <a:spcBef>
              <a:spcPct val="0"/>
            </a:spcBef>
            <a:spcAft>
              <a:spcPct val="15000"/>
            </a:spcAft>
            <a:buChar char="•"/>
          </a:pPr>
          <a:r>
            <a:rPr lang="en-US" sz="1800" kern="1200" dirty="0"/>
            <a:t>Nepali migrants handling mango cultivation</a:t>
          </a:r>
          <a:endParaRPr lang="en-IN" sz="1800" kern="1200" dirty="0"/>
        </a:p>
      </dsp:txBody>
      <dsp:txXfrm>
        <a:off x="3143" y="627628"/>
        <a:ext cx="3064668" cy="3112830"/>
      </dsp:txXfrm>
    </dsp:sp>
    <dsp:sp modelId="{D4FA8046-EB3E-48C1-98EF-2942E00348C7}">
      <dsp:nvSpPr>
        <dsp:cNvPr id="0" name=""/>
        <dsp:cNvSpPr/>
      </dsp:nvSpPr>
      <dsp:spPr>
        <a:xfrm>
          <a:off x="3496865" y="109228"/>
          <a:ext cx="3064668" cy="518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Udupi</a:t>
          </a:r>
          <a:endParaRPr lang="en-IN" sz="1800" kern="1200" dirty="0"/>
        </a:p>
      </dsp:txBody>
      <dsp:txXfrm>
        <a:off x="3496865" y="109228"/>
        <a:ext cx="3064668" cy="518400"/>
      </dsp:txXfrm>
    </dsp:sp>
    <dsp:sp modelId="{39A74745-5578-492E-88F6-8CE55C0E3187}">
      <dsp:nvSpPr>
        <dsp:cNvPr id="0" name=""/>
        <dsp:cNvSpPr/>
      </dsp:nvSpPr>
      <dsp:spPr>
        <a:xfrm>
          <a:off x="3496865" y="627628"/>
          <a:ext cx="3064668" cy="311283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Brahmins from Udupi, Karnataka</a:t>
          </a:r>
          <a:endParaRPr lang="en-IN" sz="1800" kern="1200" dirty="0"/>
        </a:p>
        <a:p>
          <a:pPr marL="171450" lvl="1" indent="-171450" algn="l" defTabSz="800100">
            <a:lnSpc>
              <a:spcPct val="90000"/>
            </a:lnSpc>
            <a:spcBef>
              <a:spcPct val="0"/>
            </a:spcBef>
            <a:spcAft>
              <a:spcPct val="15000"/>
            </a:spcAft>
            <a:buChar char="•"/>
          </a:pPr>
          <a:r>
            <a:rPr lang="en-US" sz="1800" kern="1200" dirty="0"/>
            <a:t>Pure-veg Udupi restaurants</a:t>
          </a:r>
          <a:endParaRPr lang="en-IN" sz="1800" kern="1200" dirty="0"/>
        </a:p>
        <a:p>
          <a:pPr marL="171450" lvl="1" indent="-171450" algn="l" defTabSz="800100">
            <a:lnSpc>
              <a:spcPct val="90000"/>
            </a:lnSpc>
            <a:spcBef>
              <a:spcPct val="0"/>
            </a:spcBef>
            <a:spcAft>
              <a:spcPct val="15000"/>
            </a:spcAft>
            <a:buChar char="•"/>
          </a:pPr>
          <a:r>
            <a:rPr lang="en-US" sz="1800" kern="1200" dirty="0"/>
            <a:t>Caste-based at first. Urban areas then started employing anyone else</a:t>
          </a:r>
          <a:endParaRPr lang="en-IN" sz="1800" kern="1200" dirty="0"/>
        </a:p>
      </dsp:txBody>
      <dsp:txXfrm>
        <a:off x="3496865" y="627628"/>
        <a:ext cx="3064668" cy="3112830"/>
      </dsp:txXfrm>
    </dsp:sp>
    <dsp:sp modelId="{2EE987A6-3BAF-4BCF-A6AD-32F530EFA2E5}">
      <dsp:nvSpPr>
        <dsp:cNvPr id="0" name=""/>
        <dsp:cNvSpPr/>
      </dsp:nvSpPr>
      <dsp:spPr>
        <a:xfrm>
          <a:off x="6990588" y="109228"/>
          <a:ext cx="3064668" cy="518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kern="1200" dirty="0"/>
            <a:t>Saran, Bihar</a:t>
          </a:r>
          <a:endParaRPr lang="en-IN" sz="1800" kern="1200" dirty="0"/>
        </a:p>
      </dsp:txBody>
      <dsp:txXfrm>
        <a:off x="6990588" y="109228"/>
        <a:ext cx="3064668" cy="518400"/>
      </dsp:txXfrm>
    </dsp:sp>
    <dsp:sp modelId="{54851324-A452-4745-BA6E-A5534D256A16}">
      <dsp:nvSpPr>
        <dsp:cNvPr id="0" name=""/>
        <dsp:cNvSpPr/>
      </dsp:nvSpPr>
      <dsp:spPr>
        <a:xfrm>
          <a:off x="6990588" y="627628"/>
          <a:ext cx="3064668" cy="311283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kern="1200" dirty="0"/>
            <a:t>Male migration to Bengal</a:t>
          </a:r>
          <a:endParaRPr lang="en-IN" sz="1800" kern="1200" dirty="0"/>
        </a:p>
        <a:p>
          <a:pPr marL="171450" lvl="1" indent="-171450" algn="l" defTabSz="800100">
            <a:lnSpc>
              <a:spcPct val="90000"/>
            </a:lnSpc>
            <a:spcBef>
              <a:spcPct val="0"/>
            </a:spcBef>
            <a:spcAft>
              <a:spcPct val="15000"/>
            </a:spcAft>
            <a:buChar char="•"/>
          </a:pPr>
          <a:r>
            <a:rPr lang="en-US" sz="1800" kern="1200" dirty="0"/>
            <a:t>Brahmins, </a:t>
          </a:r>
          <a:r>
            <a:rPr lang="en-US" sz="1800" kern="1200" dirty="0" err="1"/>
            <a:t>Rajputs</a:t>
          </a:r>
          <a:r>
            <a:rPr lang="en-US" sz="1800" kern="1200" dirty="0"/>
            <a:t>, </a:t>
          </a:r>
          <a:r>
            <a:rPr lang="en-US" sz="1800" kern="1200" dirty="0" err="1"/>
            <a:t>Ahirs</a:t>
          </a:r>
          <a:r>
            <a:rPr lang="en-US" sz="1800" kern="1200" dirty="0"/>
            <a:t>, </a:t>
          </a:r>
          <a:r>
            <a:rPr lang="en-US" sz="1800" kern="1200" dirty="0" err="1"/>
            <a:t>Koiris</a:t>
          </a:r>
          <a:r>
            <a:rPr lang="en-US" sz="1800" kern="1200" dirty="0"/>
            <a:t>, </a:t>
          </a:r>
          <a:r>
            <a:rPr lang="en-US" sz="1800" kern="1200" dirty="0" err="1"/>
            <a:t>Kurmis</a:t>
          </a:r>
          <a:r>
            <a:rPr lang="en-US" sz="1800" kern="1200" dirty="0"/>
            <a:t> and Chamars, Muslim, </a:t>
          </a:r>
          <a:r>
            <a:rPr lang="en-IN" sz="1800" kern="1200" dirty="0"/>
            <a:t>communities - </a:t>
          </a:r>
          <a:r>
            <a:rPr lang="en-US" sz="1800" kern="1200" dirty="0"/>
            <a:t>Agricultural labor</a:t>
          </a:r>
          <a:endParaRPr lang="en-IN" sz="1800" kern="1200" dirty="0"/>
        </a:p>
        <a:p>
          <a:pPr marL="171450" lvl="1" indent="-171450" algn="l" defTabSz="800100">
            <a:lnSpc>
              <a:spcPct val="90000"/>
            </a:lnSpc>
            <a:spcBef>
              <a:spcPct val="0"/>
            </a:spcBef>
            <a:spcAft>
              <a:spcPct val="15000"/>
            </a:spcAft>
            <a:buChar char="•"/>
          </a:pPr>
          <a:r>
            <a:rPr lang="en-US" sz="1800" kern="1200" dirty="0"/>
            <a:t>Opportunities in Western and Central India</a:t>
          </a:r>
          <a:endParaRPr lang="en-IN" sz="1800" kern="1200" dirty="0"/>
        </a:p>
        <a:p>
          <a:pPr marL="171450" lvl="1" indent="-171450" algn="l" defTabSz="800100">
            <a:lnSpc>
              <a:spcPct val="90000"/>
            </a:lnSpc>
            <a:spcBef>
              <a:spcPct val="0"/>
            </a:spcBef>
            <a:spcAft>
              <a:spcPct val="15000"/>
            </a:spcAft>
            <a:buChar char="•"/>
          </a:pPr>
          <a:r>
            <a:rPr lang="en-US" sz="1800" kern="1200" dirty="0"/>
            <a:t>Effect of low density in Bihar seen on socio-political scenario</a:t>
          </a:r>
          <a:endParaRPr lang="en-IN" sz="1800" kern="1200" dirty="0"/>
        </a:p>
      </dsp:txBody>
      <dsp:txXfrm>
        <a:off x="6990588" y="627628"/>
        <a:ext cx="3064668" cy="311283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F25E5C-BC9C-4F2A-86CE-27CF975172F4}">
      <dsp:nvSpPr>
        <dsp:cNvPr id="0" name=""/>
        <dsp:cNvSpPr/>
      </dsp:nvSpPr>
      <dsp:spPr>
        <a:xfrm>
          <a:off x="3143" y="104933"/>
          <a:ext cx="3064668" cy="662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kern="1200" dirty="0" err="1"/>
            <a:t>Ganjam</a:t>
          </a:r>
          <a:r>
            <a:rPr lang="en-US" sz="2300" kern="1200" dirty="0"/>
            <a:t>, Odisha</a:t>
          </a:r>
          <a:endParaRPr lang="en-IN" sz="2300" kern="1200" dirty="0"/>
        </a:p>
      </dsp:txBody>
      <dsp:txXfrm>
        <a:off x="3143" y="104933"/>
        <a:ext cx="3064668" cy="662400"/>
      </dsp:txXfrm>
    </dsp:sp>
    <dsp:sp modelId="{8978B765-1230-405A-B8FF-506208CF46EA}">
      <dsp:nvSpPr>
        <dsp:cNvPr id="0" name=""/>
        <dsp:cNvSpPr/>
      </dsp:nvSpPr>
      <dsp:spPr>
        <a:xfrm>
          <a:off x="3143" y="767333"/>
          <a:ext cx="3064668" cy="429453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Circular male migration due to cyclones in the hometown</a:t>
          </a:r>
          <a:endParaRPr lang="en-IN" sz="2300" kern="1200" dirty="0"/>
        </a:p>
        <a:p>
          <a:pPr marL="228600" lvl="1" indent="-228600" algn="l" defTabSz="1022350">
            <a:lnSpc>
              <a:spcPct val="90000"/>
            </a:lnSpc>
            <a:spcBef>
              <a:spcPct val="0"/>
            </a:spcBef>
            <a:spcAft>
              <a:spcPct val="15000"/>
            </a:spcAft>
            <a:buChar char="•"/>
          </a:pPr>
          <a:r>
            <a:rPr lang="en-US" sz="2300" kern="1200" dirty="0"/>
            <a:t>Agricultural work in Myanmar</a:t>
          </a:r>
          <a:endParaRPr lang="en-IN" sz="2300" kern="1200" dirty="0"/>
        </a:p>
        <a:p>
          <a:pPr marL="228600" lvl="1" indent="-228600" algn="l" defTabSz="1022350">
            <a:lnSpc>
              <a:spcPct val="90000"/>
            </a:lnSpc>
            <a:spcBef>
              <a:spcPct val="0"/>
            </a:spcBef>
            <a:spcAft>
              <a:spcPct val="15000"/>
            </a:spcAft>
            <a:buChar char="•"/>
          </a:pPr>
          <a:r>
            <a:rPr lang="en-US" sz="2300" kern="1200" dirty="0"/>
            <a:t>Textile work in Surat</a:t>
          </a:r>
          <a:endParaRPr lang="en-IN" sz="2300" kern="1200" dirty="0"/>
        </a:p>
      </dsp:txBody>
      <dsp:txXfrm>
        <a:off x="3143" y="767333"/>
        <a:ext cx="3064668" cy="4294536"/>
      </dsp:txXfrm>
    </dsp:sp>
    <dsp:sp modelId="{D4FA8046-EB3E-48C1-98EF-2942E00348C7}">
      <dsp:nvSpPr>
        <dsp:cNvPr id="0" name=""/>
        <dsp:cNvSpPr/>
      </dsp:nvSpPr>
      <dsp:spPr>
        <a:xfrm>
          <a:off x="3496865" y="104933"/>
          <a:ext cx="3064668" cy="662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kern="1200" dirty="0"/>
            <a:t>Coastal Migrations</a:t>
          </a:r>
          <a:endParaRPr lang="en-IN" sz="2300" kern="1200" dirty="0"/>
        </a:p>
      </dsp:txBody>
      <dsp:txXfrm>
        <a:off x="3496865" y="104933"/>
        <a:ext cx="3064668" cy="662400"/>
      </dsp:txXfrm>
    </dsp:sp>
    <dsp:sp modelId="{39A74745-5578-492E-88F6-8CE55C0E3187}">
      <dsp:nvSpPr>
        <dsp:cNvPr id="0" name=""/>
        <dsp:cNvSpPr/>
      </dsp:nvSpPr>
      <dsp:spPr>
        <a:xfrm>
          <a:off x="3496865" y="767333"/>
          <a:ext cx="3064668" cy="429453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Kerala to Gulf – oil and construction</a:t>
          </a:r>
          <a:endParaRPr lang="en-IN" sz="2300" kern="1200" dirty="0"/>
        </a:p>
        <a:p>
          <a:pPr marL="228600" lvl="1" indent="-228600" algn="l" defTabSz="1022350">
            <a:lnSpc>
              <a:spcPct val="90000"/>
            </a:lnSpc>
            <a:spcBef>
              <a:spcPct val="0"/>
            </a:spcBef>
            <a:spcAft>
              <a:spcPct val="15000"/>
            </a:spcAft>
            <a:buChar char="•"/>
          </a:pPr>
          <a:r>
            <a:rPr lang="en-US" sz="2300" kern="1200" dirty="0"/>
            <a:t>Tamil Nadu to S-East Asia – rubber, sugar, oil plantations</a:t>
          </a:r>
          <a:endParaRPr lang="en-IN" sz="2300" kern="1200" dirty="0"/>
        </a:p>
        <a:p>
          <a:pPr marL="228600" lvl="1" indent="-228600" algn="l" defTabSz="1022350">
            <a:lnSpc>
              <a:spcPct val="90000"/>
            </a:lnSpc>
            <a:spcBef>
              <a:spcPct val="0"/>
            </a:spcBef>
            <a:spcAft>
              <a:spcPct val="15000"/>
            </a:spcAft>
            <a:buChar char="•"/>
          </a:pPr>
          <a:r>
            <a:rPr lang="en-US" sz="2300" kern="1200" dirty="0"/>
            <a:t>Tamil Nadu to interiors of India – tea and coffee plantations</a:t>
          </a:r>
          <a:endParaRPr lang="en-IN" sz="2300" kern="1200" dirty="0"/>
        </a:p>
      </dsp:txBody>
      <dsp:txXfrm>
        <a:off x="3496865" y="767333"/>
        <a:ext cx="3064668" cy="4294536"/>
      </dsp:txXfrm>
    </dsp:sp>
    <dsp:sp modelId="{2EE987A6-3BAF-4BCF-A6AD-32F530EFA2E5}">
      <dsp:nvSpPr>
        <dsp:cNvPr id="0" name=""/>
        <dsp:cNvSpPr/>
      </dsp:nvSpPr>
      <dsp:spPr>
        <a:xfrm>
          <a:off x="6990588" y="104933"/>
          <a:ext cx="3064668" cy="662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marL="0" lvl="0" indent="0" algn="ctr" defTabSz="1022350">
            <a:lnSpc>
              <a:spcPct val="90000"/>
            </a:lnSpc>
            <a:spcBef>
              <a:spcPct val="0"/>
            </a:spcBef>
            <a:spcAft>
              <a:spcPct val="35000"/>
            </a:spcAft>
            <a:buNone/>
          </a:pPr>
          <a:r>
            <a:rPr lang="en-US" sz="2300" kern="1200" dirty="0"/>
            <a:t>Hinterlands</a:t>
          </a:r>
          <a:endParaRPr lang="en-IN" sz="2300" kern="1200" dirty="0"/>
        </a:p>
      </dsp:txBody>
      <dsp:txXfrm>
        <a:off x="6990588" y="104933"/>
        <a:ext cx="3064668" cy="662400"/>
      </dsp:txXfrm>
    </dsp:sp>
    <dsp:sp modelId="{54851324-A452-4745-BA6E-A5534D256A16}">
      <dsp:nvSpPr>
        <dsp:cNvPr id="0" name=""/>
        <dsp:cNvSpPr/>
      </dsp:nvSpPr>
      <dsp:spPr>
        <a:xfrm>
          <a:off x="6990588" y="767333"/>
          <a:ext cx="3064668" cy="4294536"/>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l" defTabSz="1022350">
            <a:lnSpc>
              <a:spcPct val="90000"/>
            </a:lnSpc>
            <a:spcBef>
              <a:spcPct val="0"/>
            </a:spcBef>
            <a:spcAft>
              <a:spcPct val="15000"/>
            </a:spcAft>
            <a:buChar char="•"/>
          </a:pPr>
          <a:r>
            <a:rPr lang="en-US" sz="2300" kern="1200" dirty="0"/>
            <a:t>Imp remittance based migrants: from UP, west Bihar, Jharkhand, Chhattisgarh, East Punjab, Himalayan belt</a:t>
          </a:r>
          <a:endParaRPr lang="en-IN" sz="2300" kern="1200" dirty="0"/>
        </a:p>
        <a:p>
          <a:pPr marL="228600" lvl="1" indent="-228600" algn="l" defTabSz="1022350">
            <a:lnSpc>
              <a:spcPct val="90000"/>
            </a:lnSpc>
            <a:spcBef>
              <a:spcPct val="0"/>
            </a:spcBef>
            <a:spcAft>
              <a:spcPct val="15000"/>
            </a:spcAft>
            <a:buChar char="•"/>
          </a:pPr>
          <a:r>
            <a:rPr lang="en-US" sz="2300" kern="1200" dirty="0"/>
            <a:t>Cities like Pune, Bengaluru, Hyderabad – only urban-urban migrations</a:t>
          </a:r>
          <a:endParaRPr lang="en-IN" sz="2300" kern="1200" dirty="0"/>
        </a:p>
      </dsp:txBody>
      <dsp:txXfrm>
        <a:off x="6990588" y="767333"/>
        <a:ext cx="3064668" cy="4294536"/>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E1CE300-F2D3-4383-87B1-5913DEAC23ED}" type="datetimeFigureOut">
              <a:rPr lang="en-IN" smtClean="0"/>
              <a:t>14-04-2023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1CB5D7-0543-41D1-A29B-0523CDC9639D}" type="slidenum">
              <a:rPr lang="en-IN" smtClean="0"/>
              <a:t>‹#›</a:t>
            </a:fld>
            <a:endParaRPr lang="en-IN"/>
          </a:p>
        </p:txBody>
      </p:sp>
    </p:spTree>
    <p:extLst>
      <p:ext uri="{BB962C8B-B14F-4D97-AF65-F5344CB8AC3E}">
        <p14:creationId xmlns:p14="http://schemas.microsoft.com/office/powerpoint/2010/main" val="119547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Aft>
                <a:spcPts val="8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The chapter opens with the claim that the </a:t>
            </a:r>
            <a:r>
              <a:rPr lang="en-US" sz="1800" b="1" dirty="0">
                <a:effectLst/>
                <a:latin typeface="Times New Roman" panose="02020603050405020304" pitchFamily="18" charset="0"/>
                <a:ea typeface="Calibri" panose="020F0502020204030204" pitchFamily="34" charset="0"/>
                <a:cs typeface="Mangal" panose="02040503050203030202" pitchFamily="18" charset="0"/>
              </a:rPr>
              <a:t>route to diversity in any region can follow two paths, </a:t>
            </a:r>
            <a:r>
              <a:rPr lang="en-IN" sz="1800" b="1" dirty="0">
                <a:effectLst/>
                <a:latin typeface="Times New Roman" panose="02020603050405020304" pitchFamily="18" charset="0"/>
                <a:ea typeface="Calibri" panose="020F0502020204030204" pitchFamily="34" charset="0"/>
                <a:cs typeface="Mangal" panose="02040503050203030202" pitchFamily="18" charset="0"/>
              </a:rPr>
              <a:t>one through migration and the other through isolation and the lack</a:t>
            </a:r>
            <a:r>
              <a:rPr lang="en-IN" sz="1800" b="1" i="1" dirty="0">
                <a:effectLst/>
                <a:latin typeface="Times New Roman" panose="02020603050405020304" pitchFamily="18" charset="0"/>
                <a:ea typeface="Calibri" panose="020F0502020204030204" pitchFamily="34" charset="0"/>
                <a:cs typeface="Mangal" panose="02040503050203030202" pitchFamily="18" charset="0"/>
              </a:rPr>
              <a:t> </a:t>
            </a:r>
            <a:r>
              <a:rPr lang="en-IN" sz="1800" b="1" dirty="0">
                <a:effectLst/>
                <a:latin typeface="Times New Roman" panose="02020603050405020304" pitchFamily="18" charset="0"/>
                <a:ea typeface="Calibri" panose="020F0502020204030204" pitchFamily="34" charset="0"/>
                <a:cs typeface="Mangal" panose="02040503050203030202" pitchFamily="18" charset="0"/>
              </a:rPr>
              <a:t>of migration</a:t>
            </a:r>
            <a:r>
              <a:rPr lang="en-IN" sz="1800" dirty="0">
                <a:effectLst/>
                <a:latin typeface="Times New Roman" panose="02020603050405020304" pitchFamily="18" charset="0"/>
                <a:ea typeface="Calibri" panose="020F0502020204030204" pitchFamily="34" charset="0"/>
                <a:cs typeface="Mangal" panose="02040503050203030202" pitchFamily="18" charset="0"/>
              </a:rPr>
              <a:t>. It was a common view that </a:t>
            </a:r>
            <a:r>
              <a:rPr lang="en-IN" sz="1800" b="1" dirty="0">
                <a:effectLst/>
                <a:latin typeface="Times New Roman" panose="02020603050405020304" pitchFamily="18" charset="0"/>
                <a:ea typeface="Calibri" panose="020F0502020204030204" pitchFamily="34" charset="0"/>
                <a:cs typeface="Mangal" panose="02040503050203030202" pitchFamily="18" charset="0"/>
              </a:rPr>
              <a:t>India was a land of low spatial mobility and only the occasional pilgrim, merchant or warrior on a mission would travel outside the self-sufficient villages. </a:t>
            </a:r>
            <a:r>
              <a:rPr lang="en-IN" sz="1800" dirty="0">
                <a:effectLst/>
                <a:latin typeface="Times New Roman" panose="02020603050405020304" pitchFamily="18" charset="0"/>
                <a:ea typeface="Calibri" panose="020F0502020204030204" pitchFamily="34" charset="0"/>
                <a:cs typeface="Mangal" panose="02040503050203030202" pitchFamily="18" charset="0"/>
              </a:rPr>
              <a:t>However, the author starkly questions this and refutes it by saying that “India witnessed some of the world’s largest episodes of voluntary and involuntary migration”. The first chapter of the book deals with the internal and external migration in India before the 19</a:t>
            </a:r>
            <a:r>
              <a:rPr lang="en-IN" sz="1800" baseline="30000" dirty="0">
                <a:effectLst/>
                <a:latin typeface="Times New Roman" panose="02020603050405020304" pitchFamily="18" charset="0"/>
                <a:ea typeface="Calibri" panose="020F0502020204030204" pitchFamily="34" charset="0"/>
                <a:cs typeface="Mangal" panose="02040503050203030202" pitchFamily="18" charset="0"/>
              </a:rPr>
              <a:t>th</a:t>
            </a:r>
            <a:r>
              <a:rPr lang="en-IN" sz="1800" dirty="0">
                <a:effectLst/>
                <a:latin typeface="Times New Roman" panose="02020603050405020304" pitchFamily="18" charset="0"/>
                <a:ea typeface="Calibri" panose="020F0502020204030204" pitchFamily="34" charset="0"/>
                <a:cs typeface="Mangal" panose="02040503050203030202" pitchFamily="18" charset="0"/>
              </a:rPr>
              <a:t> century. </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pPr>
              <a:lnSpc>
                <a:spcPct val="150000"/>
              </a:lnSpc>
              <a:spcAft>
                <a:spcPts val="800"/>
              </a:spcAft>
            </a:pPr>
            <a:r>
              <a:rPr lang="en-IN" sz="1800" dirty="0">
                <a:effectLst/>
                <a:latin typeface="Times New Roman" panose="02020603050405020304" pitchFamily="18" charset="0"/>
                <a:ea typeface="Calibri" panose="020F0502020204030204" pitchFamily="34" charset="0"/>
                <a:cs typeface="Mangal" panose="02040503050203030202" pitchFamily="18" charset="0"/>
              </a:rPr>
              <a:t> </a:t>
            </a:r>
            <a:endParaRPr lang="en-IN" sz="1800"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sp>
        <p:nvSpPr>
          <p:cNvPr id="4" name="Slide Number Placeholder 3"/>
          <p:cNvSpPr>
            <a:spLocks noGrp="1"/>
          </p:cNvSpPr>
          <p:nvPr>
            <p:ph type="sldNum" sz="quarter" idx="5"/>
          </p:nvPr>
        </p:nvSpPr>
        <p:spPr/>
        <p:txBody>
          <a:bodyPr/>
          <a:lstStyle/>
          <a:p>
            <a:fld id="{241CB5D7-0543-41D1-A29B-0523CDC9639D}" type="slidenum">
              <a:rPr lang="en-IN" smtClean="0"/>
              <a:t>1</a:t>
            </a:fld>
            <a:endParaRPr lang="en-IN"/>
          </a:p>
        </p:txBody>
      </p:sp>
    </p:spTree>
    <p:extLst>
      <p:ext uri="{BB962C8B-B14F-4D97-AF65-F5344CB8AC3E}">
        <p14:creationId xmlns:p14="http://schemas.microsoft.com/office/powerpoint/2010/main" val="7755444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Aft>
                <a:spcPts val="800"/>
              </a:spcAft>
            </a:pPr>
            <a:r>
              <a:rPr lang="en-US" sz="1800" dirty="0">
                <a:effectLst/>
                <a:latin typeface="Times New Roman" panose="02020603050405020304" pitchFamily="18" charset="0"/>
                <a:ea typeface="Calibri" panose="020F0502020204030204" pitchFamily="34" charset="0"/>
                <a:cs typeface="Mangal" panose="02040503050203030202" pitchFamily="18" charset="0"/>
              </a:rPr>
              <a:t>The chapter opens with the claim that the </a:t>
            </a:r>
            <a:r>
              <a:rPr lang="en-US" sz="1800" b="1" dirty="0">
                <a:effectLst/>
                <a:latin typeface="Times New Roman" panose="02020603050405020304" pitchFamily="18" charset="0"/>
                <a:ea typeface="Calibri" panose="020F0502020204030204" pitchFamily="34" charset="0"/>
                <a:cs typeface="Mangal" panose="02040503050203030202" pitchFamily="18" charset="0"/>
              </a:rPr>
              <a:t>route to diversity in any region can follow two paths, </a:t>
            </a:r>
            <a:r>
              <a:rPr lang="en-IN" sz="1800" b="1" dirty="0">
                <a:effectLst/>
                <a:latin typeface="Times New Roman" panose="02020603050405020304" pitchFamily="18" charset="0"/>
                <a:ea typeface="Calibri" panose="020F0502020204030204" pitchFamily="34" charset="0"/>
                <a:cs typeface="Mangal" panose="02040503050203030202" pitchFamily="18" charset="0"/>
              </a:rPr>
              <a:t>one through migration and the other through isolation and the lack</a:t>
            </a:r>
            <a:r>
              <a:rPr lang="en-IN" sz="1800" b="1" i="1" dirty="0">
                <a:effectLst/>
                <a:latin typeface="Times New Roman" panose="02020603050405020304" pitchFamily="18" charset="0"/>
                <a:ea typeface="Calibri" panose="020F0502020204030204" pitchFamily="34" charset="0"/>
                <a:cs typeface="Mangal" panose="02040503050203030202" pitchFamily="18" charset="0"/>
              </a:rPr>
              <a:t> </a:t>
            </a:r>
            <a:r>
              <a:rPr lang="en-IN" sz="1800" b="1" dirty="0">
                <a:effectLst/>
                <a:latin typeface="Times New Roman" panose="02020603050405020304" pitchFamily="18" charset="0"/>
                <a:ea typeface="Calibri" panose="020F0502020204030204" pitchFamily="34" charset="0"/>
                <a:cs typeface="Mangal" panose="02040503050203030202" pitchFamily="18" charset="0"/>
              </a:rPr>
              <a:t>of migration</a:t>
            </a:r>
            <a:r>
              <a:rPr lang="en-IN" sz="1800" dirty="0">
                <a:effectLst/>
                <a:latin typeface="Times New Roman" panose="02020603050405020304" pitchFamily="18" charset="0"/>
                <a:ea typeface="Calibri" panose="020F0502020204030204" pitchFamily="34" charset="0"/>
                <a:cs typeface="Mangal" panose="02040503050203030202" pitchFamily="18" charset="0"/>
              </a:rPr>
              <a:t>. It was a common view that </a:t>
            </a:r>
            <a:r>
              <a:rPr lang="en-IN" sz="1800" b="1" dirty="0">
                <a:effectLst/>
                <a:latin typeface="Times New Roman" panose="02020603050405020304" pitchFamily="18" charset="0"/>
                <a:ea typeface="Calibri" panose="020F0502020204030204" pitchFamily="34" charset="0"/>
                <a:cs typeface="Mangal" panose="02040503050203030202" pitchFamily="18" charset="0"/>
              </a:rPr>
              <a:t>India was a land of low spatial mobility and only the occasional pilgrim, merchant or warrior on a mission would travel outside the self-sufficient villages. </a:t>
            </a:r>
            <a:r>
              <a:rPr lang="en-IN" sz="1800" dirty="0">
                <a:effectLst/>
                <a:latin typeface="Times New Roman" panose="02020603050405020304" pitchFamily="18" charset="0"/>
                <a:ea typeface="Calibri" panose="020F0502020204030204" pitchFamily="34" charset="0"/>
                <a:cs typeface="Mangal" panose="02040503050203030202" pitchFamily="18" charset="0"/>
              </a:rPr>
              <a:t>However, the author starkly questions this and refutes it by saying that </a:t>
            </a:r>
            <a:r>
              <a:rPr lang="en-IN" sz="1800" b="1" dirty="0">
                <a:effectLst/>
                <a:latin typeface="Times New Roman" panose="02020603050405020304" pitchFamily="18" charset="0"/>
                <a:ea typeface="Calibri" panose="020F0502020204030204" pitchFamily="34" charset="0"/>
                <a:cs typeface="Mangal" panose="02040503050203030202" pitchFamily="18" charset="0"/>
              </a:rPr>
              <a:t>“India witnessed some of the world’s largest episodes of voluntary and involuntary migration”. The first chapter of the book deals with the internal and external migration in India before the 19</a:t>
            </a:r>
            <a:r>
              <a:rPr lang="en-IN" sz="1800" b="1" baseline="30000" dirty="0">
                <a:effectLst/>
                <a:latin typeface="Times New Roman" panose="02020603050405020304" pitchFamily="18" charset="0"/>
                <a:ea typeface="Calibri" panose="020F0502020204030204" pitchFamily="34" charset="0"/>
                <a:cs typeface="Mangal" panose="02040503050203030202" pitchFamily="18" charset="0"/>
              </a:rPr>
              <a:t>th</a:t>
            </a:r>
            <a:r>
              <a:rPr lang="en-IN" sz="1800" b="1" dirty="0">
                <a:effectLst/>
                <a:latin typeface="Times New Roman" panose="02020603050405020304" pitchFamily="18" charset="0"/>
                <a:ea typeface="Calibri" panose="020F0502020204030204" pitchFamily="34" charset="0"/>
                <a:cs typeface="Mangal" panose="02040503050203030202" pitchFamily="18" charset="0"/>
              </a:rPr>
              <a:t> century. </a:t>
            </a:r>
            <a:endParaRPr lang="en-IN" sz="1800" b="1" dirty="0">
              <a:effectLst/>
              <a:latin typeface="Calibri" panose="020F0502020204030204" pitchFamily="34" charset="0"/>
              <a:ea typeface="Calibri" panose="020F0502020204030204" pitchFamily="34" charset="0"/>
              <a:cs typeface="Mangal" panose="02040503050203030202" pitchFamily="18" charset="0"/>
            </a:endParaRPr>
          </a:p>
          <a:p>
            <a:pPr>
              <a:lnSpc>
                <a:spcPct val="150000"/>
              </a:lnSpc>
              <a:spcAft>
                <a:spcPts val="800"/>
              </a:spcAft>
            </a:pPr>
            <a:r>
              <a:rPr lang="en-IN" sz="1800" b="1" dirty="0">
                <a:effectLst/>
                <a:latin typeface="Times New Roman" panose="02020603050405020304" pitchFamily="18" charset="0"/>
                <a:ea typeface="Calibri" panose="020F0502020204030204" pitchFamily="34" charset="0"/>
                <a:cs typeface="Mangal" panose="02040503050203030202" pitchFamily="18" charset="0"/>
              </a:rPr>
              <a:t> </a:t>
            </a:r>
            <a:endParaRPr lang="en-IN" sz="1800" b="1" dirty="0">
              <a:effectLst/>
              <a:latin typeface="Calibri" panose="020F0502020204030204" pitchFamily="34" charset="0"/>
              <a:ea typeface="Calibri" panose="020F0502020204030204" pitchFamily="34" charset="0"/>
              <a:cs typeface="Mangal" panose="02040503050203030202" pitchFamily="18" charset="0"/>
            </a:endParaRPr>
          </a:p>
          <a:p>
            <a:endParaRPr lang="en-IN" dirty="0"/>
          </a:p>
        </p:txBody>
      </p:sp>
      <p:sp>
        <p:nvSpPr>
          <p:cNvPr id="4" name="Slide Number Placeholder 3"/>
          <p:cNvSpPr>
            <a:spLocks noGrp="1"/>
          </p:cNvSpPr>
          <p:nvPr>
            <p:ph type="sldNum" sz="quarter" idx="5"/>
          </p:nvPr>
        </p:nvSpPr>
        <p:spPr/>
        <p:txBody>
          <a:bodyPr/>
          <a:lstStyle/>
          <a:p>
            <a:fld id="{241CB5D7-0543-41D1-A29B-0523CDC9639D}" type="slidenum">
              <a:rPr lang="en-IN" smtClean="0"/>
              <a:t>3</a:t>
            </a:fld>
            <a:endParaRPr lang="en-IN"/>
          </a:p>
        </p:txBody>
      </p:sp>
    </p:spTree>
    <p:extLst>
      <p:ext uri="{BB962C8B-B14F-4D97-AF65-F5344CB8AC3E}">
        <p14:creationId xmlns:p14="http://schemas.microsoft.com/office/powerpoint/2010/main" val="427130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04DB13E-F722-4ED6-BB00-556651E95281}"/>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10" name="Rectangle 9"/>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7" name="Group 6">
            <a:extLst>
              <a:ext uri="{FF2B5EF4-FFF2-40B4-BE49-F238E27FC236}">
                <a16:creationId xmlns:a16="http://schemas.microsoft.com/office/drawing/2014/main" id="{E26428D7-C6F3-473D-A360-A3F5C3E8728C}"/>
              </a:ext>
            </a:extLst>
          </p:cNvPr>
          <p:cNvGrpSpPr/>
          <p:nvPr/>
        </p:nvGrpSpPr>
        <p:grpSpPr>
          <a:xfrm>
            <a:off x="5250180" y="1267730"/>
            <a:ext cx="1691640" cy="615934"/>
            <a:chOff x="5250180" y="1267730"/>
            <a:chExt cx="1691640" cy="615934"/>
          </a:xfrm>
        </p:grpSpPr>
        <p:cxnSp>
          <p:nvCxnSpPr>
            <p:cNvPr id="17" name="Straight Connector 16"/>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629103" y="2244830"/>
            <a:ext cx="8933796" cy="2437232"/>
          </a:xfrm>
        </p:spPr>
        <p:txBody>
          <a:bodyPr tIns="45720" bIns="45720" anchor="ctr">
            <a:normAutofit/>
          </a:bodyPr>
          <a:lstStyle>
            <a:lvl1pPr algn="ctr">
              <a:lnSpc>
                <a:spcPct val="83000"/>
              </a:lnSpc>
              <a:defRPr lang="en-US" sz="68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629101" y="4682062"/>
            <a:ext cx="8936846" cy="457201"/>
          </a:xfrm>
        </p:spPr>
        <p:txBody>
          <a:bodyPr>
            <a:normAutofit/>
          </a:bodyPr>
          <a:lstStyle>
            <a:lvl1pPr marL="0" indent="0" algn="ctr">
              <a:spcBef>
                <a:spcPts val="0"/>
              </a:spcBef>
              <a:buNone/>
              <a:defRPr sz="1800" spc="8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6"/>
            <a:ext cx="1554480" cy="485546"/>
          </a:xfrm>
        </p:spPr>
        <p:txBody>
          <a:bodyPr/>
          <a:lstStyle>
            <a:lvl1pPr algn="ctr">
              <a:defRPr sz="1300" spc="0" baseline="0">
                <a:solidFill>
                  <a:srgbClr val="FFFFFF"/>
                </a:solidFill>
                <a:latin typeface="+mn-lt"/>
              </a:defRPr>
            </a:lvl1pPr>
          </a:lstStyle>
          <a:p>
            <a:fld id="{EA0C0817-A112-4847-8014-A94B7D2A4EA3}" type="datetime1">
              <a:rPr lang="en-US" smtClean="0"/>
              <a:t>4/13/2023</a:t>
            </a:fld>
            <a:endParaRPr lang="en-US" dirty="0"/>
          </a:p>
        </p:txBody>
      </p:sp>
      <p:sp>
        <p:nvSpPr>
          <p:cNvPr id="21" name="Footer Placeholder 20"/>
          <p:cNvSpPr>
            <a:spLocks noGrp="1"/>
          </p:cNvSpPr>
          <p:nvPr>
            <p:ph type="ftr" sz="quarter" idx="11"/>
          </p:nvPr>
        </p:nvSpPr>
        <p:spPr>
          <a:xfrm>
            <a:off x="1629100" y="5177408"/>
            <a:ext cx="5730295" cy="228600"/>
          </a:xfrm>
        </p:spPr>
        <p:txBody>
          <a:bodyPr/>
          <a:lstStyle>
            <a:lvl1pPr algn="l">
              <a:defRPr>
                <a:solidFill>
                  <a:schemeClr val="tx1">
                    <a:lumMod val="85000"/>
                    <a:lumOff val="15000"/>
                  </a:schemeClr>
                </a:solidFill>
              </a:defRPr>
            </a:lvl1pPr>
          </a:lstStyle>
          <a:p>
            <a:endParaRPr lang="en-US" dirty="0"/>
          </a:p>
        </p:txBody>
      </p:sp>
      <p:sp>
        <p:nvSpPr>
          <p:cNvPr id="22" name="Slide Number Placeholder 21"/>
          <p:cNvSpPr>
            <a:spLocks noGrp="1"/>
          </p:cNvSpPr>
          <p:nvPr>
            <p:ph type="sldNum" sz="quarter" idx="12"/>
          </p:nvPr>
        </p:nvSpPr>
        <p:spPr>
          <a:xfrm>
            <a:off x="8606920" y="5177408"/>
            <a:ext cx="1955980"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41477701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32B432-ACDA-4023-A761-2BAB76577B62}" type="datetime1">
              <a:rPr lang="en-US" smtClean="0"/>
              <a:t>4/13/2023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153708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A4A1889-E37C-4EC3-9E41-9DAD221CF389}"/>
              </a:ext>
            </a:extLst>
          </p:cNvPr>
          <p:cNvSpPr/>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useBgFill="1">
        <p:nvSpPr>
          <p:cNvPr id="23" name="Rectangle 22"/>
          <p:cNvSpPr/>
          <p:nvPr/>
        </p:nvSpPr>
        <p:spPr>
          <a:xfrm>
            <a:off x="1307870" y="1267730"/>
            <a:ext cx="9576262" cy="4307950"/>
          </a:xfrm>
          <a:prstGeom prst="rect">
            <a:avLst/>
          </a:prstGeom>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629156" y="2275165"/>
            <a:ext cx="8933688" cy="2406895"/>
          </a:xfrm>
        </p:spPr>
        <p:txBody>
          <a:bodyPr anchor="ctr">
            <a:normAutofit/>
          </a:bodyPr>
          <a:lstStyle>
            <a:lvl1pPr algn="ctr">
              <a:lnSpc>
                <a:spcPct val="83000"/>
              </a:lnSpc>
              <a:defRPr lang="en-US" sz="68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grpSp>
        <p:nvGrpSpPr>
          <p:cNvPr id="16" name="Group 15">
            <a:extLst>
              <a:ext uri="{FF2B5EF4-FFF2-40B4-BE49-F238E27FC236}">
                <a16:creationId xmlns:a16="http://schemas.microsoft.com/office/drawing/2014/main" id="{1683EB04-C23E-490C-A1A6-030CF79D23C8}"/>
              </a:ext>
            </a:extLst>
          </p:cNvPr>
          <p:cNvGrpSpPr/>
          <p:nvPr/>
        </p:nvGrpSpPr>
        <p:grpSpPr>
          <a:xfrm>
            <a:off x="5250180" y="1267730"/>
            <a:ext cx="1691640" cy="615934"/>
            <a:chOff x="5250180" y="1267730"/>
            <a:chExt cx="1691640" cy="615934"/>
          </a:xfrm>
        </p:grpSpPr>
        <p:cxnSp>
          <p:nvCxnSpPr>
            <p:cNvPr id="17" name="Straight Connector 16">
              <a:extLst>
                <a:ext uri="{FF2B5EF4-FFF2-40B4-BE49-F238E27FC236}">
                  <a16:creationId xmlns:a16="http://schemas.microsoft.com/office/drawing/2014/main" id="{F8A84C03-E1CA-4A4E-81D6-9BB0C335B7A0}"/>
                </a:ext>
              </a:extLst>
            </p:cNvPr>
            <p:cNvCxnSpPr/>
            <p:nvPr/>
          </p:nvCxnSpPr>
          <p:spPr>
            <a:xfrm>
              <a:off x="525018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A26FB5A-D5D1-4DAB-AC43-7F51A7F2D197}"/>
                </a:ext>
              </a:extLst>
            </p:cNvPr>
            <p:cNvCxnSpPr/>
            <p:nvPr/>
          </p:nvCxnSpPr>
          <p:spPr>
            <a:xfrm>
              <a:off x="6941820" y="1267730"/>
              <a:ext cx="0" cy="612648"/>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9303F14-E560-4C02-94F4-B4695FE26813}"/>
                </a:ext>
              </a:extLst>
            </p:cNvPr>
            <p:cNvCxnSpPr/>
            <p:nvPr/>
          </p:nvCxnSpPr>
          <p:spPr>
            <a:xfrm>
              <a:off x="5250180" y="1883664"/>
              <a:ext cx="1691640" cy="0"/>
            </a:xfrm>
            <a:prstGeom prst="line">
              <a:avLst/>
            </a:prstGeom>
            <a:solidFill>
              <a:schemeClr val="tx1">
                <a:lumMod val="85000"/>
                <a:lumOff val="15000"/>
              </a:schemeClr>
            </a:solidFill>
            <a:ln>
              <a:solidFill>
                <a:srgbClr val="FFFFFF"/>
              </a:solidFill>
              <a:miter lim="800000"/>
            </a:ln>
          </p:spPr>
          <p:style>
            <a:lnRef idx="1">
              <a:schemeClr val="accent1"/>
            </a:lnRef>
            <a:fillRef idx="0">
              <a:schemeClr val="accent1"/>
            </a:fillRef>
            <a:effectRef idx="0">
              <a:schemeClr val="accent1"/>
            </a:effectRef>
            <a:fontRef idx="minor">
              <a:schemeClr val="tx1"/>
            </a:fontRef>
          </p:style>
        </p:cxnSp>
      </p:grpSp>
      <p:sp>
        <p:nvSpPr>
          <p:cNvPr id="3" name="Text Placeholder 2"/>
          <p:cNvSpPr>
            <a:spLocks noGrp="1"/>
          </p:cNvSpPr>
          <p:nvPr>
            <p:ph type="body" idx="1"/>
          </p:nvPr>
        </p:nvSpPr>
        <p:spPr>
          <a:xfrm>
            <a:off x="1629156" y="4682062"/>
            <a:ext cx="8939784" cy="457200"/>
          </a:xfrm>
        </p:spPr>
        <p:txBody>
          <a:bodyPr anchor="t">
            <a:normAutofit/>
          </a:bodyPr>
          <a:lstStyle>
            <a:lvl1pPr marL="0" indent="0" algn="ctr">
              <a:buNone/>
              <a:tabLst>
                <a:tab pos="2633663" algn="l"/>
              </a:tabLst>
              <a:defRPr sz="1800">
                <a:solidFill>
                  <a:schemeClr val="tx1">
                    <a:lumMod val="95000"/>
                    <a:lumOff val="5000"/>
                  </a:schemeClr>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18760" y="1344502"/>
            <a:ext cx="1554480" cy="498781"/>
          </a:xfrm>
        </p:spPr>
        <p:txBody>
          <a:bodyPr/>
          <a:lstStyle>
            <a:lvl1pPr algn="ctr">
              <a:defRPr lang="en-US" sz="1300" kern="1200" spc="0" baseline="0">
                <a:solidFill>
                  <a:srgbClr val="FFFFFF"/>
                </a:solidFill>
                <a:latin typeface="+mn-lt"/>
                <a:ea typeface="+mn-ea"/>
                <a:cs typeface="+mn-cs"/>
              </a:defRPr>
            </a:lvl1pPr>
          </a:lstStyle>
          <a:p>
            <a:fld id="{D9C646AA-F36E-4540-911D-FFFC0A0EF24A}" type="datetime1">
              <a:rPr lang="en-US" smtClean="0"/>
              <a:t>4/13/2023</a:t>
            </a:fld>
            <a:endParaRPr lang="en-US" dirty="0"/>
          </a:p>
        </p:txBody>
      </p:sp>
      <p:sp>
        <p:nvSpPr>
          <p:cNvPr id="5" name="Footer Placeholder 4"/>
          <p:cNvSpPr>
            <a:spLocks noGrp="1"/>
          </p:cNvSpPr>
          <p:nvPr>
            <p:ph type="ftr" sz="quarter" idx="11"/>
          </p:nvPr>
        </p:nvSpPr>
        <p:spPr>
          <a:xfrm>
            <a:off x="1629157" y="5177408"/>
            <a:ext cx="5660134" cy="228600"/>
          </a:xfrm>
        </p:spPr>
        <p:txBody>
          <a:bodyPr/>
          <a:lstStyle>
            <a:lvl1pPr algn="l">
              <a:defRPr>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12"/>
          </p:nvPr>
        </p:nvSpPr>
        <p:spPr>
          <a:xfrm>
            <a:off x="8604504" y="5177408"/>
            <a:ext cx="1958339" cy="22860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6060714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61760" y="2103120"/>
            <a:ext cx="466344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9186D26-FA5F-4637-B602-B7C2DC34CFD4}" type="datetime1">
              <a:rPr lang="en-US" smtClean="0"/>
              <a:t>4/13/2023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744672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663440" cy="640080"/>
          </a:xfrm>
        </p:spPr>
        <p:txBody>
          <a:bodyPr anchor="ctr">
            <a:normAutofit/>
          </a:bodyPr>
          <a:lstStyle>
            <a:lvl1pPr marL="0" indent="0" algn="l">
              <a:spcBef>
                <a:spcPts val="0"/>
              </a:spcBef>
              <a:buNone/>
              <a:defRPr sz="1900" b="1" i="0">
                <a:solidFill>
                  <a:schemeClr val="tx1"/>
                </a:solidFill>
                <a:latin typeface="+mn-lt"/>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92472"/>
            <a:ext cx="4663440" cy="3163825"/>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58712" y="2074334"/>
            <a:ext cx="4663440" cy="640080"/>
          </a:xfrm>
        </p:spPr>
        <p:txBody>
          <a:bodyPr anchor="ctr">
            <a:normAutofit/>
          </a:bodyPr>
          <a:lstStyle>
            <a:lvl1pPr marL="0" indent="0" algn="l">
              <a:spcBef>
                <a:spcPts val="0"/>
              </a:spcBef>
              <a:buNone/>
              <a:defRPr sz="1900" b="1">
                <a:solidFill>
                  <a:schemeClr val="tx1"/>
                </a:solidFill>
              </a:defRPr>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58712" y="2792471"/>
            <a:ext cx="4663440" cy="3164509"/>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A7F15D8-96D1-4781-BC50-CA8A088B2FE4}" type="datetime1">
              <a:rPr lang="en-US" smtClean="0"/>
              <a:t>4/13/2023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929960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96C99-B8F8-4528-BD05-0E16E943DC09}" type="datetime1">
              <a:rPr lang="en-US" smtClean="0"/>
              <a:t>4/13/2023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26674131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4/13/2023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907247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5E1BBF9-8BEF-4353-BA68-30AAF9EBD8D8}"/>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a:extLst>
              <a:ext uri="{FF2B5EF4-FFF2-40B4-BE49-F238E27FC236}">
                <a16:creationId xmlns:a16="http://schemas.microsoft.com/office/drawing/2014/main" id="{5B941C21-2A5D-4912-AB06-1BB0C0EB6AE1}"/>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58200" y="607392"/>
            <a:ext cx="3161963" cy="1645920"/>
          </a:xfrm>
        </p:spPr>
        <p:txBody>
          <a:bodyPr anchor="b">
            <a:normAutofit/>
          </a:bodyPr>
          <a:lstStyle>
            <a:lvl1pPr algn="l" defTabSz="914400" rtl="0" eaLnBrk="1" latinLnBrk="0" hangingPunct="1">
              <a:lnSpc>
                <a:spcPct val="100000"/>
              </a:lnSpc>
              <a:spcBef>
                <a:spcPct val="0"/>
              </a:spcBef>
              <a:buNone/>
              <a:defRPr lang="en-US" sz="3200" b="0" kern="1200" cap="none" spc="0" baseline="0" dirty="0">
                <a:solidFill>
                  <a:schemeClr val="tx1"/>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6858000" cy="5334000"/>
          </a:xfrm>
        </p:spPr>
        <p:txBody>
          <a:bodyPr/>
          <a:lstStyle>
            <a:lvl1pPr>
              <a:defRPr sz="19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58200" y="2336800"/>
            <a:ext cx="3161963" cy="3606800"/>
          </a:xfrm>
        </p:spPr>
        <p:txBody>
          <a:bodyPr>
            <a:normAutofit/>
          </a:bodyPr>
          <a:lstStyle>
            <a:lvl1pPr marL="0" indent="0">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a:xfrm>
            <a:off x="5588000" y="6035040"/>
            <a:ext cx="1955800" cy="365760"/>
          </a:xfrm>
        </p:spPr>
        <p:txBody>
          <a:bodyPr/>
          <a:lstStyle>
            <a:lvl1pPr>
              <a:defRPr>
                <a:solidFill>
                  <a:schemeClr val="tx1">
                    <a:lumMod val="85000"/>
                    <a:lumOff val="15000"/>
                  </a:schemeClr>
                </a:solidFill>
              </a:defRPr>
            </a:lvl1pPr>
          </a:lstStyle>
          <a:p>
            <a:fld id="{7E8D12A6-918A-48BD-8CB9-CA713993B0EA}" type="datetime1">
              <a:rPr lang="en-US" smtClean="0"/>
              <a:t>4/13/2023</a:t>
            </a:fld>
            <a:endParaRPr lang="en-US" dirty="0"/>
          </a:p>
        </p:txBody>
      </p:sp>
      <p:sp>
        <p:nvSpPr>
          <p:cNvPr id="9" name="Footer Placeholder 8"/>
          <p:cNvSpPr>
            <a:spLocks noGrp="1"/>
          </p:cNvSpPr>
          <p:nvPr>
            <p:ph type="ftr" sz="quarter" idx="11"/>
          </p:nvPr>
        </p:nvSpPr>
        <p:spPr>
          <a:xfrm>
            <a:off x="685801" y="6035040"/>
            <a:ext cx="4584700" cy="365760"/>
          </a:xfrm>
        </p:spPr>
        <p:txBody>
          <a:bodyPr/>
          <a:lstStyle>
            <a:lvl1pPr algn="l">
              <a:defRPr/>
            </a:lvl1pPr>
          </a:lstStyle>
          <a:p>
            <a:endParaRPr lang="en-US" dirty="0"/>
          </a:p>
        </p:txBody>
      </p:sp>
      <p:sp>
        <p:nvSpPr>
          <p:cNvPr id="11" name="Slide Number Placeholder 10"/>
          <p:cNvSpPr>
            <a:spLocks noGrp="1"/>
          </p:cNvSpPr>
          <p:nvPr>
            <p:ph type="sldNum" sz="quarter" idx="12"/>
          </p:nvPr>
        </p:nvSpPr>
        <p:spPr>
          <a:xfrm>
            <a:off x="10396728" y="6035040"/>
            <a:ext cx="1223435" cy="365760"/>
          </a:xfrm>
        </p:spPr>
        <p:txBody>
          <a:bodyPr/>
          <a:lstStyle>
            <a:lvl1pPr>
              <a:defRPr>
                <a:solidFill>
                  <a:schemeClr val="tx1">
                    <a:lumMod val="85000"/>
                    <a:lumOff val="1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24886021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687CA98-D9C7-497F-A1DA-7D22F8753BCE}"/>
              </a:ext>
            </a:extLst>
          </p:cNvPr>
          <p:cNvSpPr/>
          <p:nvPr/>
        </p:nvSpPr>
        <p:spPr>
          <a:xfrm>
            <a:off x="8119870" y="237744"/>
            <a:ext cx="3826596" cy="6382512"/>
          </a:xfrm>
          <a:prstGeom prst="rect">
            <a:avLst/>
          </a:prstGeom>
          <a:solidFill>
            <a:schemeClr val="bg1">
              <a:lumMod val="8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228599" y="237744"/>
            <a:ext cx="7696201"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5" name="Date Placeholder 4"/>
          <p:cNvSpPr>
            <a:spLocks noGrp="1"/>
          </p:cNvSpPr>
          <p:nvPr>
            <p:ph type="dt" sz="half" idx="10"/>
          </p:nvPr>
        </p:nvSpPr>
        <p:spPr>
          <a:xfrm>
            <a:off x="5662337" y="6035040"/>
            <a:ext cx="2071963" cy="365760"/>
          </a:xfrm>
        </p:spPr>
        <p:txBody>
          <a:bodyPr/>
          <a:lstStyle>
            <a:lvl1pPr>
              <a:defRPr b="1">
                <a:solidFill>
                  <a:srgbClr val="FFFFFF"/>
                </a:solidFill>
                <a:effectLst>
                  <a:outerShdw blurRad="19050" dist="6350" dir="2700000" algn="tl" rotWithShape="0">
                    <a:prstClr val="black">
                      <a:alpha val="40000"/>
                    </a:prstClr>
                  </a:outerShdw>
                </a:effectLst>
              </a:defRPr>
            </a:lvl1pPr>
          </a:lstStyle>
          <a:p>
            <a:fld id="{E778CE86-875F-4587-BCF6-FA054AFC0D53}" type="datetime1">
              <a:rPr lang="en-US" smtClean="0"/>
              <a:pPr/>
              <a:t>4/13/2023</a:t>
            </a:fld>
            <a:endParaRPr lang="en-US" dirty="0"/>
          </a:p>
        </p:txBody>
      </p:sp>
      <p:sp>
        <p:nvSpPr>
          <p:cNvPr id="6" name="Footer Placeholder 5"/>
          <p:cNvSpPr>
            <a:spLocks noGrp="1"/>
          </p:cNvSpPr>
          <p:nvPr>
            <p:ph type="ftr" sz="quarter" idx="11"/>
          </p:nvPr>
        </p:nvSpPr>
        <p:spPr>
          <a:xfrm>
            <a:off x="612648" y="6035040"/>
            <a:ext cx="4588002" cy="365760"/>
          </a:xfrm>
        </p:spPr>
        <p:txBody>
          <a:bodyPr/>
          <a:lstStyle>
            <a:lvl1pPr marL="0" algn="r" defTabSz="914400" rtl="0" eaLnBrk="1" latinLnBrk="0" hangingPunct="1">
              <a:defRPr lang="en-US" sz="1000" b="1" kern="1200" dirty="0">
                <a:solidFill>
                  <a:srgbClr val="FFFFFF"/>
                </a:solidFill>
                <a:effectLst>
                  <a:outerShdw blurRad="19050" dist="6350" dir="2700000" algn="tl" rotWithShape="0">
                    <a:prstClr val="black">
                      <a:alpha val="40000"/>
                    </a:prstClr>
                  </a:outerShdw>
                </a:effectLst>
                <a:latin typeface="+mn-lt"/>
                <a:ea typeface="+mn-ea"/>
                <a:cs typeface="+mn-cs"/>
              </a:defRPr>
            </a:lvl1pPr>
          </a:lstStyle>
          <a:p>
            <a:pPr algn="l"/>
            <a:endParaRPr lang="en-US" dirty="0"/>
          </a:p>
        </p:txBody>
      </p:sp>
      <p:sp>
        <p:nvSpPr>
          <p:cNvPr id="7" name="Slide Number Placeholder 6"/>
          <p:cNvSpPr>
            <a:spLocks noGrp="1"/>
          </p:cNvSpPr>
          <p:nvPr>
            <p:ph type="sldNum" sz="quarter" idx="12"/>
          </p:nvPr>
        </p:nvSpPr>
        <p:spPr>
          <a:xfrm>
            <a:off x="10396728" y="6035040"/>
            <a:ext cx="1225296" cy="365760"/>
          </a:xfrm>
        </p:spPr>
        <p:txBody>
          <a:bodyPr/>
          <a:lstStyle/>
          <a:p>
            <a:fld id="{34B7E4EF-A1BD-40F4-AB7B-04F084DD991D}" type="slidenum">
              <a:rPr lang="en-US" smtClean="0"/>
              <a:t>‹#›</a:t>
            </a:fld>
            <a:endParaRPr lang="en-US" dirty="0"/>
          </a:p>
        </p:txBody>
      </p:sp>
      <p:sp>
        <p:nvSpPr>
          <p:cNvPr id="12" name="Rectangle 11">
            <a:extLst>
              <a:ext uri="{FF2B5EF4-FFF2-40B4-BE49-F238E27FC236}">
                <a16:creationId xmlns:a16="http://schemas.microsoft.com/office/drawing/2014/main" id="{F8B3D8CC-BB13-41A5-8F34-B8E84A4F9534}"/>
              </a:ext>
            </a:extLst>
          </p:cNvPr>
          <p:cNvSpPr/>
          <p:nvPr/>
        </p:nvSpPr>
        <p:spPr>
          <a:xfrm>
            <a:off x="8254660" y="374904"/>
            <a:ext cx="3557016" cy="6108192"/>
          </a:xfrm>
          <a:prstGeom prst="rect">
            <a:avLst/>
          </a:prstGeom>
          <a:noFill/>
          <a:ln w="6350" cap="sq">
            <a:solidFill>
              <a:schemeClr val="tx1">
                <a:lumMod val="75000"/>
                <a:lumOff val="2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477250" y="603504"/>
            <a:ext cx="3144774" cy="1645920"/>
          </a:xfrm>
        </p:spPr>
        <p:txBody>
          <a:bodyPr anchor="b">
            <a:noAutofit/>
          </a:bodyPr>
          <a:lstStyle>
            <a:lvl1pPr algn="l">
              <a:lnSpc>
                <a:spcPct val="100000"/>
              </a:lnSpc>
              <a:defRPr sz="3200" b="0">
                <a:solidFill>
                  <a:schemeClr val="tx1"/>
                </a:solidFill>
                <a:latin typeface="+mj-lt"/>
              </a:defRPr>
            </a:lvl1pPr>
          </a:lstStyle>
          <a:p>
            <a:r>
              <a:rPr lang="en-US"/>
              <a:t>Click to edit Master title style</a:t>
            </a:r>
            <a:endParaRPr lang="en-US" dirty="0"/>
          </a:p>
        </p:txBody>
      </p:sp>
      <p:sp>
        <p:nvSpPr>
          <p:cNvPr id="4" name="Text Placeholder 3"/>
          <p:cNvSpPr>
            <a:spLocks noGrp="1"/>
          </p:cNvSpPr>
          <p:nvPr>
            <p:ph type="body" sz="half" idx="2"/>
          </p:nvPr>
        </p:nvSpPr>
        <p:spPr>
          <a:xfrm>
            <a:off x="8477250" y="2386584"/>
            <a:ext cx="3144774" cy="3511296"/>
          </a:xfrm>
        </p:spPr>
        <p:txBody>
          <a:bodyPr>
            <a:normAutofit/>
          </a:bodyPr>
          <a:lstStyle>
            <a:lvl1pPr marL="0" indent="0" algn="l">
              <a:lnSpc>
                <a:spcPct val="110000"/>
              </a:lnSpc>
              <a:spcBef>
                <a:spcPts val="800"/>
              </a:spcBef>
              <a:buNone/>
              <a:defRPr sz="1800">
                <a:solidFill>
                  <a:schemeClr val="tx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78223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34F40B7-36AB-4376-BE14-EF7004D79BB9}" type="datetime1">
              <a:rPr lang="en-US" smtClean="0"/>
              <a:t>4/13/2023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4023329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87CAB8-DCAE-46A5-AADA-B3FAD11A54E0}" type="datetime1">
              <a:rPr lang="en-US" smtClean="0"/>
              <a:t>4/13/2023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dirty="0"/>
          </a:p>
        </p:txBody>
      </p:sp>
    </p:spTree>
    <p:extLst>
      <p:ext uri="{BB962C8B-B14F-4D97-AF65-F5344CB8AC3E}">
        <p14:creationId xmlns:p14="http://schemas.microsoft.com/office/powerpoint/2010/main" val="1510073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E94681D-2A4C-4A8D-B9B5-31D440D0328D}"/>
              </a:ext>
            </a:extLst>
          </p:cNvPr>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p:cNvSpPr/>
          <p:nvPr/>
        </p:nvSpPr>
        <p:spPr>
          <a:xfrm>
            <a:off x="234696" y="237744"/>
            <a:ext cx="11722608" cy="6382512"/>
          </a:xfrm>
          <a:prstGeom prst="rect">
            <a:avLst/>
          </a:prstGeom>
          <a:solidFill>
            <a:schemeClr val="bg1">
              <a:lumMod val="75000"/>
              <a:alpha val="60000"/>
            </a:schemeClr>
          </a:solidFill>
          <a:ln w="6350" cap="flat" cmpd="sng" algn="ctr">
            <a:noFill/>
            <a:prstDash val="solid"/>
          </a:ln>
          <a:effectLst>
            <a:softEdge rad="0"/>
          </a:effectLst>
        </p:spPr>
      </p:sp>
      <p:sp>
        <p:nvSpPr>
          <p:cNvPr id="8" name="Rectangle 7"/>
          <p:cNvSpPr/>
          <p:nvPr/>
        </p:nvSpPr>
        <p:spPr>
          <a:xfrm>
            <a:off x="371856" y="374904"/>
            <a:ext cx="11448288" cy="6108192"/>
          </a:xfrm>
          <a:prstGeom prst="rect">
            <a:avLst/>
          </a:prstGeom>
          <a:noFill/>
          <a:ln w="6350" cap="sq" cmpd="sng" algn="ctr">
            <a:solidFill>
              <a:schemeClr val="tx1">
                <a:lumMod val="85000"/>
                <a:lumOff val="15000"/>
              </a:schemeClr>
            </a:solidFill>
            <a:prstDash val="solid"/>
            <a:miter lim="800000"/>
          </a:ln>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84962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56794" y="6035040"/>
            <a:ext cx="2893045"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F6FA2B21-3FCD-4721-B95C-427943F61125}" type="datetime1">
              <a:rPr lang="en-US" smtClean="0"/>
              <a:t>4/13/2023</a:t>
            </a:fld>
            <a:endParaRPr lang="en-US" dirty="0"/>
          </a:p>
        </p:txBody>
      </p:sp>
      <p:sp>
        <p:nvSpPr>
          <p:cNvPr id="5" name="Footer Placeholder 4"/>
          <p:cNvSpPr>
            <a:spLocks noGrp="1"/>
          </p:cNvSpPr>
          <p:nvPr>
            <p:ph type="ftr" sz="quarter" idx="3"/>
          </p:nvPr>
        </p:nvSpPr>
        <p:spPr>
          <a:xfrm>
            <a:off x="1066800" y="6035040"/>
            <a:ext cx="5816600" cy="365760"/>
          </a:xfrm>
          <a:prstGeom prst="rect">
            <a:avLst/>
          </a:prstGeom>
        </p:spPr>
        <p:txBody>
          <a:bodyPr vert="horz" lIns="91440" tIns="45720" rIns="91440" bIns="45720" rtlCol="0" anchor="b"/>
          <a:lstStyle>
            <a:lvl1pPr algn="l">
              <a:defRPr sz="800">
                <a:solidFill>
                  <a:schemeClr val="tx1">
                    <a:lumMod val="85000"/>
                    <a:lumOff val="15000"/>
                  </a:schemeClr>
                </a:solidFill>
              </a:defRPr>
            </a:lvl1pPr>
          </a:lstStyle>
          <a:p>
            <a:endParaRPr lang="en-US" dirty="0"/>
          </a:p>
        </p:txBody>
      </p:sp>
      <p:sp>
        <p:nvSpPr>
          <p:cNvPr id="6" name="Slide Number Placeholder 5"/>
          <p:cNvSpPr>
            <a:spLocks noGrp="1"/>
          </p:cNvSpPr>
          <p:nvPr>
            <p:ph type="sldNum" sz="quarter" idx="4"/>
          </p:nvPr>
        </p:nvSpPr>
        <p:spPr>
          <a:xfrm>
            <a:off x="10287000" y="6035040"/>
            <a:ext cx="838200" cy="365760"/>
          </a:xfrm>
          <a:prstGeom prst="rect">
            <a:avLst/>
          </a:prstGeom>
        </p:spPr>
        <p:txBody>
          <a:bodyPr vert="horz" lIns="91440" tIns="45720" rIns="91440" bIns="45720" rtlCol="0" anchor="b"/>
          <a:lstStyle>
            <a:lvl1pPr algn="r">
              <a:defRPr sz="800">
                <a:solidFill>
                  <a:schemeClr val="tx1">
                    <a:lumMod val="75000"/>
                    <a:lumOff val="25000"/>
                  </a:schemeClr>
                </a:solidFill>
              </a:defRPr>
            </a:lvl1pPr>
          </a:lstStyle>
          <a:p>
            <a:fld id="{34B7E4EF-A1BD-40F4-AB7B-04F084DD991D}" type="slidenum">
              <a:rPr lang="en-US" smtClean="0"/>
              <a:t>‹#›</a:t>
            </a:fld>
            <a:endParaRPr lang="en-US" dirty="0"/>
          </a:p>
        </p:txBody>
      </p:sp>
    </p:spTree>
    <p:extLst>
      <p:ext uri="{BB962C8B-B14F-4D97-AF65-F5344CB8AC3E}">
        <p14:creationId xmlns:p14="http://schemas.microsoft.com/office/powerpoint/2010/main" val="381157763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65" r:id="rId5"/>
    <p:sldLayoutId id="2147483671" r:id="rId6"/>
    <p:sldLayoutId id="2147483672" r:id="rId7"/>
    <p:sldLayoutId id="2147483662" r:id="rId8"/>
    <p:sldLayoutId id="2147483663" r:id="rId9"/>
    <p:sldLayoutId id="2147483664" r:id="rId10"/>
    <p:sldLayoutId id="2147483666" r:id="rId11"/>
  </p:sldLayoutIdLst>
  <p:hf sldNum="0" hdr="0" ftr="0" dt="0"/>
  <p:txStyles>
    <p:titleStyle>
      <a:lvl1pPr algn="l" defTabSz="914400" rtl="0" eaLnBrk="1" latinLnBrk="0" hangingPunct="1">
        <a:lnSpc>
          <a:spcPct val="90000"/>
        </a:lnSpc>
        <a:spcBef>
          <a:spcPct val="0"/>
        </a:spcBef>
        <a:buNone/>
        <a:defRPr lang="en-US" sz="4000" i="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bstract image">
            <a:extLst>
              <a:ext uri="{FF2B5EF4-FFF2-40B4-BE49-F238E27FC236}">
                <a16:creationId xmlns:a16="http://schemas.microsoft.com/office/drawing/2014/main" id="{6D3BA21E-E6C8-4E14-8E53-C5DF567E9DFF}"/>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20" y="10"/>
            <a:ext cx="12191979" cy="6857990"/>
          </a:xfrm>
          <a:prstGeom prst="rect">
            <a:avLst/>
          </a:prstGeom>
        </p:spPr>
      </p:pic>
      <p:sp>
        <p:nvSpPr>
          <p:cNvPr id="64" name="Rectangle 59">
            <a:extLst>
              <a:ext uri="{FF2B5EF4-FFF2-40B4-BE49-F238E27FC236}">
                <a16:creationId xmlns:a16="http://schemas.microsoft.com/office/drawing/2014/main" id="{2644B391-9BFE-445C-A9EC-F544BB85FB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37329" y="1808532"/>
            <a:ext cx="5452527" cy="3240936"/>
          </a:xfrm>
          <a:prstGeom prst="rect">
            <a:avLst/>
          </a:prstGeom>
          <a:solidFill>
            <a:schemeClr val="bg1">
              <a:lumMod val="75000"/>
              <a:lumOff val="25000"/>
            </a:schemeClr>
          </a:solidFill>
          <a:ln w="6350" cap="sq" cmpd="sng" algn="ctr">
            <a:noFill/>
            <a:prstDash val="solid"/>
            <a:miter lim="800000"/>
          </a:ln>
          <a:effectLst/>
        </p:spPr>
      </p:sp>
      <p:sp>
        <p:nvSpPr>
          <p:cNvPr id="65" name="Rectangle 61">
            <a:extLst>
              <a:ext uri="{FF2B5EF4-FFF2-40B4-BE49-F238E27FC236}">
                <a16:creationId xmlns:a16="http://schemas.microsoft.com/office/drawing/2014/main" id="{80F26E69-87D9-4655-AE7B-280A87AA3C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3272" y="1975104"/>
            <a:ext cx="5120640" cy="2907792"/>
          </a:xfrm>
          <a:prstGeom prst="rect">
            <a:avLst/>
          </a:prstGeom>
          <a:noFill/>
          <a:ln w="6350" cap="sq" cmpd="sng" algn="ctr">
            <a:solidFill>
              <a:schemeClr val="tx1"/>
            </a:solidFill>
            <a:prstDash val="solid"/>
            <a:miter lim="800000"/>
          </a:ln>
          <a:effectLst>
            <a:softEdge rad="0"/>
          </a:effectLst>
        </p:spPr>
      </p:sp>
      <p:sp>
        <p:nvSpPr>
          <p:cNvPr id="2" name="Title 1">
            <a:extLst>
              <a:ext uri="{FF2B5EF4-FFF2-40B4-BE49-F238E27FC236}">
                <a16:creationId xmlns:a16="http://schemas.microsoft.com/office/drawing/2014/main" id="{18C3B467-088C-4F3D-A9A7-105C4E1E20CD}"/>
              </a:ext>
            </a:extLst>
          </p:cNvPr>
          <p:cNvSpPr>
            <a:spLocks noGrp="1"/>
          </p:cNvSpPr>
          <p:nvPr>
            <p:ph type="ctrTitle"/>
          </p:nvPr>
        </p:nvSpPr>
        <p:spPr>
          <a:xfrm>
            <a:off x="1276055" y="2350017"/>
            <a:ext cx="4775075" cy="1630906"/>
          </a:xfrm>
        </p:spPr>
        <p:txBody>
          <a:bodyPr>
            <a:normAutofit/>
          </a:bodyPr>
          <a:lstStyle/>
          <a:p>
            <a:r>
              <a:rPr lang="en-US" sz="4400" dirty="0">
                <a:solidFill>
                  <a:schemeClr val="tx1"/>
                </a:solidFill>
              </a:rPr>
              <a:t>India Moving</a:t>
            </a:r>
          </a:p>
        </p:txBody>
      </p:sp>
      <p:sp>
        <p:nvSpPr>
          <p:cNvPr id="3" name="Subtitle 2">
            <a:extLst>
              <a:ext uri="{FF2B5EF4-FFF2-40B4-BE49-F238E27FC236}">
                <a16:creationId xmlns:a16="http://schemas.microsoft.com/office/drawing/2014/main" id="{C8722DDC-8EEE-4A06-8DFE-B44871EAA2CF}"/>
              </a:ext>
            </a:extLst>
          </p:cNvPr>
          <p:cNvSpPr>
            <a:spLocks noGrp="1"/>
          </p:cNvSpPr>
          <p:nvPr>
            <p:ph type="subTitle" idx="1"/>
          </p:nvPr>
        </p:nvSpPr>
        <p:spPr>
          <a:xfrm>
            <a:off x="1276054" y="3486025"/>
            <a:ext cx="4775075" cy="559656"/>
          </a:xfrm>
        </p:spPr>
        <p:txBody>
          <a:bodyPr>
            <a:normAutofit/>
          </a:bodyPr>
          <a:lstStyle/>
          <a:p>
            <a:r>
              <a:rPr lang="en-US" dirty="0">
                <a:solidFill>
                  <a:schemeClr val="tx1"/>
                </a:solidFill>
              </a:rPr>
              <a:t>Summary: Chapters 1 &amp; 2</a:t>
            </a:r>
          </a:p>
        </p:txBody>
      </p:sp>
      <p:sp>
        <p:nvSpPr>
          <p:cNvPr id="7" name="Subtitle 2">
            <a:extLst>
              <a:ext uri="{FF2B5EF4-FFF2-40B4-BE49-F238E27FC236}">
                <a16:creationId xmlns:a16="http://schemas.microsoft.com/office/drawing/2014/main" id="{1574385F-1D59-40F4-8B0D-FD7A972EFCDC}"/>
              </a:ext>
            </a:extLst>
          </p:cNvPr>
          <p:cNvSpPr txBox="1">
            <a:spLocks/>
          </p:cNvSpPr>
          <p:nvPr/>
        </p:nvSpPr>
        <p:spPr>
          <a:xfrm>
            <a:off x="5584438" y="5673906"/>
            <a:ext cx="4775075" cy="559656"/>
          </a:xfrm>
          <a:prstGeom prst="rect">
            <a:avLst/>
          </a:prstGeom>
        </p:spPr>
        <p:txBody>
          <a:bodyPr vert="horz" lIns="91440" tIns="45720" rIns="91440" bIns="45720" rtlCol="0">
            <a:normAutofit/>
          </a:bodyPr>
          <a:lstStyle>
            <a:lvl1pPr marL="0" indent="0" algn="ctr" defTabSz="914400" rtl="0" eaLnBrk="1" latinLnBrk="0" hangingPunct="1">
              <a:lnSpc>
                <a:spcPct val="110000"/>
              </a:lnSpc>
              <a:spcBef>
                <a:spcPts val="0"/>
              </a:spcBef>
              <a:spcAft>
                <a:spcPts val="0"/>
              </a:spcAft>
              <a:buClr>
                <a:schemeClr val="tx1">
                  <a:lumMod val="85000"/>
                  <a:lumOff val="15000"/>
                </a:schemeClr>
              </a:buClr>
              <a:buFont typeface="Garamond" pitchFamily="18" charset="0"/>
              <a:buNone/>
              <a:defRPr sz="1800" kern="1200" spc="80" baseline="0">
                <a:solidFill>
                  <a:schemeClr val="tx1">
                    <a:lumMod val="95000"/>
                    <a:lumOff val="5000"/>
                  </a:schemeClr>
                </a:solidFill>
                <a:latin typeface="+mn-lt"/>
                <a:ea typeface="+mn-ea"/>
                <a:cs typeface="+mn-cs"/>
              </a:defRPr>
            </a:lvl1pPr>
            <a:lvl2pPr marL="457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5pPr>
            <a:lvl6pPr marL="22860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8pPr>
            <a:lvl9pPr marL="3657600" indent="0" algn="ctr" defTabSz="914400" rtl="0" eaLnBrk="1" latinLnBrk="0" hangingPunct="1">
              <a:lnSpc>
                <a:spcPct val="100000"/>
              </a:lnSpc>
              <a:spcBef>
                <a:spcPts val="500"/>
              </a:spcBef>
              <a:buClr>
                <a:schemeClr val="tx1">
                  <a:lumMod val="85000"/>
                  <a:lumOff val="15000"/>
                </a:schemeClr>
              </a:buClr>
              <a:buFont typeface="Garamond" pitchFamily="18" charset="0"/>
              <a:buNone/>
              <a:defRPr sz="1600" kern="1200">
                <a:solidFill>
                  <a:schemeClr val="tx1"/>
                </a:solidFill>
                <a:latin typeface="+mn-lt"/>
                <a:ea typeface="+mn-ea"/>
                <a:cs typeface="+mn-cs"/>
              </a:defRPr>
            </a:lvl9pPr>
          </a:lstStyle>
          <a:p>
            <a:r>
              <a:rPr lang="en-US" dirty="0">
                <a:solidFill>
                  <a:schemeClr val="accent6">
                    <a:lumMod val="75000"/>
                  </a:schemeClr>
                </a:solidFill>
                <a:highlight>
                  <a:srgbClr val="FFFF00"/>
                </a:highlight>
              </a:rPr>
              <a:t>- Abhishek Dixit</a:t>
            </a:r>
          </a:p>
        </p:txBody>
      </p:sp>
    </p:spTree>
    <p:extLst>
      <p:ext uri="{BB962C8B-B14F-4D97-AF65-F5344CB8AC3E}">
        <p14:creationId xmlns:p14="http://schemas.microsoft.com/office/powerpoint/2010/main" val="1736693185"/>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bstract image">
            <a:extLst>
              <a:ext uri="{FF2B5EF4-FFF2-40B4-BE49-F238E27FC236}">
                <a16:creationId xmlns:a16="http://schemas.microsoft.com/office/drawing/2014/main" id="{5C002EE5-E4FF-463C-8DAA-9AC0B6D407FF}"/>
              </a:ext>
            </a:extLst>
          </p:cNvPr>
          <p:cNvPicPr>
            <a:picLocks noChangeAspect="1"/>
          </p:cNvPicPr>
          <p:nvPr/>
        </p:nvPicPr>
        <p:blipFill rotWithShape="1">
          <a:blip r:embed="rId2">
            <a:extLst>
              <a:ext uri="{28A0092B-C50C-407E-A947-70E740481C1C}">
                <a14:useLocalDpi xmlns:a14="http://schemas.microsoft.com/office/drawing/2010/main" val="0"/>
              </a:ext>
            </a:extLst>
          </a:blip>
          <a:srcRect/>
          <a:stretch/>
        </p:blipFill>
        <p:spPr>
          <a:xfrm>
            <a:off x="0" y="10"/>
            <a:ext cx="12191979" cy="6857990"/>
          </a:xfrm>
          <a:prstGeom prst="rect">
            <a:avLst/>
          </a:prstGeom>
        </p:spPr>
      </p:pic>
      <p:sp>
        <p:nvSpPr>
          <p:cNvPr id="29" name="Rectangle 22">
            <a:extLst>
              <a:ext uri="{FF2B5EF4-FFF2-40B4-BE49-F238E27FC236}">
                <a16:creationId xmlns:a16="http://schemas.microsoft.com/office/drawing/2014/main" id="{F5380E9A-163E-4576-BCDD-0A450B7E90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79943" y="237744"/>
            <a:ext cx="7652977" cy="6382512"/>
          </a:xfrm>
          <a:prstGeom prst="rect">
            <a:avLst/>
          </a:prstGeom>
          <a:solidFill>
            <a:schemeClr val="bg1">
              <a:alpha val="94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4">
            <a:extLst>
              <a:ext uri="{FF2B5EF4-FFF2-40B4-BE49-F238E27FC236}">
                <a16:creationId xmlns:a16="http://schemas.microsoft.com/office/drawing/2014/main" id="{88DDEF77-9746-4D83-91F9-442A2487E6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17103" y="374904"/>
            <a:ext cx="7340156" cy="6108192"/>
          </a:xfrm>
          <a:prstGeom prst="rect">
            <a:avLst/>
          </a:prstGeom>
          <a:noFill/>
          <a:ln w="6350" cap="sq">
            <a:solidFill>
              <a:schemeClr val="tx1">
                <a:lumMod val="65000"/>
                <a:lumOff val="35000"/>
              </a:schemeClr>
            </a:solidFill>
            <a:miter lim="800000"/>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92C9295F-E638-4F61-AFE2-CF3E40556031}"/>
              </a:ext>
            </a:extLst>
          </p:cNvPr>
          <p:cNvSpPr>
            <a:spLocks noGrp="1"/>
          </p:cNvSpPr>
          <p:nvPr>
            <p:ph type="title"/>
          </p:nvPr>
        </p:nvSpPr>
        <p:spPr>
          <a:xfrm>
            <a:off x="4740751" y="642594"/>
            <a:ext cx="6718433" cy="1746504"/>
          </a:xfrm>
        </p:spPr>
        <p:txBody>
          <a:bodyPr>
            <a:normAutofit/>
          </a:bodyPr>
          <a:lstStyle/>
          <a:p>
            <a:pPr algn="ctr"/>
            <a:r>
              <a:rPr lang="en-US" dirty="0">
                <a:solidFill>
                  <a:schemeClr val="tx1">
                    <a:lumMod val="75000"/>
                    <a:lumOff val="25000"/>
                  </a:schemeClr>
                </a:solidFill>
              </a:rPr>
              <a:t>Key Principle</a:t>
            </a:r>
          </a:p>
        </p:txBody>
      </p:sp>
      <p:graphicFrame>
        <p:nvGraphicFramePr>
          <p:cNvPr id="3" name="Diagram 2">
            <a:extLst>
              <a:ext uri="{FF2B5EF4-FFF2-40B4-BE49-F238E27FC236}">
                <a16:creationId xmlns:a16="http://schemas.microsoft.com/office/drawing/2014/main" id="{618231E2-F1EB-4964-BC63-114182D8A62E}"/>
              </a:ext>
            </a:extLst>
          </p:cNvPr>
          <p:cNvGraphicFramePr/>
          <p:nvPr>
            <p:extLst>
              <p:ext uri="{D42A27DB-BD31-4B8C-83A1-F6EECF244321}">
                <p14:modId xmlns:p14="http://schemas.microsoft.com/office/powerpoint/2010/main" val="2442170321"/>
              </p:ext>
            </p:extLst>
          </p:nvPr>
        </p:nvGraphicFramePr>
        <p:xfrm>
          <a:off x="4834516" y="1999214"/>
          <a:ext cx="6543829" cy="435392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1601030"/>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49C76A-110A-4135-837E-C4C0F3FF2AB0}"/>
              </a:ext>
            </a:extLst>
          </p:cNvPr>
          <p:cNvSpPr>
            <a:spLocks noGrp="1"/>
          </p:cNvSpPr>
          <p:nvPr>
            <p:ph type="title"/>
          </p:nvPr>
        </p:nvSpPr>
        <p:spPr>
          <a:xfrm>
            <a:off x="1066800" y="2240575"/>
            <a:ext cx="10058400" cy="1371600"/>
          </a:xfrm>
        </p:spPr>
        <p:txBody>
          <a:bodyPr/>
          <a:lstStyle/>
          <a:p>
            <a:pPr algn="ctr"/>
            <a:r>
              <a:rPr lang="en-US" dirty="0"/>
              <a:t>Chapter 1: </a:t>
            </a:r>
            <a:br>
              <a:rPr lang="en-US" dirty="0"/>
            </a:br>
            <a:r>
              <a:rPr lang="en-US" b="1" dirty="0"/>
              <a:t>Indian Diversity and Global Migrations</a:t>
            </a:r>
            <a:endParaRPr lang="en-IN" b="1" dirty="0"/>
          </a:p>
        </p:txBody>
      </p:sp>
    </p:spTree>
    <p:extLst>
      <p:ext uri="{BB962C8B-B14F-4D97-AF65-F5344CB8AC3E}">
        <p14:creationId xmlns:p14="http://schemas.microsoft.com/office/powerpoint/2010/main" val="17538976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2A55A-C733-4797-8C54-5EC73F1FA034}"/>
              </a:ext>
            </a:extLst>
          </p:cNvPr>
          <p:cNvSpPr>
            <a:spLocks noGrp="1"/>
          </p:cNvSpPr>
          <p:nvPr>
            <p:ph type="title"/>
          </p:nvPr>
        </p:nvSpPr>
        <p:spPr/>
        <p:txBody>
          <a:bodyPr/>
          <a:lstStyle/>
          <a:p>
            <a:r>
              <a:rPr lang="en-US" dirty="0"/>
              <a:t>The Brownian Movement</a:t>
            </a:r>
            <a:endParaRPr lang="en-IN" dirty="0"/>
          </a:p>
        </p:txBody>
      </p:sp>
      <p:sp>
        <p:nvSpPr>
          <p:cNvPr id="3" name="Content Placeholder 2">
            <a:extLst>
              <a:ext uri="{FF2B5EF4-FFF2-40B4-BE49-F238E27FC236}">
                <a16:creationId xmlns:a16="http://schemas.microsoft.com/office/drawing/2014/main" id="{4C82A596-3962-43C7-9014-2AA1342939D6}"/>
              </a:ext>
            </a:extLst>
          </p:cNvPr>
          <p:cNvSpPr>
            <a:spLocks noGrp="1"/>
          </p:cNvSpPr>
          <p:nvPr>
            <p:ph idx="1"/>
          </p:nvPr>
        </p:nvSpPr>
        <p:spPr/>
        <p:txBody>
          <a:bodyPr>
            <a:normAutofit/>
          </a:bodyPr>
          <a:lstStyle/>
          <a:p>
            <a:r>
              <a:rPr lang="en-US" sz="2800" b="1" dirty="0"/>
              <a:t>In migration, Out migration, and internal migration for centuries.</a:t>
            </a:r>
          </a:p>
          <a:p>
            <a:r>
              <a:rPr lang="en-US" sz="2800" dirty="0"/>
              <a:t>Prehistoric migration – dictated by geographic features and the technology available for crossing them</a:t>
            </a:r>
          </a:p>
          <a:p>
            <a:r>
              <a:rPr lang="en-US" sz="2800" dirty="0"/>
              <a:t>Lineages in India (seen through </a:t>
            </a:r>
            <a:r>
              <a:rPr lang="en-US" sz="2800" b="1" dirty="0"/>
              <a:t>evolution of skin color and general features):</a:t>
            </a:r>
          </a:p>
          <a:p>
            <a:pPr lvl="1"/>
            <a:r>
              <a:rPr lang="en-US" sz="2600" b="1" dirty="0"/>
              <a:t>Indo-European, Dravidian, Austro-Asiatic, Tibeto-Burman</a:t>
            </a:r>
            <a:endParaRPr lang="en-IN" sz="2600" b="1" dirty="0"/>
          </a:p>
        </p:txBody>
      </p:sp>
      <p:sp>
        <p:nvSpPr>
          <p:cNvPr id="4" name="TextBox 3">
            <a:extLst>
              <a:ext uri="{FF2B5EF4-FFF2-40B4-BE49-F238E27FC236}">
                <a16:creationId xmlns:a16="http://schemas.microsoft.com/office/drawing/2014/main" id="{B5E66DAF-A5E0-058E-8362-EBF80B2F7CA7}"/>
              </a:ext>
            </a:extLst>
          </p:cNvPr>
          <p:cNvSpPr txBox="1"/>
          <p:nvPr/>
        </p:nvSpPr>
        <p:spPr>
          <a:xfrm>
            <a:off x="3215539" y="6043518"/>
            <a:ext cx="3942215" cy="369332"/>
          </a:xfrm>
          <a:prstGeom prst="rect">
            <a:avLst/>
          </a:prstGeom>
          <a:noFill/>
        </p:spPr>
        <p:txBody>
          <a:bodyPr wrap="square" rtlCol="0">
            <a:spAutoFit/>
          </a:bodyPr>
          <a:lstStyle/>
          <a:p>
            <a:r>
              <a:rPr lang="en-IN" b="1" dirty="0"/>
              <a:t>Caste system and endogamy</a:t>
            </a:r>
          </a:p>
        </p:txBody>
      </p:sp>
    </p:spTree>
    <p:extLst>
      <p:ext uri="{BB962C8B-B14F-4D97-AF65-F5344CB8AC3E}">
        <p14:creationId xmlns:p14="http://schemas.microsoft.com/office/powerpoint/2010/main" val="377149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E04F79-43EB-41E5-A913-58EF5D3C9472}"/>
              </a:ext>
            </a:extLst>
          </p:cNvPr>
          <p:cNvSpPr>
            <a:spLocks noGrp="1"/>
          </p:cNvSpPr>
          <p:nvPr>
            <p:ph idx="1"/>
          </p:nvPr>
        </p:nvSpPr>
        <p:spPr>
          <a:xfrm>
            <a:off x="1066800" y="762592"/>
            <a:ext cx="10058400" cy="684468"/>
          </a:xfrm>
        </p:spPr>
        <p:txBody>
          <a:bodyPr>
            <a:noAutofit/>
          </a:bodyPr>
          <a:lstStyle/>
          <a:p>
            <a:r>
              <a:rPr lang="en-US" sz="2800" dirty="0"/>
              <a:t>“Streams of Migration” Analogy</a:t>
            </a:r>
          </a:p>
          <a:p>
            <a:pPr lvl="1"/>
            <a:r>
              <a:rPr lang="en-US" sz="2400" dirty="0"/>
              <a:t>Affected by the Caste System and Endogamy in India</a:t>
            </a:r>
            <a:endParaRPr lang="en-IN" sz="2400" dirty="0"/>
          </a:p>
        </p:txBody>
      </p:sp>
      <p:pic>
        <p:nvPicPr>
          <p:cNvPr id="5" name="Picture 4">
            <a:extLst>
              <a:ext uri="{FF2B5EF4-FFF2-40B4-BE49-F238E27FC236}">
                <a16:creationId xmlns:a16="http://schemas.microsoft.com/office/drawing/2014/main" id="{50FBDB32-A187-40EE-9A2E-2EEA5BF1409B}"/>
              </a:ext>
            </a:extLst>
          </p:cNvPr>
          <p:cNvPicPr>
            <a:picLocks noChangeAspect="1"/>
          </p:cNvPicPr>
          <p:nvPr/>
        </p:nvPicPr>
        <p:blipFill>
          <a:blip r:embed="rId2"/>
          <a:stretch>
            <a:fillRect/>
          </a:stretch>
        </p:blipFill>
        <p:spPr>
          <a:xfrm>
            <a:off x="3036163" y="2039530"/>
            <a:ext cx="6119674" cy="4055878"/>
          </a:xfrm>
          <a:prstGeom prst="rect">
            <a:avLst/>
          </a:prstGeom>
        </p:spPr>
      </p:pic>
      <p:sp>
        <p:nvSpPr>
          <p:cNvPr id="7" name="TextBox 6">
            <a:extLst>
              <a:ext uri="{FF2B5EF4-FFF2-40B4-BE49-F238E27FC236}">
                <a16:creationId xmlns:a16="http://schemas.microsoft.com/office/drawing/2014/main" id="{411027E9-7DAB-4D50-995B-CF1D64279611}"/>
              </a:ext>
            </a:extLst>
          </p:cNvPr>
          <p:cNvSpPr txBox="1"/>
          <p:nvPr/>
        </p:nvSpPr>
        <p:spPr>
          <a:xfrm>
            <a:off x="3535532" y="6095408"/>
            <a:ext cx="6094520" cy="276999"/>
          </a:xfrm>
          <a:prstGeom prst="rect">
            <a:avLst/>
          </a:prstGeom>
          <a:noFill/>
        </p:spPr>
        <p:txBody>
          <a:bodyPr wrap="square">
            <a:spAutoFit/>
          </a:bodyPr>
          <a:lstStyle/>
          <a:p>
            <a:r>
              <a:rPr lang="en-IN" sz="1200" dirty="0"/>
              <a:t>Image Source: https://www.thoughtco.com/what-is-stream-order-1435354</a:t>
            </a:r>
          </a:p>
        </p:txBody>
      </p:sp>
    </p:spTree>
    <p:extLst>
      <p:ext uri="{BB962C8B-B14F-4D97-AF65-F5344CB8AC3E}">
        <p14:creationId xmlns:p14="http://schemas.microsoft.com/office/powerpoint/2010/main" val="2679882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DE36EAA3-2583-4D39-AAB0-555127C86182}"/>
              </a:ext>
            </a:extLst>
          </p:cNvPr>
          <p:cNvGraphicFramePr/>
          <p:nvPr>
            <p:extLst>
              <p:ext uri="{D42A27DB-BD31-4B8C-83A1-F6EECF244321}">
                <p14:modId xmlns:p14="http://schemas.microsoft.com/office/powerpoint/2010/main" val="667693552"/>
              </p:ext>
            </p:extLst>
          </p:nvPr>
        </p:nvGraphicFramePr>
        <p:xfrm>
          <a:off x="878889" y="719666"/>
          <a:ext cx="10271463" cy="54236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461923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62BFD186-06F5-4BB9-B473-61194DDAAEDD}"/>
              </a:ext>
            </a:extLst>
          </p:cNvPr>
          <p:cNvPicPr>
            <a:picLocks noGrp="1" noChangeAspect="1"/>
          </p:cNvPicPr>
          <p:nvPr>
            <p:ph type="pic" idx="1"/>
          </p:nvPr>
        </p:nvPicPr>
        <p:blipFill rotWithShape="1">
          <a:blip r:embed="rId2"/>
          <a:srcRect l="34" r="12098"/>
          <a:stretch/>
        </p:blipFill>
        <p:spPr>
          <a:xfrm>
            <a:off x="337351" y="225632"/>
            <a:ext cx="7075503" cy="6382512"/>
          </a:xfrm>
        </p:spPr>
      </p:pic>
      <p:sp>
        <p:nvSpPr>
          <p:cNvPr id="4" name="Title 3">
            <a:extLst>
              <a:ext uri="{FF2B5EF4-FFF2-40B4-BE49-F238E27FC236}">
                <a16:creationId xmlns:a16="http://schemas.microsoft.com/office/drawing/2014/main" id="{287214BB-F485-4E77-ACCE-EC552078635F}"/>
              </a:ext>
            </a:extLst>
          </p:cNvPr>
          <p:cNvSpPr>
            <a:spLocks noGrp="1"/>
          </p:cNvSpPr>
          <p:nvPr>
            <p:ph type="title"/>
          </p:nvPr>
        </p:nvSpPr>
        <p:spPr>
          <a:xfrm>
            <a:off x="8477250" y="237744"/>
            <a:ext cx="3144774" cy="1645920"/>
          </a:xfrm>
        </p:spPr>
        <p:txBody>
          <a:bodyPr/>
          <a:lstStyle/>
          <a:p>
            <a:r>
              <a:rPr lang="en-US" dirty="0"/>
              <a:t>Ancient Migrations</a:t>
            </a:r>
            <a:endParaRPr lang="en-IN" dirty="0"/>
          </a:p>
        </p:txBody>
      </p:sp>
      <p:sp>
        <p:nvSpPr>
          <p:cNvPr id="6" name="Text Placeholder 5">
            <a:extLst>
              <a:ext uri="{FF2B5EF4-FFF2-40B4-BE49-F238E27FC236}">
                <a16:creationId xmlns:a16="http://schemas.microsoft.com/office/drawing/2014/main" id="{16867D1C-8338-4F9C-95A1-9A8D39128C6D}"/>
              </a:ext>
            </a:extLst>
          </p:cNvPr>
          <p:cNvSpPr>
            <a:spLocks noGrp="1"/>
          </p:cNvSpPr>
          <p:nvPr>
            <p:ph type="body" sz="half" idx="2"/>
          </p:nvPr>
        </p:nvSpPr>
        <p:spPr/>
        <p:txBody>
          <a:bodyPr/>
          <a:lstStyle/>
          <a:p>
            <a:r>
              <a:rPr lang="en-US" dirty="0"/>
              <a:t>Recorded in </a:t>
            </a:r>
            <a:r>
              <a:rPr lang="en-US" i="1" dirty="0" err="1"/>
              <a:t>Arthashastra</a:t>
            </a:r>
            <a:endParaRPr lang="en-US" i="1" dirty="0"/>
          </a:p>
          <a:p>
            <a:endParaRPr lang="en-US" i="1" dirty="0"/>
          </a:p>
          <a:p>
            <a:r>
              <a:rPr lang="en-US" dirty="0"/>
              <a:t>Maurya, Gupta, Chola Empires Prevail</a:t>
            </a:r>
            <a:endParaRPr lang="en-IN" dirty="0"/>
          </a:p>
        </p:txBody>
      </p:sp>
      <p:sp>
        <p:nvSpPr>
          <p:cNvPr id="10" name="TextBox 9">
            <a:extLst>
              <a:ext uri="{FF2B5EF4-FFF2-40B4-BE49-F238E27FC236}">
                <a16:creationId xmlns:a16="http://schemas.microsoft.com/office/drawing/2014/main" id="{21327667-3C0B-440E-8252-3D93457D9012}"/>
              </a:ext>
            </a:extLst>
          </p:cNvPr>
          <p:cNvSpPr txBox="1"/>
          <p:nvPr/>
        </p:nvSpPr>
        <p:spPr>
          <a:xfrm>
            <a:off x="8250728" y="5703583"/>
            <a:ext cx="3371296" cy="769441"/>
          </a:xfrm>
          <a:prstGeom prst="rect">
            <a:avLst/>
          </a:prstGeom>
          <a:noFill/>
        </p:spPr>
        <p:txBody>
          <a:bodyPr wrap="square">
            <a:spAutoFit/>
          </a:bodyPr>
          <a:lstStyle/>
          <a:p>
            <a:r>
              <a:rPr lang="en-IN" sz="1100" dirty="0"/>
              <a:t>Map Source: http://www.bestwebsiteinindia.com/blog/wp-content/uploads/2014/10/Physical-Map-of-India.png</a:t>
            </a:r>
          </a:p>
        </p:txBody>
      </p:sp>
    </p:spTree>
    <p:extLst>
      <p:ext uri="{BB962C8B-B14F-4D97-AF65-F5344CB8AC3E}">
        <p14:creationId xmlns:p14="http://schemas.microsoft.com/office/powerpoint/2010/main" val="1564215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a:extLst>
              <a:ext uri="{FF2B5EF4-FFF2-40B4-BE49-F238E27FC236}">
                <a16:creationId xmlns:a16="http://schemas.microsoft.com/office/drawing/2014/main" id="{F14CB3B1-A48E-4BE9-A89C-9850D5D32E17}"/>
              </a:ext>
            </a:extLst>
          </p:cNvPr>
          <p:cNvPicPr>
            <a:picLocks noGrp="1" noChangeAspect="1"/>
          </p:cNvPicPr>
          <p:nvPr>
            <p:ph type="pic" idx="1"/>
          </p:nvPr>
        </p:nvPicPr>
        <p:blipFill rotWithShape="1">
          <a:blip r:embed="rId2"/>
          <a:srcRect l="-626" r="4821"/>
          <a:stretch/>
        </p:blipFill>
        <p:spPr>
          <a:xfrm>
            <a:off x="310719" y="237744"/>
            <a:ext cx="7714696" cy="6382512"/>
          </a:xfrm>
        </p:spPr>
      </p:pic>
      <p:sp>
        <p:nvSpPr>
          <p:cNvPr id="4" name="Title 3">
            <a:extLst>
              <a:ext uri="{FF2B5EF4-FFF2-40B4-BE49-F238E27FC236}">
                <a16:creationId xmlns:a16="http://schemas.microsoft.com/office/drawing/2014/main" id="{CE2F85FD-F480-4F83-AA22-E3C14C3819D5}"/>
              </a:ext>
            </a:extLst>
          </p:cNvPr>
          <p:cNvSpPr>
            <a:spLocks noGrp="1"/>
          </p:cNvSpPr>
          <p:nvPr>
            <p:ph type="title"/>
          </p:nvPr>
        </p:nvSpPr>
        <p:spPr>
          <a:xfrm>
            <a:off x="8352963" y="237744"/>
            <a:ext cx="3144774" cy="1645920"/>
          </a:xfrm>
        </p:spPr>
        <p:txBody>
          <a:bodyPr/>
          <a:lstStyle/>
          <a:p>
            <a:r>
              <a:rPr lang="en-US" dirty="0"/>
              <a:t>Medieval Migrations</a:t>
            </a:r>
            <a:endParaRPr lang="en-IN" dirty="0"/>
          </a:p>
        </p:txBody>
      </p:sp>
      <p:sp>
        <p:nvSpPr>
          <p:cNvPr id="10" name="TextBox 9">
            <a:extLst>
              <a:ext uri="{FF2B5EF4-FFF2-40B4-BE49-F238E27FC236}">
                <a16:creationId xmlns:a16="http://schemas.microsoft.com/office/drawing/2014/main" id="{78856EF4-58F9-4CB3-A2F6-99AD3587C263}"/>
              </a:ext>
            </a:extLst>
          </p:cNvPr>
          <p:cNvSpPr txBox="1"/>
          <p:nvPr/>
        </p:nvSpPr>
        <p:spPr>
          <a:xfrm>
            <a:off x="8250728" y="5703583"/>
            <a:ext cx="3371296" cy="769441"/>
          </a:xfrm>
          <a:prstGeom prst="rect">
            <a:avLst/>
          </a:prstGeom>
          <a:noFill/>
        </p:spPr>
        <p:txBody>
          <a:bodyPr wrap="square">
            <a:spAutoFit/>
          </a:bodyPr>
          <a:lstStyle/>
          <a:p>
            <a:r>
              <a:rPr lang="en-IN" sz="1100" dirty="0"/>
              <a:t>Map Source: http://www.bestwebsiteinindia.com/blog/wp-content/uploads/2014/10/Physical-Map-of-India.png</a:t>
            </a:r>
          </a:p>
        </p:txBody>
      </p:sp>
      <p:sp>
        <p:nvSpPr>
          <p:cNvPr id="5" name="Text Placeholder 5">
            <a:extLst>
              <a:ext uri="{FF2B5EF4-FFF2-40B4-BE49-F238E27FC236}">
                <a16:creationId xmlns:a16="http://schemas.microsoft.com/office/drawing/2014/main" id="{FF6C19AB-283E-4B3E-8504-CCF8E43DB2DB}"/>
              </a:ext>
            </a:extLst>
          </p:cNvPr>
          <p:cNvSpPr>
            <a:spLocks noGrp="1"/>
          </p:cNvSpPr>
          <p:nvPr>
            <p:ph type="body" sz="half" idx="2"/>
          </p:nvPr>
        </p:nvSpPr>
        <p:spPr>
          <a:xfrm>
            <a:off x="8250728" y="2342195"/>
            <a:ext cx="3144774" cy="3511296"/>
          </a:xfrm>
        </p:spPr>
        <p:txBody>
          <a:bodyPr/>
          <a:lstStyle/>
          <a:p>
            <a:r>
              <a:rPr lang="en-US" dirty="0"/>
              <a:t>The birth of the Mughal Empire</a:t>
            </a:r>
            <a:endParaRPr lang="en-IN" dirty="0"/>
          </a:p>
        </p:txBody>
      </p:sp>
    </p:spTree>
    <p:extLst>
      <p:ext uri="{BB962C8B-B14F-4D97-AF65-F5344CB8AC3E}">
        <p14:creationId xmlns:p14="http://schemas.microsoft.com/office/powerpoint/2010/main" val="31784062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9EAE9DC-C123-4BA6-BC9D-F96E8D92E83A}"/>
              </a:ext>
            </a:extLst>
          </p:cNvPr>
          <p:cNvSpPr>
            <a:spLocks noGrp="1"/>
          </p:cNvSpPr>
          <p:nvPr>
            <p:ph type="title"/>
          </p:nvPr>
        </p:nvSpPr>
        <p:spPr>
          <a:xfrm>
            <a:off x="605161" y="509429"/>
            <a:ext cx="10058400" cy="1371600"/>
          </a:xfrm>
        </p:spPr>
        <p:txBody>
          <a:bodyPr/>
          <a:lstStyle/>
          <a:p>
            <a:r>
              <a:rPr lang="en-US" dirty="0"/>
              <a:t>Modern Migrations</a:t>
            </a:r>
            <a:endParaRPr lang="en-IN" dirty="0"/>
          </a:p>
        </p:txBody>
      </p:sp>
      <p:sp>
        <p:nvSpPr>
          <p:cNvPr id="6" name="Content Placeholder 4">
            <a:extLst>
              <a:ext uri="{FF2B5EF4-FFF2-40B4-BE49-F238E27FC236}">
                <a16:creationId xmlns:a16="http://schemas.microsoft.com/office/drawing/2014/main" id="{68041DF6-5476-4358-918B-BB34150133D5}"/>
              </a:ext>
            </a:extLst>
          </p:cNvPr>
          <p:cNvSpPr txBox="1">
            <a:spLocks/>
          </p:cNvSpPr>
          <p:nvPr/>
        </p:nvSpPr>
        <p:spPr>
          <a:xfrm>
            <a:off x="1050525" y="1882509"/>
            <a:ext cx="10058400" cy="3849624"/>
          </a:xfrm>
          <a:prstGeom prst="rect">
            <a:avLst/>
          </a:prstGeom>
        </p:spPr>
        <p:txBody>
          <a:bodyPr vert="horz" lIns="91440" tIns="45720" rIns="91440" bIns="45720" rtlCol="0">
            <a:normAutofit/>
          </a:bodyPr>
          <a:lstStyle>
            <a:lvl1pPr marL="182880" indent="-182880" algn="l" defTabSz="914400" rtl="0" eaLnBrk="1" latinLnBrk="0" hangingPunct="1">
              <a:lnSpc>
                <a:spcPct val="110000"/>
              </a:lnSpc>
              <a:spcBef>
                <a:spcPts val="900"/>
              </a:spcBef>
              <a:spcAft>
                <a:spcPts val="0"/>
              </a:spcAft>
              <a:buClr>
                <a:schemeClr val="tx1">
                  <a:lumMod val="85000"/>
                  <a:lumOff val="15000"/>
                </a:schemeClr>
              </a:buClr>
              <a:buFont typeface="Garamond" pitchFamily="18" charset="0"/>
              <a:buChar char="◦"/>
              <a:defRPr sz="15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3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2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a:lstStyle>
          <a:p>
            <a:r>
              <a:rPr lang="en-US" sz="2800" b="1" dirty="0"/>
              <a:t>Colonization by European Countries</a:t>
            </a:r>
          </a:p>
          <a:p>
            <a:r>
              <a:rPr lang="en-US" sz="2800" dirty="0"/>
              <a:t>East India Company</a:t>
            </a:r>
          </a:p>
          <a:p>
            <a:r>
              <a:rPr lang="en-US" sz="2800" dirty="0"/>
              <a:t>Restriction on Nomadic Tribes – for surveillance</a:t>
            </a:r>
          </a:p>
          <a:p>
            <a:pPr lvl="1"/>
            <a:r>
              <a:rPr lang="en-US" sz="2600" dirty="0"/>
              <a:t>The start of ‘criminal’ activities in many tribes</a:t>
            </a:r>
            <a:endParaRPr lang="en-US" sz="2600" b="1" dirty="0"/>
          </a:p>
          <a:p>
            <a:pPr lvl="1"/>
            <a:r>
              <a:rPr lang="en-US" sz="2600" b="1" dirty="0"/>
              <a:t>‘Criminal Tribes Act’</a:t>
            </a:r>
            <a:endParaRPr lang="en-IN" sz="2500" b="1" dirty="0"/>
          </a:p>
          <a:p>
            <a:r>
              <a:rPr lang="en-IN" sz="2800" b="1" dirty="0"/>
              <a:t>Increase in Migrant Labourers – Gunpowder, Indigo, Opium manufacture</a:t>
            </a:r>
            <a:endParaRPr lang="en-US" sz="2800" b="1" dirty="0"/>
          </a:p>
        </p:txBody>
      </p:sp>
    </p:spTree>
    <p:extLst>
      <p:ext uri="{BB962C8B-B14F-4D97-AF65-F5344CB8AC3E}">
        <p14:creationId xmlns:p14="http://schemas.microsoft.com/office/powerpoint/2010/main" val="1815379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BE844-C90D-4371-A373-9F6054D35BB9}"/>
              </a:ext>
            </a:extLst>
          </p:cNvPr>
          <p:cNvSpPr>
            <a:spLocks noGrp="1"/>
          </p:cNvSpPr>
          <p:nvPr>
            <p:ph type="title"/>
          </p:nvPr>
        </p:nvSpPr>
        <p:spPr>
          <a:xfrm>
            <a:off x="1066800" y="2743200"/>
            <a:ext cx="10058400" cy="1371600"/>
          </a:xfrm>
        </p:spPr>
        <p:txBody>
          <a:bodyPr>
            <a:normAutofit fontScale="90000"/>
          </a:bodyPr>
          <a:lstStyle/>
          <a:p>
            <a:pPr algn="ctr"/>
            <a:r>
              <a:rPr lang="en-US" sz="4000" dirty="0"/>
              <a:t>The KEY to understanding Migration in India:</a:t>
            </a:r>
            <a:br>
              <a:rPr lang="en-US" sz="4000" dirty="0"/>
            </a:br>
            <a:br>
              <a:rPr lang="en-US" sz="4000" dirty="0"/>
            </a:br>
            <a:r>
              <a:rPr lang="en-US" dirty="0"/>
              <a:t>L</a:t>
            </a:r>
            <a:r>
              <a:rPr lang="en-US" sz="4000" dirty="0"/>
              <a:t>ook at the Reason and Duration on Migration</a:t>
            </a:r>
            <a:br>
              <a:rPr lang="en-US" sz="4000" dirty="0"/>
            </a:br>
            <a:endParaRPr lang="en-IN" dirty="0"/>
          </a:p>
        </p:txBody>
      </p:sp>
    </p:spTree>
    <p:extLst>
      <p:ext uri="{BB962C8B-B14F-4D97-AF65-F5344CB8AC3E}">
        <p14:creationId xmlns:p14="http://schemas.microsoft.com/office/powerpoint/2010/main" val="31840639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249C76A-110A-4135-837E-C4C0F3FF2AB0}"/>
              </a:ext>
            </a:extLst>
          </p:cNvPr>
          <p:cNvSpPr>
            <a:spLocks noGrp="1"/>
          </p:cNvSpPr>
          <p:nvPr>
            <p:ph type="title"/>
          </p:nvPr>
        </p:nvSpPr>
        <p:spPr>
          <a:xfrm>
            <a:off x="1066800" y="2240575"/>
            <a:ext cx="10058400" cy="1371600"/>
          </a:xfrm>
        </p:spPr>
        <p:txBody>
          <a:bodyPr/>
          <a:lstStyle/>
          <a:p>
            <a:pPr algn="ctr"/>
            <a:r>
              <a:rPr lang="en-US" dirty="0"/>
              <a:t>Chapter 2: </a:t>
            </a:r>
            <a:br>
              <a:rPr lang="en-US" dirty="0"/>
            </a:br>
            <a:r>
              <a:rPr lang="en-US" dirty="0"/>
              <a:t>The Great Indian Migration Wave</a:t>
            </a:r>
            <a:endParaRPr lang="en-IN" dirty="0"/>
          </a:p>
        </p:txBody>
      </p:sp>
    </p:spTree>
    <p:extLst>
      <p:ext uri="{BB962C8B-B14F-4D97-AF65-F5344CB8AC3E}">
        <p14:creationId xmlns:p14="http://schemas.microsoft.com/office/powerpoint/2010/main" val="42022601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6AB66-3D89-41E6-A160-2B5D78A80916}"/>
              </a:ext>
            </a:extLst>
          </p:cNvPr>
          <p:cNvSpPr>
            <a:spLocks noGrp="1"/>
          </p:cNvSpPr>
          <p:nvPr>
            <p:ph type="title"/>
          </p:nvPr>
        </p:nvSpPr>
        <p:spPr/>
        <p:txBody>
          <a:bodyPr/>
          <a:lstStyle/>
          <a:p>
            <a:r>
              <a:rPr lang="en-US" dirty="0"/>
              <a:t>It Is Still Happening…</a:t>
            </a:r>
            <a:endParaRPr lang="en-IN" dirty="0"/>
          </a:p>
        </p:txBody>
      </p:sp>
      <p:sp>
        <p:nvSpPr>
          <p:cNvPr id="3" name="Content Placeholder 2">
            <a:extLst>
              <a:ext uri="{FF2B5EF4-FFF2-40B4-BE49-F238E27FC236}">
                <a16:creationId xmlns:a16="http://schemas.microsoft.com/office/drawing/2014/main" id="{67BA3959-9D98-4A47-840D-8C0F41837440}"/>
              </a:ext>
            </a:extLst>
          </p:cNvPr>
          <p:cNvSpPr>
            <a:spLocks noGrp="1"/>
          </p:cNvSpPr>
          <p:nvPr>
            <p:ph idx="1"/>
          </p:nvPr>
        </p:nvSpPr>
        <p:spPr/>
        <p:txBody>
          <a:bodyPr>
            <a:normAutofit/>
          </a:bodyPr>
          <a:lstStyle/>
          <a:p>
            <a:r>
              <a:rPr lang="en-US" sz="2800" dirty="0"/>
              <a:t>Mass migration </a:t>
            </a:r>
          </a:p>
          <a:p>
            <a:pPr lvl="1"/>
            <a:r>
              <a:rPr lang="en-US" sz="2600" dirty="0"/>
              <a:t>Male-dominated</a:t>
            </a:r>
          </a:p>
          <a:p>
            <a:pPr lvl="1"/>
            <a:r>
              <a:rPr lang="en-US" sz="2600" dirty="0"/>
              <a:t>Semi-permanent</a:t>
            </a:r>
          </a:p>
          <a:p>
            <a:pPr lvl="1"/>
            <a:r>
              <a:rPr lang="en-US" sz="2600" dirty="0"/>
              <a:t>Remittance-yielding</a:t>
            </a:r>
          </a:p>
          <a:p>
            <a:pPr lvl="1"/>
            <a:endParaRPr lang="en-US" sz="2600" dirty="0"/>
          </a:p>
          <a:p>
            <a:r>
              <a:rPr lang="en-US" sz="2800" dirty="0"/>
              <a:t>The influence of Migration seen through Folk Music, Festivals, Conversations</a:t>
            </a:r>
          </a:p>
        </p:txBody>
      </p:sp>
    </p:spTree>
    <p:extLst>
      <p:ext uri="{BB962C8B-B14F-4D97-AF65-F5344CB8AC3E}">
        <p14:creationId xmlns:p14="http://schemas.microsoft.com/office/powerpoint/2010/main" val="41493387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676F6-BC73-4FB8-A59F-BAD6D8B85BCA}"/>
              </a:ext>
            </a:extLst>
          </p:cNvPr>
          <p:cNvSpPr>
            <a:spLocks noGrp="1"/>
          </p:cNvSpPr>
          <p:nvPr>
            <p:ph type="title"/>
          </p:nvPr>
        </p:nvSpPr>
        <p:spPr/>
        <p:txBody>
          <a:bodyPr/>
          <a:lstStyle/>
          <a:p>
            <a:r>
              <a:rPr lang="en-US" dirty="0"/>
              <a:t>Case Studies </a:t>
            </a:r>
            <a:br>
              <a:rPr lang="en-US" dirty="0"/>
            </a:br>
            <a:r>
              <a:rPr lang="en-US" sz="2800" dirty="0"/>
              <a:t>(main effect on sex ratio of migrants’ home-states)</a:t>
            </a:r>
            <a:endParaRPr lang="en-IN" sz="2800" dirty="0"/>
          </a:p>
        </p:txBody>
      </p:sp>
      <p:graphicFrame>
        <p:nvGraphicFramePr>
          <p:cNvPr id="4" name="Content Placeholder 3">
            <a:extLst>
              <a:ext uri="{FF2B5EF4-FFF2-40B4-BE49-F238E27FC236}">
                <a16:creationId xmlns:a16="http://schemas.microsoft.com/office/drawing/2014/main" id="{66156B26-7A6F-4149-94F2-E2C5A3996C7A}"/>
              </a:ext>
            </a:extLst>
          </p:cNvPr>
          <p:cNvGraphicFramePr>
            <a:graphicFrameLocks noGrp="1"/>
          </p:cNvGraphicFramePr>
          <p:nvPr>
            <p:ph idx="1"/>
            <p:extLst>
              <p:ext uri="{D42A27DB-BD31-4B8C-83A1-F6EECF244321}">
                <p14:modId xmlns:p14="http://schemas.microsoft.com/office/powerpoint/2010/main" val="1525158111"/>
              </p:ext>
            </p:extLst>
          </p:nvPr>
        </p:nvGraphicFramePr>
        <p:xfrm>
          <a:off x="1066800" y="2103438"/>
          <a:ext cx="10058400" cy="38496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731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1B0FE24-155B-42DF-9635-923F40D50689}"/>
              </a:ext>
            </a:extLst>
          </p:cNvPr>
          <p:cNvGraphicFramePr>
            <a:graphicFrameLocks noGrp="1"/>
          </p:cNvGraphicFramePr>
          <p:nvPr>
            <p:ph idx="1"/>
            <p:extLst>
              <p:ext uri="{D42A27DB-BD31-4B8C-83A1-F6EECF244321}">
                <p14:modId xmlns:p14="http://schemas.microsoft.com/office/powerpoint/2010/main" val="1678983100"/>
              </p:ext>
            </p:extLst>
          </p:nvPr>
        </p:nvGraphicFramePr>
        <p:xfrm>
          <a:off x="1066800" y="798990"/>
          <a:ext cx="10058400" cy="51668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30034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9888DF-066B-4A51-A6CD-A8FBA5CA0E87}"/>
              </a:ext>
            </a:extLst>
          </p:cNvPr>
          <p:cNvSpPr>
            <a:spLocks noGrp="1"/>
          </p:cNvSpPr>
          <p:nvPr>
            <p:ph type="title"/>
          </p:nvPr>
        </p:nvSpPr>
        <p:spPr/>
        <p:txBody>
          <a:bodyPr/>
          <a:lstStyle/>
          <a:p>
            <a:r>
              <a:rPr lang="en-US" dirty="0"/>
              <a:t>Role of Railways and Postal Money</a:t>
            </a:r>
            <a:endParaRPr lang="en-IN" dirty="0"/>
          </a:p>
        </p:txBody>
      </p:sp>
      <p:sp>
        <p:nvSpPr>
          <p:cNvPr id="3" name="Content Placeholder 2">
            <a:extLst>
              <a:ext uri="{FF2B5EF4-FFF2-40B4-BE49-F238E27FC236}">
                <a16:creationId xmlns:a16="http://schemas.microsoft.com/office/drawing/2014/main" id="{F1155F21-DFF5-4408-B98B-1DC3CA32B58B}"/>
              </a:ext>
            </a:extLst>
          </p:cNvPr>
          <p:cNvSpPr>
            <a:spLocks noGrp="1"/>
          </p:cNvSpPr>
          <p:nvPr>
            <p:ph idx="1"/>
          </p:nvPr>
        </p:nvSpPr>
        <p:spPr/>
        <p:txBody>
          <a:bodyPr>
            <a:normAutofit/>
          </a:bodyPr>
          <a:lstStyle/>
          <a:p>
            <a:r>
              <a:rPr lang="en-US" sz="2800" dirty="0"/>
              <a:t>Railways moved migrant laborers from and to their home-states</a:t>
            </a:r>
          </a:p>
          <a:p>
            <a:r>
              <a:rPr lang="en-US" sz="2800" dirty="0"/>
              <a:t>Railways were also opportunity for work.</a:t>
            </a:r>
          </a:p>
          <a:p>
            <a:r>
              <a:rPr lang="en-US" sz="2800" dirty="0"/>
              <a:t>Postal service saw a huge increase in money orders.</a:t>
            </a:r>
            <a:endParaRPr lang="en-IN" sz="2800" dirty="0"/>
          </a:p>
        </p:txBody>
      </p:sp>
    </p:spTree>
    <p:extLst>
      <p:ext uri="{BB962C8B-B14F-4D97-AF65-F5344CB8AC3E}">
        <p14:creationId xmlns:p14="http://schemas.microsoft.com/office/powerpoint/2010/main" val="22260621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FC63A-0A5B-432E-9223-CE623A52B370}"/>
              </a:ext>
            </a:extLst>
          </p:cNvPr>
          <p:cNvSpPr>
            <a:spLocks noGrp="1"/>
          </p:cNvSpPr>
          <p:nvPr>
            <p:ph type="title"/>
          </p:nvPr>
        </p:nvSpPr>
        <p:spPr>
          <a:xfrm>
            <a:off x="1066800" y="2423604"/>
            <a:ext cx="10058400" cy="1371600"/>
          </a:xfrm>
        </p:spPr>
        <p:txBody>
          <a:bodyPr>
            <a:normAutofit fontScale="90000"/>
          </a:bodyPr>
          <a:lstStyle/>
          <a:p>
            <a:pPr algn="ctr"/>
            <a:r>
              <a:rPr lang="en-US" dirty="0"/>
              <a:t>“Circular Migration in India is dictated by the factors at the source and destination of the migrant”</a:t>
            </a:r>
            <a:endParaRPr lang="en-IN" dirty="0"/>
          </a:p>
        </p:txBody>
      </p:sp>
    </p:spTree>
    <p:extLst>
      <p:ext uri="{BB962C8B-B14F-4D97-AF65-F5344CB8AC3E}">
        <p14:creationId xmlns:p14="http://schemas.microsoft.com/office/powerpoint/2010/main" val="267955365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VTI">
  <a:themeElements>
    <a:clrScheme name="Custom 38">
      <a:dk1>
        <a:sysClr val="windowText" lastClr="000000"/>
      </a:dk1>
      <a:lt1>
        <a:sysClr val="window" lastClr="FFFFFF"/>
      </a:lt1>
      <a:dk2>
        <a:srgbClr val="505046"/>
      </a:dk2>
      <a:lt2>
        <a:srgbClr val="EEECE1"/>
      </a:lt2>
      <a:accent1>
        <a:srgbClr val="EE462D"/>
      </a:accent1>
      <a:accent2>
        <a:srgbClr val="595A85"/>
      </a:accent2>
      <a:accent3>
        <a:srgbClr val="8D6F5B"/>
      </a:accent3>
      <a:accent4>
        <a:srgbClr val="FABD2F"/>
      </a:accent4>
      <a:accent5>
        <a:srgbClr val="AF8073"/>
      </a:accent5>
      <a:accent6>
        <a:srgbClr val="787880"/>
      </a:accent6>
      <a:hlink>
        <a:srgbClr val="CC8D00"/>
      </a:hlink>
      <a:folHlink>
        <a:srgbClr val="82829E"/>
      </a:folHlink>
    </a:clrScheme>
    <a:fontScheme name="Savon">
      <a:majorFont>
        <a:latin typeface="Avenir Next LT Pro Light"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Avenir Next LT Pro" panose="02020404030301010803"/>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80000"/>
                <a:shade val="100000"/>
                <a:satMod val="300000"/>
              </a:schemeClr>
            </a:gs>
            <a:gs pos="100000">
              <a:schemeClr val="phClr">
                <a:tint val="100000"/>
                <a:shade val="30000"/>
                <a:satMod val="200000"/>
              </a:schemeClr>
            </a:gs>
          </a:gsLst>
          <a:path path="circle">
            <a:fillToRect l="50000" t="50000" r="50000" b="50000"/>
          </a:path>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VTI" id="{A72E8C35-66DD-49F8-AF66-813F19B983AE}" vid="{93CCBC76-B7A1-4C3D-93EA-5CE34C4670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E92E9E5-79AF-4029-8FCA-9C327D54FD8F}">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659927E4-E194-47BE-91C2-B87D50CF51DB}">
  <ds:schemaRefs>
    <ds:schemaRef ds:uri="http://schemas.microsoft.com/sharepoint/v3/contenttype/forms"/>
  </ds:schemaRefs>
</ds:datastoreItem>
</file>

<file path=customXml/itemProps3.xml><?xml version="1.0" encoding="utf-8"?>
<ds:datastoreItem xmlns:ds="http://schemas.openxmlformats.org/officeDocument/2006/customXml" ds:itemID="{E34A532A-EA0D-41F9-B458-AF9358EF2F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{DF821490-56E1-416B-94A7-23BFAAC09E06}tf56410444_win32</Template>
  <TotalTime>1107</TotalTime>
  <Words>726</Words>
  <Application>Microsoft Office PowerPoint</Application>
  <PresentationFormat>Widescreen</PresentationFormat>
  <Paragraphs>82</Paragraphs>
  <Slides>16</Slides>
  <Notes>2</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Avenir Next LT Pro</vt:lpstr>
      <vt:lpstr>Avenir Next LT Pro Light</vt:lpstr>
      <vt:lpstr>Calibri</vt:lpstr>
      <vt:lpstr>Garamond</vt:lpstr>
      <vt:lpstr>Times New Roman</vt:lpstr>
      <vt:lpstr>SavonVTI</vt:lpstr>
      <vt:lpstr>India Moving</vt:lpstr>
      <vt:lpstr>Key Principle</vt:lpstr>
      <vt:lpstr>Chapter 1:  Indian Diversity and Global Migrations</vt:lpstr>
      <vt:lpstr>The Brownian Movement</vt:lpstr>
      <vt:lpstr>PowerPoint Presentation</vt:lpstr>
      <vt:lpstr>PowerPoint Presentation</vt:lpstr>
      <vt:lpstr>Ancient Migrations</vt:lpstr>
      <vt:lpstr>Medieval Migrations</vt:lpstr>
      <vt:lpstr>Modern Migrations</vt:lpstr>
      <vt:lpstr>The KEY to understanding Migration in India:  Look at the Reason and Duration on Migration </vt:lpstr>
      <vt:lpstr>Chapter 2:  The Great Indian Migration Wave</vt:lpstr>
      <vt:lpstr>It Is Still Happening…</vt:lpstr>
      <vt:lpstr>Case Studies  (main effect on sex ratio of migrants’ home-states)</vt:lpstr>
      <vt:lpstr>PowerPoint Presentation</vt:lpstr>
      <vt:lpstr>Role of Railways and Postal Money</vt:lpstr>
      <vt:lpstr>“Circular Migration in India is dictated by the factors at the source and destination of the migrant”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InDia Moving</dc:title>
  <dc:creator>Abhishek</dc:creator>
  <cp:lastModifiedBy>Shivakumar Jolad</cp:lastModifiedBy>
  <cp:revision>16</cp:revision>
  <dcterms:created xsi:type="dcterms:W3CDTF">2020-11-03T01:32:58Z</dcterms:created>
  <dcterms:modified xsi:type="dcterms:W3CDTF">2023-04-14T04:27:02Z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