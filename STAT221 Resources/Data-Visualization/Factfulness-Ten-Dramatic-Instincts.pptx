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93455" r:id="rId4"/>
  </p:sldMasterIdLst>
  <p:notesMasterIdLst>
    <p:notesMasterId r:id="rId21"/>
  </p:notesMasterIdLst>
  <p:sldIdLst>
    <p:sldId id="925" r:id="rId5"/>
    <p:sldId id="957" r:id="rId6"/>
    <p:sldId id="940" r:id="rId7"/>
    <p:sldId id="927" r:id="rId8"/>
    <p:sldId id="950" r:id="rId9"/>
    <p:sldId id="926" r:id="rId10"/>
    <p:sldId id="933" r:id="rId11"/>
    <p:sldId id="944" r:id="rId12"/>
    <p:sldId id="945" r:id="rId13"/>
    <p:sldId id="949" r:id="rId14"/>
    <p:sldId id="951" r:id="rId15"/>
    <p:sldId id="952" r:id="rId16"/>
    <p:sldId id="953" r:id="rId17"/>
    <p:sldId id="954" r:id="rId18"/>
    <p:sldId id="955" r:id="rId19"/>
    <p:sldId id="956" r:id="rId2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D655"/>
    <a:srgbClr val="FF6222"/>
    <a:srgbClr val="FFD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86" autoAdjust="0"/>
    <p:restoredTop sz="94712"/>
  </p:normalViewPr>
  <p:slideViewPr>
    <p:cSldViewPr snapToGrid="0" snapToObjects="1">
      <p:cViewPr>
        <p:scale>
          <a:sx n="170" d="100"/>
          <a:sy n="170" d="100"/>
        </p:scale>
        <p:origin x="192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6" d="100"/>
        <a:sy n="76" d="100"/>
      </p:scale>
      <p:origin x="0" y="106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F1FE2-31D2-E349-A39E-879A853CD6B4}" type="datetimeFigureOut">
              <a:t>2018-03-25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Click to edit Master text styles</a:t>
            </a:r>
          </a:p>
          <a:p>
            <a:pPr lvl="1"/>
            <a:r>
              <a:rPr lang="sv-SE"/>
              <a:t>Second level</a:t>
            </a:r>
          </a:p>
          <a:p>
            <a:pPr lvl="2"/>
            <a:r>
              <a:rPr lang="sv-SE"/>
              <a:t>Third level</a:t>
            </a:r>
          </a:p>
          <a:p>
            <a:pPr lvl="3"/>
            <a:r>
              <a:rPr lang="sv-SE"/>
              <a:t>Fourth level</a:t>
            </a:r>
          </a:p>
          <a:p>
            <a:pPr lvl="4"/>
            <a:r>
              <a:rPr lang="sv-S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AF7C1-9191-3442-8C28-52720C09BC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61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7F0368F2-892F-C048-9D28-DC9193518553}" type="slidenum">
              <a:rPr lang="en-US" sz="1300">
                <a:ea typeface="SimSun" charset="0"/>
                <a:cs typeface="SimSun" charset="0"/>
              </a:rPr>
              <a:pPr/>
              <a:t>1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7F0368F2-892F-C048-9D28-DC9193518553}" type="slidenum">
              <a:rPr lang="en-US" sz="1300">
                <a:ea typeface="SimSun" charset="0"/>
                <a:cs typeface="SimSun" charset="0"/>
              </a:rPr>
              <a:pPr/>
              <a:t>2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3624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37CE124E-7DC8-194D-A64A-0DAABF85AE30}" type="slidenum">
              <a:rPr lang="en-US" sz="1300">
                <a:ea typeface="SimSun" charset="0"/>
                <a:cs typeface="SimSun" charset="0"/>
              </a:rPr>
              <a:pPr/>
              <a:t>3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DFD3E9B7-E02D-5944-9388-9363E16503BE}" type="slidenum">
              <a:rPr lang="en-US" sz="1300">
                <a:ea typeface="SimSun" charset="0"/>
                <a:cs typeface="SimSun" charset="0"/>
              </a:rPr>
              <a:pPr/>
              <a:t>4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12D393E4-4190-9240-941A-5E26FEB73C17}" type="slidenum">
              <a:rPr lang="en-US" sz="1300">
                <a:ea typeface="SimSun" charset="0"/>
                <a:cs typeface="SimSun" charset="0"/>
              </a:rPr>
              <a:pPr/>
              <a:t>5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D17930DD-3851-0D41-BBC4-B8F92EB5F8C0}" type="slidenum">
              <a:rPr lang="en-US" sz="1300">
                <a:ea typeface="SimSun" charset="0"/>
                <a:cs typeface="SimSun" charset="0"/>
              </a:rPr>
              <a:pPr/>
              <a:t>6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A616DD21-657F-6240-8587-C7A9890FCCE5}" type="slidenum">
              <a:rPr lang="en-US" sz="1300">
                <a:ea typeface="SimSun" charset="0"/>
                <a:cs typeface="SimSun" charset="0"/>
              </a:rPr>
              <a:pPr/>
              <a:t>7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B6D93DFF-1257-E549-B9A9-DEBF0E6A29E0}" type="slidenum">
              <a:rPr lang="en-US" sz="1300">
                <a:ea typeface="SimSun" charset="0"/>
                <a:cs typeface="SimSun" charset="0"/>
              </a:rPr>
              <a:pPr/>
              <a:t>8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5C18493E-EBEE-E347-BDCE-F93A88E8DC4F}" type="slidenum">
              <a:rPr lang="en-US" sz="1300">
                <a:ea typeface="SimSun" charset="0"/>
                <a:cs typeface="SimSun" charset="0"/>
              </a:rPr>
              <a:pPr/>
              <a:t>9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4C7FC342-E441-E548-A7F5-DCA75AA46470}" type="slidenum">
              <a:rPr lang="en-US" sz="1300">
                <a:ea typeface="SimSun" charset="0"/>
                <a:cs typeface="SimSun" charset="0"/>
              </a:rPr>
              <a:pPr/>
              <a:t>10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BE73F875-3A5B-3448-9C46-395D41ED9D82}" type="slidenum">
              <a:rPr lang="en-US" sz="1300">
                <a:ea typeface="SimSun" charset="0"/>
                <a:cs typeface="SimSun" charset="0"/>
              </a:rPr>
              <a:pPr/>
              <a:t>11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E78BAE97-8ACD-0942-9EF4-EFC741537EBB}" type="slidenum">
              <a:rPr lang="en-US" sz="1300">
                <a:ea typeface="SimSun" charset="0"/>
                <a:cs typeface="SimSun" charset="0"/>
              </a:rPr>
              <a:pPr/>
              <a:t>12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70647" y="694171"/>
            <a:ext cx="5916706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Number Placeholder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0A1F2F56-0F95-BD4A-AED1-0F4C90F84D95}" type="slidenum">
              <a:rPr lang="en-US" sz="1300">
                <a:ea typeface="SimSun" charset="0"/>
                <a:cs typeface="SimSun" charset="0"/>
              </a:rPr>
              <a:pPr/>
              <a:t>13</a:t>
            </a:fld>
            <a:endParaRPr lang="en-US" sz="1300">
              <a:ea typeface="SimSun" charset="0"/>
              <a:cs typeface="SimSun" charset="0"/>
            </a:endParaRPr>
          </a:p>
        </p:txBody>
      </p:sp>
      <p:sp>
        <p:nvSpPr>
          <p:cNvPr id="4097" name="Text Box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3738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4098" name="Text Box 2"/>
          <p:cNvSpPr>
            <a:spLocks noGrp="1" noChangeArrowheads="1"/>
          </p:cNvSpPr>
          <p:nvPr>
            <p:ph type="body" idx="1"/>
          </p:nvPr>
        </p:nvSpPr>
        <p:spPr>
          <a:xfrm>
            <a:off x="686360" y="4342535"/>
            <a:ext cx="5486681" cy="4114511"/>
          </a:xfrm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80808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defTabSz="332295">
              <a:defRPr/>
            </a:pPr>
            <a:endParaRPr lang="en-US">
              <a:ea typeface="ＭＳ Ｐゴシック" charset="0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1pPr>
            <a:lvl2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2pPr>
            <a:lvl3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3pPr>
            <a:lvl4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4pPr>
            <a:lvl5pPr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5pPr>
            <a:lvl6pPr marL="2256602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6pPr>
            <a:lvl7pPr marL="2666893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7pPr>
            <a:lvl8pPr marL="3077185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8pPr>
            <a:lvl9pPr marL="3487476" indent="-205146" defTabSz="331937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649628" algn="l"/>
                <a:tab pos="1299256" algn="l"/>
                <a:tab pos="1948884" algn="l"/>
                <a:tab pos="2598511" algn="l"/>
              </a:tabLst>
              <a:defRPr sz="900">
                <a:solidFill>
                  <a:srgbClr val="000000"/>
                </a:solidFill>
                <a:latin typeface="Times New Roman" charset="0"/>
                <a:ea typeface="MS PGothic" charset="0"/>
                <a:cs typeface="MS PGothic" charset="0"/>
              </a:defRPr>
            </a:lvl9pPr>
          </a:lstStyle>
          <a:p>
            <a:fld id="{435D900E-D3E8-AD47-91D4-5023254CE968}" type="slidenum">
              <a:rPr lang="en-US" sz="1300">
                <a:ea typeface="SimSun" charset="0"/>
                <a:cs typeface="SimSun" charset="0"/>
              </a:rPr>
              <a:pPr/>
              <a:t>14</a:t>
            </a:fld>
            <a:endParaRPr lang="en-US" sz="1300">
              <a:ea typeface="SimSun" charset="0"/>
              <a:cs typeface="SimSun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3/25/18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E988-FB04-AB4E-BE5A-59F242AF7F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5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38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E7B99-7C3F-4BC3-B7B8-7E1F8C620B24}" type="datetime1">
              <a:rPr lang="en-US" smtClean="0"/>
              <a:pPr/>
              <a:t>3/25/18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F2B4D-6B12-4EDF-87BB-2B55CECB6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94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59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824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1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2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2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983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17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996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05222"/>
            <a:ext cx="8226720" cy="857610"/>
          </a:xfrm>
        </p:spPr>
        <p:txBody>
          <a:bodyPr/>
          <a:lstStyle/>
          <a:p>
            <a:r>
              <a:rPr lang="sv-SE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B10A2-FA6B-404A-8149-4DD91D5090A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0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C2560D-EC28-3B41-86E8-18F1CE0113B4}" type="datetimeFigureOut">
              <a:rPr lang="en-US" smtClean="0"/>
              <a:t>3/25/18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6355A-084C-D24E-9AD2-7E4FC41EA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4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3456" r:id="rId1"/>
    <p:sldLayoutId id="2147493457" r:id="rId2"/>
    <p:sldLayoutId id="2147493458" r:id="rId3"/>
    <p:sldLayoutId id="2147493459" r:id="rId4"/>
    <p:sldLayoutId id="2147493460" r:id="rId5"/>
    <p:sldLayoutId id="2147493461" r:id="rId6"/>
    <p:sldLayoutId id="2147493462" r:id="rId7"/>
    <p:sldLayoutId id="2147493463" r:id="rId8"/>
    <p:sldLayoutId id="2147493464" r:id="rId9"/>
    <p:sldLayoutId id="2147493465" r:id="rId10"/>
    <p:sldLayoutId id="2147493466" r:id="rId11"/>
    <p:sldLayoutId id="2147493468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gapminder.org/factfulnes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85" name="Rectangle 8"/>
          <p:cNvSpPr>
            <a:spLocks noChangeArrowheads="1"/>
          </p:cNvSpPr>
          <p:nvPr/>
        </p:nvSpPr>
        <p:spPr bwMode="auto">
          <a:xfrm>
            <a:off x="0" y="474663"/>
            <a:ext cx="9144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/>
            <a:r>
              <a:rPr lang="en-US" sz="3200" b="1" dirty="0" smtClean="0">
                <a:solidFill>
                  <a:srgbClr val="252616"/>
                </a:solidFill>
                <a:latin typeface="Trebuchet MS" charset="0"/>
              </a:rPr>
              <a:t>Factfulness</a:t>
            </a:r>
            <a:endParaRPr lang="en-US" sz="3200" b="1" dirty="0">
              <a:solidFill>
                <a:srgbClr val="252616"/>
              </a:solidFill>
              <a:latin typeface="Trebuchet MS" charset="0"/>
            </a:endParaRPr>
          </a:p>
        </p:txBody>
      </p:sp>
      <p:grpSp>
        <p:nvGrpSpPr>
          <p:cNvPr id="66586" name="Group 79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81" name="Rectangle 80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66589" name="Picture 82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0" name="Picture 83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1" name="Picture 84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1" name="Rectangle 8"/>
          <p:cNvSpPr>
            <a:spLocks noChangeArrowheads="1"/>
          </p:cNvSpPr>
          <p:nvPr/>
        </p:nvSpPr>
        <p:spPr bwMode="auto">
          <a:xfrm>
            <a:off x="0" y="1531469"/>
            <a:ext cx="91440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/>
            <a:r>
              <a:rPr lang="en-US" sz="3200" dirty="0" smtClean="0">
                <a:solidFill>
                  <a:srgbClr val="252616"/>
                </a:solidFill>
                <a:latin typeface="Trebuchet MS" charset="0"/>
              </a:rPr>
              <a:t>A practical guide to critical thinking.</a:t>
            </a:r>
          </a:p>
          <a:p>
            <a:pPr algn="ctr" eaLnBrk="1"/>
            <a:r>
              <a:rPr lang="en-US" sz="3200" dirty="0" smtClean="0">
                <a:solidFill>
                  <a:srgbClr val="252616"/>
                </a:solidFill>
                <a:latin typeface="Trebuchet MS" charset="0"/>
              </a:rPr>
              <a:t>By</a:t>
            </a:r>
          </a:p>
          <a:p>
            <a:pPr algn="ctr" eaLnBrk="1"/>
            <a:r>
              <a:rPr lang="en-US" sz="3200" dirty="0" smtClean="0">
                <a:solidFill>
                  <a:srgbClr val="252616"/>
                </a:solidFill>
                <a:latin typeface="Trebuchet MS" charset="0"/>
              </a:rPr>
              <a:t>www.gapminder.org</a:t>
            </a:r>
            <a:endParaRPr lang="en-US" sz="3200" dirty="0">
              <a:solidFill>
                <a:srgbClr val="252616"/>
              </a:solidFill>
              <a:latin typeface="Trebuchet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94663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246216" y="1511351"/>
            <a:ext cx="864494" cy="559672"/>
            <a:chOff x="1981200" y="2190750"/>
            <a:chExt cx="823913" cy="533400"/>
          </a:xfrm>
          <a:solidFill>
            <a:srgbClr val="252616"/>
          </a:solidFill>
        </p:grpSpPr>
        <p:sp>
          <p:nvSpPr>
            <p:cNvPr id="18" name="Freeform 117"/>
            <p:cNvSpPr>
              <a:spLocks noChangeArrowheads="1"/>
            </p:cNvSpPr>
            <p:nvPr/>
          </p:nvSpPr>
          <p:spPr bwMode="auto">
            <a:xfrm>
              <a:off x="1981200" y="2190750"/>
              <a:ext cx="823913" cy="533400"/>
            </a:xfrm>
            <a:custGeom>
              <a:avLst/>
              <a:gdLst>
                <a:gd name="T0" fmla="*/ 2230 w 2290"/>
                <a:gd name="T1" fmla="*/ 750 h 1481"/>
                <a:gd name="T2" fmla="*/ 2171 w 2290"/>
                <a:gd name="T3" fmla="*/ 740 h 1481"/>
                <a:gd name="T4" fmla="*/ 2062 w 2290"/>
                <a:gd name="T5" fmla="*/ 602 h 1481"/>
                <a:gd name="T6" fmla="*/ 1983 w 2290"/>
                <a:gd name="T7" fmla="*/ 158 h 1481"/>
                <a:gd name="T8" fmla="*/ 1727 w 2290"/>
                <a:gd name="T9" fmla="*/ 59 h 1481"/>
                <a:gd name="T10" fmla="*/ 1332 w 2290"/>
                <a:gd name="T11" fmla="*/ 98 h 1481"/>
                <a:gd name="T12" fmla="*/ 760 w 2290"/>
                <a:gd name="T13" fmla="*/ 19 h 1481"/>
                <a:gd name="T14" fmla="*/ 256 w 2290"/>
                <a:gd name="T15" fmla="*/ 88 h 1481"/>
                <a:gd name="T16" fmla="*/ 69 w 2290"/>
                <a:gd name="T17" fmla="*/ 19 h 1481"/>
                <a:gd name="T18" fmla="*/ 29 w 2290"/>
                <a:gd name="T19" fmla="*/ 148 h 1481"/>
                <a:gd name="T20" fmla="*/ 138 w 2290"/>
                <a:gd name="T21" fmla="*/ 187 h 1481"/>
                <a:gd name="T22" fmla="*/ 217 w 2290"/>
                <a:gd name="T23" fmla="*/ 552 h 1481"/>
                <a:gd name="T24" fmla="*/ 266 w 2290"/>
                <a:gd name="T25" fmla="*/ 1184 h 1481"/>
                <a:gd name="T26" fmla="*/ 266 w 2290"/>
                <a:gd name="T27" fmla="*/ 1372 h 1481"/>
                <a:gd name="T28" fmla="*/ 434 w 2290"/>
                <a:gd name="T29" fmla="*/ 1470 h 1481"/>
                <a:gd name="T30" fmla="*/ 523 w 2290"/>
                <a:gd name="T31" fmla="*/ 1470 h 1481"/>
                <a:gd name="T32" fmla="*/ 789 w 2290"/>
                <a:gd name="T33" fmla="*/ 1460 h 1481"/>
                <a:gd name="T34" fmla="*/ 799 w 2290"/>
                <a:gd name="T35" fmla="*/ 1361 h 1481"/>
                <a:gd name="T36" fmla="*/ 858 w 2290"/>
                <a:gd name="T37" fmla="*/ 917 h 1481"/>
                <a:gd name="T38" fmla="*/ 1056 w 2290"/>
                <a:gd name="T39" fmla="*/ 1204 h 1481"/>
                <a:gd name="T40" fmla="*/ 1085 w 2290"/>
                <a:gd name="T41" fmla="*/ 1450 h 1481"/>
                <a:gd name="T42" fmla="*/ 1194 w 2290"/>
                <a:gd name="T43" fmla="*/ 1480 h 1481"/>
                <a:gd name="T44" fmla="*/ 1480 w 2290"/>
                <a:gd name="T45" fmla="*/ 1460 h 1481"/>
                <a:gd name="T46" fmla="*/ 1648 w 2290"/>
                <a:gd name="T47" fmla="*/ 1144 h 1481"/>
                <a:gd name="T48" fmla="*/ 1677 w 2290"/>
                <a:gd name="T49" fmla="*/ 730 h 1481"/>
                <a:gd name="T50" fmla="*/ 1816 w 2290"/>
                <a:gd name="T51" fmla="*/ 868 h 1481"/>
                <a:gd name="T52" fmla="*/ 2033 w 2290"/>
                <a:gd name="T53" fmla="*/ 987 h 1481"/>
                <a:gd name="T54" fmla="*/ 2270 w 2290"/>
                <a:gd name="T55" fmla="*/ 868 h 1481"/>
                <a:gd name="T56" fmla="*/ 1539 w 2290"/>
                <a:gd name="T57" fmla="*/ 750 h 1481"/>
                <a:gd name="T58" fmla="*/ 1520 w 2290"/>
                <a:gd name="T59" fmla="*/ 1085 h 1481"/>
                <a:gd name="T60" fmla="*/ 1470 w 2290"/>
                <a:gd name="T61" fmla="*/ 1352 h 1481"/>
                <a:gd name="T62" fmla="*/ 1411 w 2290"/>
                <a:gd name="T63" fmla="*/ 1243 h 1481"/>
                <a:gd name="T64" fmla="*/ 1362 w 2290"/>
                <a:gd name="T65" fmla="*/ 996 h 1481"/>
                <a:gd name="T66" fmla="*/ 1283 w 2290"/>
                <a:gd name="T67" fmla="*/ 1352 h 1481"/>
                <a:gd name="T68" fmla="*/ 1164 w 2290"/>
                <a:gd name="T69" fmla="*/ 1194 h 1481"/>
                <a:gd name="T70" fmla="*/ 1174 w 2290"/>
                <a:gd name="T71" fmla="*/ 1006 h 1481"/>
                <a:gd name="T72" fmla="*/ 1135 w 2290"/>
                <a:gd name="T73" fmla="*/ 769 h 1481"/>
                <a:gd name="T74" fmla="*/ 977 w 2290"/>
                <a:gd name="T75" fmla="*/ 799 h 1481"/>
                <a:gd name="T76" fmla="*/ 829 w 2290"/>
                <a:gd name="T77" fmla="*/ 809 h 1481"/>
                <a:gd name="T78" fmla="*/ 780 w 2290"/>
                <a:gd name="T79" fmla="*/ 789 h 1481"/>
                <a:gd name="T80" fmla="*/ 681 w 2290"/>
                <a:gd name="T81" fmla="*/ 838 h 1481"/>
                <a:gd name="T82" fmla="*/ 641 w 2290"/>
                <a:gd name="T83" fmla="*/ 1372 h 1481"/>
                <a:gd name="T84" fmla="*/ 582 w 2290"/>
                <a:gd name="T85" fmla="*/ 908 h 1481"/>
                <a:gd name="T86" fmla="*/ 473 w 2290"/>
                <a:gd name="T87" fmla="*/ 1223 h 1481"/>
                <a:gd name="T88" fmla="*/ 473 w 2290"/>
                <a:gd name="T89" fmla="*/ 1372 h 1481"/>
                <a:gd name="T90" fmla="*/ 375 w 2290"/>
                <a:gd name="T91" fmla="*/ 1352 h 1481"/>
                <a:gd name="T92" fmla="*/ 375 w 2290"/>
                <a:gd name="T93" fmla="*/ 1026 h 1481"/>
                <a:gd name="T94" fmla="*/ 335 w 2290"/>
                <a:gd name="T95" fmla="*/ 809 h 1481"/>
                <a:gd name="T96" fmla="*/ 345 w 2290"/>
                <a:gd name="T97" fmla="*/ 473 h 1481"/>
                <a:gd name="T98" fmla="*/ 543 w 2290"/>
                <a:gd name="T99" fmla="*/ 158 h 1481"/>
                <a:gd name="T100" fmla="*/ 760 w 2290"/>
                <a:gd name="T101" fmla="*/ 118 h 1481"/>
                <a:gd name="T102" fmla="*/ 1253 w 2290"/>
                <a:gd name="T103" fmla="*/ 217 h 1481"/>
                <a:gd name="T104" fmla="*/ 1362 w 2290"/>
                <a:gd name="T105" fmla="*/ 473 h 1481"/>
                <a:gd name="T106" fmla="*/ 1589 w 2290"/>
                <a:gd name="T107" fmla="*/ 562 h 1481"/>
                <a:gd name="T108" fmla="*/ 1688 w 2290"/>
                <a:gd name="T109" fmla="*/ 473 h 1481"/>
                <a:gd name="T110" fmla="*/ 1441 w 2290"/>
                <a:gd name="T111" fmla="*/ 365 h 1481"/>
                <a:gd name="T112" fmla="*/ 1598 w 2290"/>
                <a:gd name="T113" fmla="*/ 108 h 1481"/>
                <a:gd name="T114" fmla="*/ 1954 w 2290"/>
                <a:gd name="T115" fmla="*/ 286 h 1481"/>
                <a:gd name="T116" fmla="*/ 1964 w 2290"/>
                <a:gd name="T117" fmla="*/ 513 h 1481"/>
                <a:gd name="T118" fmla="*/ 2161 w 2290"/>
                <a:gd name="T119" fmla="*/ 848 h 1481"/>
                <a:gd name="T120" fmla="*/ 1904 w 2290"/>
                <a:gd name="T121" fmla="*/ 769 h 1481"/>
                <a:gd name="T122" fmla="*/ 1668 w 2290"/>
                <a:gd name="T123" fmla="*/ 631 h 1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90" h="1481">
                  <a:moveTo>
                    <a:pt x="2289" y="789"/>
                  </a:moveTo>
                  <a:lnTo>
                    <a:pt x="2289" y="789"/>
                  </a:lnTo>
                  <a:cubicBezTo>
                    <a:pt x="2280" y="779"/>
                    <a:pt x="2270" y="779"/>
                    <a:pt x="2270" y="779"/>
                  </a:cubicBezTo>
                  <a:cubicBezTo>
                    <a:pt x="2260" y="779"/>
                    <a:pt x="2260" y="779"/>
                    <a:pt x="2260" y="779"/>
                  </a:cubicBezTo>
                  <a:lnTo>
                    <a:pt x="2250" y="779"/>
                  </a:lnTo>
                  <a:cubicBezTo>
                    <a:pt x="2250" y="769"/>
                    <a:pt x="2240" y="759"/>
                    <a:pt x="2230" y="750"/>
                  </a:cubicBezTo>
                  <a:cubicBezTo>
                    <a:pt x="2220" y="750"/>
                    <a:pt x="2220" y="750"/>
                    <a:pt x="2220" y="750"/>
                  </a:cubicBezTo>
                  <a:lnTo>
                    <a:pt x="2220" y="750"/>
                  </a:lnTo>
                  <a:cubicBezTo>
                    <a:pt x="2211" y="740"/>
                    <a:pt x="2201" y="740"/>
                    <a:pt x="2191" y="740"/>
                  </a:cubicBezTo>
                  <a:cubicBezTo>
                    <a:pt x="2181" y="740"/>
                    <a:pt x="2181" y="740"/>
                    <a:pt x="2181" y="740"/>
                  </a:cubicBezTo>
                  <a:lnTo>
                    <a:pt x="2181" y="740"/>
                  </a:lnTo>
                  <a:cubicBezTo>
                    <a:pt x="2171" y="740"/>
                    <a:pt x="2171" y="740"/>
                    <a:pt x="2171" y="740"/>
                  </a:cubicBezTo>
                  <a:cubicBezTo>
                    <a:pt x="2161" y="740"/>
                    <a:pt x="2161" y="740"/>
                    <a:pt x="2151" y="740"/>
                  </a:cubicBezTo>
                  <a:lnTo>
                    <a:pt x="2151" y="740"/>
                  </a:lnTo>
                  <a:lnTo>
                    <a:pt x="2151" y="740"/>
                  </a:lnTo>
                  <a:cubicBezTo>
                    <a:pt x="2102" y="730"/>
                    <a:pt x="2082" y="710"/>
                    <a:pt x="2072" y="690"/>
                  </a:cubicBezTo>
                  <a:cubicBezTo>
                    <a:pt x="2062" y="671"/>
                    <a:pt x="2062" y="651"/>
                    <a:pt x="2062" y="621"/>
                  </a:cubicBezTo>
                  <a:cubicBezTo>
                    <a:pt x="2062" y="611"/>
                    <a:pt x="2062" y="611"/>
                    <a:pt x="2062" y="602"/>
                  </a:cubicBezTo>
                  <a:cubicBezTo>
                    <a:pt x="2062" y="572"/>
                    <a:pt x="2062" y="552"/>
                    <a:pt x="2072" y="532"/>
                  </a:cubicBezTo>
                  <a:cubicBezTo>
                    <a:pt x="2072" y="513"/>
                    <a:pt x="2072" y="503"/>
                    <a:pt x="2072" y="493"/>
                  </a:cubicBezTo>
                  <a:cubicBezTo>
                    <a:pt x="2072" y="473"/>
                    <a:pt x="2072" y="453"/>
                    <a:pt x="2072" y="444"/>
                  </a:cubicBezTo>
                  <a:cubicBezTo>
                    <a:pt x="2072" y="434"/>
                    <a:pt x="2072" y="414"/>
                    <a:pt x="2062" y="404"/>
                  </a:cubicBezTo>
                  <a:cubicBezTo>
                    <a:pt x="2062" y="374"/>
                    <a:pt x="2062" y="345"/>
                    <a:pt x="2062" y="325"/>
                  </a:cubicBezTo>
                  <a:cubicBezTo>
                    <a:pt x="2062" y="256"/>
                    <a:pt x="2023" y="207"/>
                    <a:pt x="1983" y="158"/>
                  </a:cubicBezTo>
                  <a:cubicBezTo>
                    <a:pt x="1964" y="128"/>
                    <a:pt x="1934" y="108"/>
                    <a:pt x="1914" y="88"/>
                  </a:cubicBezTo>
                  <a:cubicBezTo>
                    <a:pt x="1885" y="69"/>
                    <a:pt x="1845" y="69"/>
                    <a:pt x="1796" y="69"/>
                  </a:cubicBezTo>
                  <a:cubicBezTo>
                    <a:pt x="1786" y="69"/>
                    <a:pt x="1786" y="69"/>
                    <a:pt x="1776" y="69"/>
                  </a:cubicBezTo>
                  <a:cubicBezTo>
                    <a:pt x="1766" y="69"/>
                    <a:pt x="1756" y="69"/>
                    <a:pt x="1747" y="69"/>
                  </a:cubicBezTo>
                  <a:cubicBezTo>
                    <a:pt x="1737" y="69"/>
                    <a:pt x="1737" y="69"/>
                    <a:pt x="1737" y="69"/>
                  </a:cubicBezTo>
                  <a:cubicBezTo>
                    <a:pt x="1727" y="59"/>
                    <a:pt x="1727" y="59"/>
                    <a:pt x="1727" y="59"/>
                  </a:cubicBezTo>
                  <a:cubicBezTo>
                    <a:pt x="1717" y="49"/>
                    <a:pt x="1707" y="39"/>
                    <a:pt x="1688" y="29"/>
                  </a:cubicBezTo>
                  <a:cubicBezTo>
                    <a:pt x="1618" y="0"/>
                    <a:pt x="1559" y="0"/>
                    <a:pt x="1500" y="29"/>
                  </a:cubicBezTo>
                  <a:cubicBezTo>
                    <a:pt x="1480" y="39"/>
                    <a:pt x="1460" y="59"/>
                    <a:pt x="1431" y="79"/>
                  </a:cubicBezTo>
                  <a:cubicBezTo>
                    <a:pt x="1431" y="79"/>
                    <a:pt x="1431" y="79"/>
                    <a:pt x="1421" y="88"/>
                  </a:cubicBezTo>
                  <a:cubicBezTo>
                    <a:pt x="1411" y="98"/>
                    <a:pt x="1401" y="98"/>
                    <a:pt x="1391" y="98"/>
                  </a:cubicBezTo>
                  <a:cubicBezTo>
                    <a:pt x="1372" y="98"/>
                    <a:pt x="1352" y="98"/>
                    <a:pt x="1332" y="98"/>
                  </a:cubicBezTo>
                  <a:cubicBezTo>
                    <a:pt x="1312" y="108"/>
                    <a:pt x="1283" y="108"/>
                    <a:pt x="1253" y="108"/>
                  </a:cubicBezTo>
                  <a:cubicBezTo>
                    <a:pt x="1233" y="98"/>
                    <a:pt x="1204" y="98"/>
                    <a:pt x="1194" y="98"/>
                  </a:cubicBezTo>
                  <a:cubicBezTo>
                    <a:pt x="1174" y="98"/>
                    <a:pt x="1154" y="98"/>
                    <a:pt x="1135" y="88"/>
                  </a:cubicBezTo>
                  <a:cubicBezTo>
                    <a:pt x="1115" y="88"/>
                    <a:pt x="1085" y="88"/>
                    <a:pt x="1056" y="88"/>
                  </a:cubicBezTo>
                  <a:cubicBezTo>
                    <a:pt x="1006" y="79"/>
                    <a:pt x="947" y="59"/>
                    <a:pt x="898" y="39"/>
                  </a:cubicBezTo>
                  <a:cubicBezTo>
                    <a:pt x="848" y="19"/>
                    <a:pt x="799" y="19"/>
                    <a:pt x="760" y="19"/>
                  </a:cubicBezTo>
                  <a:cubicBezTo>
                    <a:pt x="740" y="29"/>
                    <a:pt x="740" y="29"/>
                    <a:pt x="740" y="29"/>
                  </a:cubicBezTo>
                  <a:cubicBezTo>
                    <a:pt x="690" y="39"/>
                    <a:pt x="641" y="39"/>
                    <a:pt x="602" y="49"/>
                  </a:cubicBezTo>
                  <a:cubicBezTo>
                    <a:pt x="523" y="49"/>
                    <a:pt x="464" y="79"/>
                    <a:pt x="424" y="128"/>
                  </a:cubicBezTo>
                  <a:cubicBezTo>
                    <a:pt x="424" y="128"/>
                    <a:pt x="424" y="128"/>
                    <a:pt x="424" y="138"/>
                  </a:cubicBezTo>
                  <a:cubicBezTo>
                    <a:pt x="414" y="128"/>
                    <a:pt x="414" y="128"/>
                    <a:pt x="414" y="128"/>
                  </a:cubicBezTo>
                  <a:cubicBezTo>
                    <a:pt x="365" y="98"/>
                    <a:pt x="316" y="88"/>
                    <a:pt x="256" y="88"/>
                  </a:cubicBezTo>
                  <a:cubicBezTo>
                    <a:pt x="227" y="98"/>
                    <a:pt x="197" y="88"/>
                    <a:pt x="177" y="69"/>
                  </a:cubicBezTo>
                  <a:cubicBezTo>
                    <a:pt x="167" y="69"/>
                    <a:pt x="158" y="69"/>
                    <a:pt x="158" y="59"/>
                  </a:cubicBezTo>
                  <a:cubicBezTo>
                    <a:pt x="158" y="39"/>
                    <a:pt x="148" y="19"/>
                    <a:pt x="138" y="9"/>
                  </a:cubicBezTo>
                  <a:cubicBezTo>
                    <a:pt x="128" y="9"/>
                    <a:pt x="108" y="0"/>
                    <a:pt x="89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9" y="19"/>
                    <a:pt x="69" y="19"/>
                    <a:pt x="69" y="19"/>
                  </a:cubicBezTo>
                  <a:cubicBezTo>
                    <a:pt x="59" y="19"/>
                    <a:pt x="59" y="29"/>
                    <a:pt x="59" y="29"/>
                  </a:cubicBezTo>
                  <a:cubicBezTo>
                    <a:pt x="59" y="39"/>
                    <a:pt x="59" y="49"/>
                    <a:pt x="49" y="59"/>
                  </a:cubicBezTo>
                  <a:cubicBezTo>
                    <a:pt x="49" y="59"/>
                    <a:pt x="39" y="69"/>
                    <a:pt x="29" y="79"/>
                  </a:cubicBezTo>
                  <a:cubicBezTo>
                    <a:pt x="29" y="79"/>
                    <a:pt x="19" y="79"/>
                    <a:pt x="19" y="8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29" y="148"/>
                    <a:pt x="29" y="148"/>
                    <a:pt x="29" y="148"/>
                  </a:cubicBezTo>
                  <a:cubicBezTo>
                    <a:pt x="29" y="158"/>
                    <a:pt x="19" y="167"/>
                    <a:pt x="29" y="177"/>
                  </a:cubicBezTo>
                  <a:cubicBezTo>
                    <a:pt x="29" y="197"/>
                    <a:pt x="39" y="217"/>
                    <a:pt x="59" y="227"/>
                  </a:cubicBezTo>
                  <a:cubicBezTo>
                    <a:pt x="69" y="236"/>
                    <a:pt x="69" y="236"/>
                    <a:pt x="69" y="236"/>
                  </a:cubicBezTo>
                  <a:cubicBezTo>
                    <a:pt x="79" y="227"/>
                    <a:pt x="79" y="227"/>
                    <a:pt x="79" y="227"/>
                  </a:cubicBezTo>
                  <a:lnTo>
                    <a:pt x="89" y="227"/>
                  </a:lnTo>
                  <a:cubicBezTo>
                    <a:pt x="108" y="217"/>
                    <a:pt x="128" y="207"/>
                    <a:pt x="138" y="187"/>
                  </a:cubicBezTo>
                  <a:cubicBezTo>
                    <a:pt x="148" y="187"/>
                    <a:pt x="167" y="197"/>
                    <a:pt x="177" y="197"/>
                  </a:cubicBezTo>
                  <a:cubicBezTo>
                    <a:pt x="197" y="197"/>
                    <a:pt x="217" y="187"/>
                    <a:pt x="237" y="187"/>
                  </a:cubicBezTo>
                  <a:cubicBezTo>
                    <a:pt x="246" y="187"/>
                    <a:pt x="256" y="187"/>
                    <a:pt x="266" y="187"/>
                  </a:cubicBezTo>
                  <a:cubicBezTo>
                    <a:pt x="296" y="187"/>
                    <a:pt x="325" y="197"/>
                    <a:pt x="355" y="217"/>
                  </a:cubicBezTo>
                  <a:cubicBezTo>
                    <a:pt x="266" y="306"/>
                    <a:pt x="237" y="374"/>
                    <a:pt x="227" y="414"/>
                  </a:cubicBezTo>
                  <a:cubicBezTo>
                    <a:pt x="217" y="453"/>
                    <a:pt x="217" y="503"/>
                    <a:pt x="217" y="552"/>
                  </a:cubicBezTo>
                  <a:cubicBezTo>
                    <a:pt x="217" y="582"/>
                    <a:pt x="217" y="621"/>
                    <a:pt x="217" y="641"/>
                  </a:cubicBezTo>
                  <a:cubicBezTo>
                    <a:pt x="207" y="681"/>
                    <a:pt x="217" y="700"/>
                    <a:pt x="227" y="730"/>
                  </a:cubicBezTo>
                  <a:cubicBezTo>
                    <a:pt x="237" y="750"/>
                    <a:pt x="237" y="759"/>
                    <a:pt x="237" y="779"/>
                  </a:cubicBezTo>
                  <a:cubicBezTo>
                    <a:pt x="237" y="829"/>
                    <a:pt x="246" y="878"/>
                    <a:pt x="246" y="927"/>
                  </a:cubicBezTo>
                  <a:cubicBezTo>
                    <a:pt x="256" y="957"/>
                    <a:pt x="256" y="987"/>
                    <a:pt x="256" y="1026"/>
                  </a:cubicBezTo>
                  <a:cubicBezTo>
                    <a:pt x="266" y="1184"/>
                    <a:pt x="266" y="1184"/>
                    <a:pt x="266" y="1184"/>
                  </a:cubicBezTo>
                  <a:cubicBezTo>
                    <a:pt x="266" y="1194"/>
                    <a:pt x="266" y="1194"/>
                    <a:pt x="266" y="1204"/>
                  </a:cubicBezTo>
                  <a:cubicBezTo>
                    <a:pt x="266" y="1214"/>
                    <a:pt x="276" y="1223"/>
                    <a:pt x="276" y="1223"/>
                  </a:cubicBezTo>
                  <a:cubicBezTo>
                    <a:pt x="276" y="1273"/>
                    <a:pt x="276" y="1312"/>
                    <a:pt x="276" y="1352"/>
                  </a:cubicBezTo>
                  <a:cubicBezTo>
                    <a:pt x="266" y="1352"/>
                    <a:pt x="266" y="1352"/>
                    <a:pt x="266" y="1352"/>
                  </a:cubicBezTo>
                  <a:cubicBezTo>
                    <a:pt x="266" y="1361"/>
                    <a:pt x="266" y="1361"/>
                    <a:pt x="266" y="1361"/>
                  </a:cubicBezTo>
                  <a:cubicBezTo>
                    <a:pt x="266" y="1372"/>
                    <a:pt x="266" y="1372"/>
                    <a:pt x="266" y="1372"/>
                  </a:cubicBezTo>
                  <a:cubicBezTo>
                    <a:pt x="266" y="1381"/>
                    <a:pt x="266" y="1381"/>
                    <a:pt x="266" y="1381"/>
                  </a:cubicBezTo>
                  <a:lnTo>
                    <a:pt x="266" y="1391"/>
                  </a:lnTo>
                  <a:cubicBezTo>
                    <a:pt x="266" y="1401"/>
                    <a:pt x="276" y="1411"/>
                    <a:pt x="276" y="1421"/>
                  </a:cubicBezTo>
                  <a:cubicBezTo>
                    <a:pt x="286" y="1450"/>
                    <a:pt x="306" y="1460"/>
                    <a:pt x="335" y="1460"/>
                  </a:cubicBezTo>
                  <a:cubicBezTo>
                    <a:pt x="355" y="1460"/>
                    <a:pt x="365" y="1460"/>
                    <a:pt x="375" y="1460"/>
                  </a:cubicBezTo>
                  <a:cubicBezTo>
                    <a:pt x="395" y="1470"/>
                    <a:pt x="414" y="1470"/>
                    <a:pt x="434" y="1470"/>
                  </a:cubicBezTo>
                  <a:cubicBezTo>
                    <a:pt x="444" y="1470"/>
                    <a:pt x="444" y="1470"/>
                    <a:pt x="444" y="1470"/>
                  </a:cubicBezTo>
                  <a:lnTo>
                    <a:pt x="444" y="1470"/>
                  </a:lnTo>
                  <a:cubicBezTo>
                    <a:pt x="454" y="1470"/>
                    <a:pt x="464" y="1470"/>
                    <a:pt x="464" y="1470"/>
                  </a:cubicBezTo>
                  <a:cubicBezTo>
                    <a:pt x="473" y="1470"/>
                    <a:pt x="483" y="1470"/>
                    <a:pt x="483" y="1470"/>
                  </a:cubicBezTo>
                  <a:cubicBezTo>
                    <a:pt x="503" y="1470"/>
                    <a:pt x="513" y="1470"/>
                    <a:pt x="523" y="1470"/>
                  </a:cubicBezTo>
                  <a:lnTo>
                    <a:pt x="523" y="1470"/>
                  </a:lnTo>
                  <a:cubicBezTo>
                    <a:pt x="533" y="1470"/>
                    <a:pt x="543" y="1470"/>
                    <a:pt x="552" y="1460"/>
                  </a:cubicBezTo>
                  <a:cubicBezTo>
                    <a:pt x="552" y="1460"/>
                    <a:pt x="552" y="1460"/>
                    <a:pt x="562" y="1460"/>
                  </a:cubicBezTo>
                  <a:cubicBezTo>
                    <a:pt x="562" y="1460"/>
                    <a:pt x="582" y="1460"/>
                    <a:pt x="592" y="1470"/>
                  </a:cubicBezTo>
                  <a:cubicBezTo>
                    <a:pt x="602" y="1470"/>
                    <a:pt x="612" y="1470"/>
                    <a:pt x="612" y="1470"/>
                  </a:cubicBezTo>
                  <a:cubicBezTo>
                    <a:pt x="631" y="1480"/>
                    <a:pt x="651" y="1480"/>
                    <a:pt x="671" y="1480"/>
                  </a:cubicBezTo>
                  <a:cubicBezTo>
                    <a:pt x="690" y="1480"/>
                    <a:pt x="750" y="1470"/>
                    <a:pt x="789" y="1460"/>
                  </a:cubicBezTo>
                  <a:lnTo>
                    <a:pt x="789" y="1460"/>
                  </a:lnTo>
                  <a:cubicBezTo>
                    <a:pt x="799" y="1450"/>
                    <a:pt x="799" y="1450"/>
                    <a:pt x="799" y="1450"/>
                  </a:cubicBezTo>
                  <a:cubicBezTo>
                    <a:pt x="799" y="1440"/>
                    <a:pt x="799" y="1431"/>
                    <a:pt x="799" y="1421"/>
                  </a:cubicBezTo>
                  <a:lnTo>
                    <a:pt x="799" y="1421"/>
                  </a:lnTo>
                  <a:cubicBezTo>
                    <a:pt x="799" y="1391"/>
                    <a:pt x="799" y="1391"/>
                    <a:pt x="799" y="1391"/>
                  </a:cubicBezTo>
                  <a:cubicBezTo>
                    <a:pt x="799" y="1361"/>
                    <a:pt x="799" y="1361"/>
                    <a:pt x="799" y="1361"/>
                  </a:cubicBezTo>
                  <a:cubicBezTo>
                    <a:pt x="799" y="1302"/>
                    <a:pt x="799" y="1302"/>
                    <a:pt x="799" y="1302"/>
                  </a:cubicBezTo>
                  <a:cubicBezTo>
                    <a:pt x="799" y="1293"/>
                    <a:pt x="799" y="1282"/>
                    <a:pt x="799" y="1273"/>
                  </a:cubicBezTo>
                  <a:cubicBezTo>
                    <a:pt x="799" y="1253"/>
                    <a:pt x="799" y="1223"/>
                    <a:pt x="799" y="1204"/>
                  </a:cubicBezTo>
                  <a:cubicBezTo>
                    <a:pt x="799" y="1115"/>
                    <a:pt x="799" y="1026"/>
                    <a:pt x="799" y="908"/>
                  </a:cubicBezTo>
                  <a:cubicBezTo>
                    <a:pt x="819" y="917"/>
                    <a:pt x="829" y="917"/>
                    <a:pt x="848" y="917"/>
                  </a:cubicBezTo>
                  <a:lnTo>
                    <a:pt x="858" y="917"/>
                  </a:lnTo>
                  <a:cubicBezTo>
                    <a:pt x="967" y="908"/>
                    <a:pt x="967" y="908"/>
                    <a:pt x="967" y="908"/>
                  </a:cubicBezTo>
                  <a:cubicBezTo>
                    <a:pt x="987" y="908"/>
                    <a:pt x="1016" y="898"/>
                    <a:pt x="1036" y="898"/>
                  </a:cubicBezTo>
                  <a:cubicBezTo>
                    <a:pt x="1036" y="898"/>
                    <a:pt x="1046" y="898"/>
                    <a:pt x="1046" y="888"/>
                  </a:cubicBezTo>
                  <a:cubicBezTo>
                    <a:pt x="1056" y="917"/>
                    <a:pt x="1056" y="927"/>
                    <a:pt x="1056" y="957"/>
                  </a:cubicBezTo>
                  <a:cubicBezTo>
                    <a:pt x="1056" y="967"/>
                    <a:pt x="1056" y="967"/>
                    <a:pt x="1056" y="967"/>
                  </a:cubicBezTo>
                  <a:cubicBezTo>
                    <a:pt x="1056" y="1046"/>
                    <a:pt x="1046" y="1125"/>
                    <a:pt x="1056" y="1204"/>
                  </a:cubicBezTo>
                  <a:cubicBezTo>
                    <a:pt x="1066" y="1233"/>
                    <a:pt x="1066" y="1263"/>
                    <a:pt x="1066" y="1282"/>
                  </a:cubicBezTo>
                  <a:cubicBezTo>
                    <a:pt x="1066" y="1302"/>
                    <a:pt x="1056" y="1312"/>
                    <a:pt x="1066" y="1322"/>
                  </a:cubicBezTo>
                  <a:cubicBezTo>
                    <a:pt x="1066" y="1352"/>
                    <a:pt x="1066" y="1352"/>
                    <a:pt x="1066" y="1352"/>
                  </a:cubicBezTo>
                  <a:lnTo>
                    <a:pt x="1066" y="1361"/>
                  </a:lnTo>
                  <a:cubicBezTo>
                    <a:pt x="1066" y="1372"/>
                    <a:pt x="1066" y="1372"/>
                    <a:pt x="1075" y="1372"/>
                  </a:cubicBezTo>
                  <a:cubicBezTo>
                    <a:pt x="1056" y="1401"/>
                    <a:pt x="1075" y="1431"/>
                    <a:pt x="1085" y="1450"/>
                  </a:cubicBezTo>
                  <a:cubicBezTo>
                    <a:pt x="1095" y="1460"/>
                    <a:pt x="1095" y="1460"/>
                    <a:pt x="1095" y="1460"/>
                  </a:cubicBezTo>
                  <a:cubicBezTo>
                    <a:pt x="1125" y="1470"/>
                    <a:pt x="1125" y="1470"/>
                    <a:pt x="1125" y="1470"/>
                  </a:cubicBezTo>
                  <a:cubicBezTo>
                    <a:pt x="1135" y="1470"/>
                    <a:pt x="1135" y="1470"/>
                    <a:pt x="1135" y="1470"/>
                  </a:cubicBezTo>
                  <a:lnTo>
                    <a:pt x="1135" y="1470"/>
                  </a:lnTo>
                  <a:cubicBezTo>
                    <a:pt x="1194" y="1470"/>
                    <a:pt x="1194" y="1470"/>
                    <a:pt x="1194" y="1470"/>
                  </a:cubicBezTo>
                  <a:cubicBezTo>
                    <a:pt x="1194" y="1480"/>
                    <a:pt x="1194" y="1480"/>
                    <a:pt x="1194" y="1480"/>
                  </a:cubicBezTo>
                  <a:cubicBezTo>
                    <a:pt x="1312" y="1480"/>
                    <a:pt x="1312" y="1480"/>
                    <a:pt x="1312" y="1480"/>
                  </a:cubicBezTo>
                  <a:cubicBezTo>
                    <a:pt x="1322" y="1470"/>
                    <a:pt x="1322" y="1470"/>
                    <a:pt x="1322" y="1470"/>
                  </a:cubicBezTo>
                  <a:cubicBezTo>
                    <a:pt x="1342" y="1470"/>
                    <a:pt x="1362" y="1450"/>
                    <a:pt x="1381" y="1431"/>
                  </a:cubicBezTo>
                  <a:lnTo>
                    <a:pt x="1381" y="1431"/>
                  </a:lnTo>
                  <a:lnTo>
                    <a:pt x="1391" y="1440"/>
                  </a:lnTo>
                  <a:cubicBezTo>
                    <a:pt x="1421" y="1460"/>
                    <a:pt x="1451" y="1460"/>
                    <a:pt x="1480" y="1460"/>
                  </a:cubicBezTo>
                  <a:cubicBezTo>
                    <a:pt x="1490" y="1460"/>
                    <a:pt x="1500" y="1460"/>
                    <a:pt x="1510" y="1460"/>
                  </a:cubicBezTo>
                  <a:cubicBezTo>
                    <a:pt x="1530" y="1470"/>
                    <a:pt x="1549" y="1460"/>
                    <a:pt x="1569" y="1450"/>
                  </a:cubicBezTo>
                  <a:cubicBezTo>
                    <a:pt x="1628" y="1411"/>
                    <a:pt x="1648" y="1361"/>
                    <a:pt x="1648" y="1312"/>
                  </a:cubicBezTo>
                  <a:cubicBezTo>
                    <a:pt x="1638" y="1302"/>
                    <a:pt x="1638" y="1293"/>
                    <a:pt x="1638" y="1282"/>
                  </a:cubicBezTo>
                  <a:cubicBezTo>
                    <a:pt x="1638" y="1263"/>
                    <a:pt x="1648" y="1253"/>
                    <a:pt x="1648" y="1243"/>
                  </a:cubicBezTo>
                  <a:cubicBezTo>
                    <a:pt x="1648" y="1214"/>
                    <a:pt x="1648" y="1174"/>
                    <a:pt x="1648" y="1144"/>
                  </a:cubicBezTo>
                  <a:cubicBezTo>
                    <a:pt x="1638" y="1125"/>
                    <a:pt x="1638" y="1125"/>
                    <a:pt x="1638" y="1125"/>
                  </a:cubicBezTo>
                  <a:cubicBezTo>
                    <a:pt x="1638" y="1095"/>
                    <a:pt x="1638" y="1065"/>
                    <a:pt x="1628" y="1036"/>
                  </a:cubicBezTo>
                  <a:cubicBezTo>
                    <a:pt x="1628" y="937"/>
                    <a:pt x="1638" y="858"/>
                    <a:pt x="1648" y="789"/>
                  </a:cubicBezTo>
                  <a:cubicBezTo>
                    <a:pt x="1648" y="769"/>
                    <a:pt x="1648" y="759"/>
                    <a:pt x="1658" y="740"/>
                  </a:cubicBezTo>
                  <a:cubicBezTo>
                    <a:pt x="1658" y="730"/>
                    <a:pt x="1658" y="730"/>
                    <a:pt x="1658" y="730"/>
                  </a:cubicBezTo>
                  <a:cubicBezTo>
                    <a:pt x="1668" y="730"/>
                    <a:pt x="1668" y="730"/>
                    <a:pt x="1677" y="730"/>
                  </a:cubicBezTo>
                  <a:cubicBezTo>
                    <a:pt x="1688" y="730"/>
                    <a:pt x="1688" y="730"/>
                    <a:pt x="1688" y="730"/>
                  </a:cubicBezTo>
                  <a:cubicBezTo>
                    <a:pt x="1707" y="730"/>
                    <a:pt x="1727" y="720"/>
                    <a:pt x="1737" y="720"/>
                  </a:cubicBezTo>
                  <a:cubicBezTo>
                    <a:pt x="1747" y="720"/>
                    <a:pt x="1747" y="720"/>
                    <a:pt x="1756" y="720"/>
                  </a:cubicBezTo>
                  <a:lnTo>
                    <a:pt x="1756" y="730"/>
                  </a:lnTo>
                  <a:cubicBezTo>
                    <a:pt x="1756" y="740"/>
                    <a:pt x="1766" y="750"/>
                    <a:pt x="1766" y="759"/>
                  </a:cubicBezTo>
                  <a:cubicBezTo>
                    <a:pt x="1776" y="789"/>
                    <a:pt x="1786" y="838"/>
                    <a:pt x="1816" y="868"/>
                  </a:cubicBezTo>
                  <a:cubicBezTo>
                    <a:pt x="1826" y="868"/>
                    <a:pt x="1826" y="878"/>
                    <a:pt x="1835" y="878"/>
                  </a:cubicBezTo>
                  <a:cubicBezTo>
                    <a:pt x="1845" y="898"/>
                    <a:pt x="1855" y="908"/>
                    <a:pt x="1865" y="917"/>
                  </a:cubicBezTo>
                  <a:cubicBezTo>
                    <a:pt x="1885" y="937"/>
                    <a:pt x="1914" y="967"/>
                    <a:pt x="1964" y="967"/>
                  </a:cubicBezTo>
                  <a:cubicBezTo>
                    <a:pt x="1974" y="977"/>
                    <a:pt x="1983" y="977"/>
                    <a:pt x="1993" y="977"/>
                  </a:cubicBezTo>
                  <a:cubicBezTo>
                    <a:pt x="2003" y="977"/>
                    <a:pt x="2013" y="987"/>
                    <a:pt x="2023" y="987"/>
                  </a:cubicBezTo>
                  <a:cubicBezTo>
                    <a:pt x="2033" y="987"/>
                    <a:pt x="2033" y="987"/>
                    <a:pt x="2033" y="987"/>
                  </a:cubicBezTo>
                  <a:cubicBezTo>
                    <a:pt x="2053" y="987"/>
                    <a:pt x="2062" y="996"/>
                    <a:pt x="2082" y="987"/>
                  </a:cubicBezTo>
                  <a:cubicBezTo>
                    <a:pt x="2141" y="977"/>
                    <a:pt x="2171" y="977"/>
                    <a:pt x="2230" y="937"/>
                  </a:cubicBezTo>
                  <a:cubicBezTo>
                    <a:pt x="2240" y="927"/>
                    <a:pt x="2250" y="917"/>
                    <a:pt x="2250" y="898"/>
                  </a:cubicBezTo>
                  <a:cubicBezTo>
                    <a:pt x="2260" y="898"/>
                    <a:pt x="2260" y="898"/>
                    <a:pt x="2260" y="888"/>
                  </a:cubicBezTo>
                  <a:lnTo>
                    <a:pt x="2260" y="888"/>
                  </a:lnTo>
                  <a:cubicBezTo>
                    <a:pt x="2270" y="878"/>
                    <a:pt x="2270" y="878"/>
                    <a:pt x="2270" y="868"/>
                  </a:cubicBezTo>
                  <a:cubicBezTo>
                    <a:pt x="2270" y="868"/>
                    <a:pt x="2270" y="868"/>
                    <a:pt x="2270" y="858"/>
                  </a:cubicBezTo>
                  <a:cubicBezTo>
                    <a:pt x="2280" y="858"/>
                    <a:pt x="2280" y="858"/>
                    <a:pt x="2280" y="848"/>
                  </a:cubicBezTo>
                  <a:cubicBezTo>
                    <a:pt x="2280" y="838"/>
                    <a:pt x="2289" y="829"/>
                    <a:pt x="2289" y="819"/>
                  </a:cubicBezTo>
                  <a:cubicBezTo>
                    <a:pt x="2289" y="819"/>
                    <a:pt x="2289" y="809"/>
                    <a:pt x="2289" y="789"/>
                  </a:cubicBezTo>
                  <a:close/>
                  <a:moveTo>
                    <a:pt x="1539" y="750"/>
                  </a:moveTo>
                  <a:lnTo>
                    <a:pt x="1539" y="750"/>
                  </a:lnTo>
                  <a:lnTo>
                    <a:pt x="1539" y="750"/>
                  </a:lnTo>
                  <a:cubicBezTo>
                    <a:pt x="1539" y="759"/>
                    <a:pt x="1539" y="759"/>
                    <a:pt x="1539" y="759"/>
                  </a:cubicBezTo>
                  <a:cubicBezTo>
                    <a:pt x="1539" y="769"/>
                    <a:pt x="1539" y="779"/>
                    <a:pt x="1539" y="799"/>
                  </a:cubicBezTo>
                  <a:cubicBezTo>
                    <a:pt x="1520" y="858"/>
                    <a:pt x="1510" y="917"/>
                    <a:pt x="1520" y="987"/>
                  </a:cubicBezTo>
                  <a:cubicBezTo>
                    <a:pt x="1520" y="1006"/>
                    <a:pt x="1520" y="1026"/>
                    <a:pt x="1520" y="1046"/>
                  </a:cubicBezTo>
                  <a:cubicBezTo>
                    <a:pt x="1520" y="1056"/>
                    <a:pt x="1520" y="1065"/>
                    <a:pt x="1520" y="1085"/>
                  </a:cubicBezTo>
                  <a:cubicBezTo>
                    <a:pt x="1520" y="1105"/>
                    <a:pt x="1520" y="1115"/>
                    <a:pt x="1530" y="1135"/>
                  </a:cubicBezTo>
                  <a:cubicBezTo>
                    <a:pt x="1530" y="1184"/>
                    <a:pt x="1539" y="1223"/>
                    <a:pt x="1530" y="1253"/>
                  </a:cubicBezTo>
                  <a:cubicBezTo>
                    <a:pt x="1530" y="1273"/>
                    <a:pt x="1530" y="1282"/>
                    <a:pt x="1530" y="1293"/>
                  </a:cubicBezTo>
                  <a:lnTo>
                    <a:pt x="1530" y="1302"/>
                  </a:lnTo>
                  <a:cubicBezTo>
                    <a:pt x="1530" y="1322"/>
                    <a:pt x="1520" y="1342"/>
                    <a:pt x="1500" y="1352"/>
                  </a:cubicBezTo>
                  <a:cubicBezTo>
                    <a:pt x="1490" y="1352"/>
                    <a:pt x="1480" y="1352"/>
                    <a:pt x="1470" y="1352"/>
                  </a:cubicBezTo>
                  <a:cubicBezTo>
                    <a:pt x="1460" y="1352"/>
                    <a:pt x="1441" y="1352"/>
                    <a:pt x="1441" y="1352"/>
                  </a:cubicBezTo>
                  <a:cubicBezTo>
                    <a:pt x="1431" y="1342"/>
                    <a:pt x="1431" y="1332"/>
                    <a:pt x="1431" y="1312"/>
                  </a:cubicBezTo>
                  <a:cubicBezTo>
                    <a:pt x="1421" y="1302"/>
                    <a:pt x="1421" y="1302"/>
                    <a:pt x="1421" y="1302"/>
                  </a:cubicBezTo>
                  <a:lnTo>
                    <a:pt x="1421" y="1302"/>
                  </a:lnTo>
                  <a:lnTo>
                    <a:pt x="1421" y="1293"/>
                  </a:lnTo>
                  <a:cubicBezTo>
                    <a:pt x="1421" y="1282"/>
                    <a:pt x="1411" y="1263"/>
                    <a:pt x="1411" y="1243"/>
                  </a:cubicBezTo>
                  <a:cubicBezTo>
                    <a:pt x="1411" y="1204"/>
                    <a:pt x="1401" y="1154"/>
                    <a:pt x="1411" y="1105"/>
                  </a:cubicBezTo>
                  <a:cubicBezTo>
                    <a:pt x="1411" y="1085"/>
                    <a:pt x="1411" y="1065"/>
                    <a:pt x="1401" y="1046"/>
                  </a:cubicBezTo>
                  <a:cubicBezTo>
                    <a:pt x="1401" y="1036"/>
                    <a:pt x="1391" y="1026"/>
                    <a:pt x="1391" y="1016"/>
                  </a:cubicBezTo>
                  <a:lnTo>
                    <a:pt x="1381" y="1016"/>
                  </a:lnTo>
                  <a:cubicBezTo>
                    <a:pt x="1372" y="996"/>
                    <a:pt x="1372" y="996"/>
                    <a:pt x="1372" y="996"/>
                  </a:cubicBezTo>
                  <a:cubicBezTo>
                    <a:pt x="1362" y="996"/>
                    <a:pt x="1362" y="996"/>
                    <a:pt x="1362" y="996"/>
                  </a:cubicBezTo>
                  <a:cubicBezTo>
                    <a:pt x="1332" y="1006"/>
                    <a:pt x="1312" y="1016"/>
                    <a:pt x="1303" y="1026"/>
                  </a:cubicBezTo>
                  <a:cubicBezTo>
                    <a:pt x="1283" y="1036"/>
                    <a:pt x="1283" y="1056"/>
                    <a:pt x="1283" y="1085"/>
                  </a:cubicBezTo>
                  <a:cubicBezTo>
                    <a:pt x="1283" y="1115"/>
                    <a:pt x="1293" y="1135"/>
                    <a:pt x="1293" y="1164"/>
                  </a:cubicBezTo>
                  <a:cubicBezTo>
                    <a:pt x="1293" y="1184"/>
                    <a:pt x="1293" y="1204"/>
                    <a:pt x="1293" y="1223"/>
                  </a:cubicBezTo>
                  <a:cubicBezTo>
                    <a:pt x="1293" y="1233"/>
                    <a:pt x="1293" y="1243"/>
                    <a:pt x="1293" y="1253"/>
                  </a:cubicBezTo>
                  <a:cubicBezTo>
                    <a:pt x="1293" y="1293"/>
                    <a:pt x="1303" y="1322"/>
                    <a:pt x="1283" y="1352"/>
                  </a:cubicBezTo>
                  <a:cubicBezTo>
                    <a:pt x="1273" y="1372"/>
                    <a:pt x="1273" y="1372"/>
                    <a:pt x="1253" y="1372"/>
                  </a:cubicBezTo>
                  <a:cubicBezTo>
                    <a:pt x="1233" y="1372"/>
                    <a:pt x="1214" y="1372"/>
                    <a:pt x="1194" y="1372"/>
                  </a:cubicBezTo>
                  <a:cubicBezTo>
                    <a:pt x="1194" y="1361"/>
                    <a:pt x="1194" y="1361"/>
                    <a:pt x="1194" y="1361"/>
                  </a:cubicBezTo>
                  <a:cubicBezTo>
                    <a:pt x="1194" y="1332"/>
                    <a:pt x="1184" y="1312"/>
                    <a:pt x="1184" y="1282"/>
                  </a:cubicBezTo>
                  <a:cubicBezTo>
                    <a:pt x="1184" y="1253"/>
                    <a:pt x="1174" y="1223"/>
                    <a:pt x="1174" y="1194"/>
                  </a:cubicBezTo>
                  <a:cubicBezTo>
                    <a:pt x="1164" y="1194"/>
                    <a:pt x="1164" y="1194"/>
                    <a:pt x="1164" y="1194"/>
                  </a:cubicBezTo>
                  <a:cubicBezTo>
                    <a:pt x="1174" y="1194"/>
                    <a:pt x="1174" y="1194"/>
                    <a:pt x="1174" y="1194"/>
                  </a:cubicBezTo>
                  <a:cubicBezTo>
                    <a:pt x="1174" y="1174"/>
                    <a:pt x="1164" y="1164"/>
                    <a:pt x="1164" y="1144"/>
                  </a:cubicBezTo>
                  <a:cubicBezTo>
                    <a:pt x="1164" y="1135"/>
                    <a:pt x="1164" y="1125"/>
                    <a:pt x="1164" y="1125"/>
                  </a:cubicBezTo>
                  <a:cubicBezTo>
                    <a:pt x="1164" y="1105"/>
                    <a:pt x="1164" y="1075"/>
                    <a:pt x="1164" y="1056"/>
                  </a:cubicBezTo>
                  <a:cubicBezTo>
                    <a:pt x="1174" y="1026"/>
                    <a:pt x="1174" y="1026"/>
                    <a:pt x="1174" y="1026"/>
                  </a:cubicBezTo>
                  <a:cubicBezTo>
                    <a:pt x="1174" y="1016"/>
                    <a:pt x="1174" y="1006"/>
                    <a:pt x="1174" y="1006"/>
                  </a:cubicBezTo>
                  <a:cubicBezTo>
                    <a:pt x="1174" y="987"/>
                    <a:pt x="1174" y="967"/>
                    <a:pt x="1174" y="947"/>
                  </a:cubicBezTo>
                  <a:cubicBezTo>
                    <a:pt x="1174" y="937"/>
                    <a:pt x="1174" y="917"/>
                    <a:pt x="1174" y="908"/>
                  </a:cubicBezTo>
                  <a:lnTo>
                    <a:pt x="1164" y="898"/>
                  </a:lnTo>
                  <a:cubicBezTo>
                    <a:pt x="1164" y="888"/>
                    <a:pt x="1164" y="878"/>
                    <a:pt x="1164" y="868"/>
                  </a:cubicBezTo>
                  <a:cubicBezTo>
                    <a:pt x="1164" y="858"/>
                    <a:pt x="1154" y="838"/>
                    <a:pt x="1154" y="829"/>
                  </a:cubicBezTo>
                  <a:cubicBezTo>
                    <a:pt x="1154" y="799"/>
                    <a:pt x="1145" y="779"/>
                    <a:pt x="1135" y="769"/>
                  </a:cubicBezTo>
                  <a:cubicBezTo>
                    <a:pt x="1115" y="759"/>
                    <a:pt x="1095" y="750"/>
                    <a:pt x="1075" y="759"/>
                  </a:cubicBezTo>
                  <a:cubicBezTo>
                    <a:pt x="1066" y="759"/>
                    <a:pt x="1066" y="759"/>
                    <a:pt x="1066" y="759"/>
                  </a:cubicBezTo>
                  <a:cubicBezTo>
                    <a:pt x="1056" y="759"/>
                    <a:pt x="1036" y="769"/>
                    <a:pt x="1026" y="779"/>
                  </a:cubicBezTo>
                  <a:cubicBezTo>
                    <a:pt x="1026" y="789"/>
                    <a:pt x="1016" y="789"/>
                    <a:pt x="1006" y="789"/>
                  </a:cubicBezTo>
                  <a:cubicBezTo>
                    <a:pt x="997" y="789"/>
                    <a:pt x="997" y="789"/>
                    <a:pt x="987" y="789"/>
                  </a:cubicBezTo>
                  <a:cubicBezTo>
                    <a:pt x="987" y="799"/>
                    <a:pt x="977" y="799"/>
                    <a:pt x="977" y="799"/>
                  </a:cubicBezTo>
                  <a:cubicBezTo>
                    <a:pt x="967" y="799"/>
                    <a:pt x="957" y="799"/>
                    <a:pt x="957" y="799"/>
                  </a:cubicBezTo>
                  <a:cubicBezTo>
                    <a:pt x="937" y="809"/>
                    <a:pt x="927" y="809"/>
                    <a:pt x="918" y="809"/>
                  </a:cubicBezTo>
                  <a:cubicBezTo>
                    <a:pt x="908" y="809"/>
                    <a:pt x="908" y="809"/>
                    <a:pt x="898" y="809"/>
                  </a:cubicBezTo>
                  <a:lnTo>
                    <a:pt x="898" y="809"/>
                  </a:lnTo>
                  <a:cubicBezTo>
                    <a:pt x="839" y="809"/>
                    <a:pt x="839" y="809"/>
                    <a:pt x="839" y="809"/>
                  </a:cubicBezTo>
                  <a:lnTo>
                    <a:pt x="829" y="809"/>
                  </a:lnTo>
                  <a:cubicBezTo>
                    <a:pt x="829" y="809"/>
                    <a:pt x="829" y="809"/>
                    <a:pt x="819" y="809"/>
                  </a:cubicBezTo>
                  <a:lnTo>
                    <a:pt x="819" y="809"/>
                  </a:lnTo>
                  <a:lnTo>
                    <a:pt x="809" y="799"/>
                  </a:lnTo>
                  <a:cubicBezTo>
                    <a:pt x="799" y="789"/>
                    <a:pt x="799" y="789"/>
                    <a:pt x="799" y="789"/>
                  </a:cubicBezTo>
                  <a:cubicBezTo>
                    <a:pt x="789" y="789"/>
                    <a:pt x="789" y="789"/>
                    <a:pt x="789" y="789"/>
                  </a:cubicBezTo>
                  <a:cubicBezTo>
                    <a:pt x="789" y="789"/>
                    <a:pt x="789" y="789"/>
                    <a:pt x="780" y="789"/>
                  </a:cubicBezTo>
                  <a:cubicBezTo>
                    <a:pt x="769" y="789"/>
                    <a:pt x="750" y="799"/>
                    <a:pt x="740" y="799"/>
                  </a:cubicBezTo>
                  <a:lnTo>
                    <a:pt x="740" y="799"/>
                  </a:lnTo>
                  <a:cubicBezTo>
                    <a:pt x="730" y="799"/>
                    <a:pt x="730" y="799"/>
                    <a:pt x="730" y="799"/>
                  </a:cubicBezTo>
                  <a:lnTo>
                    <a:pt x="730" y="799"/>
                  </a:lnTo>
                  <a:cubicBezTo>
                    <a:pt x="720" y="809"/>
                    <a:pt x="720" y="809"/>
                    <a:pt x="710" y="809"/>
                  </a:cubicBezTo>
                  <a:cubicBezTo>
                    <a:pt x="701" y="819"/>
                    <a:pt x="690" y="829"/>
                    <a:pt x="681" y="838"/>
                  </a:cubicBezTo>
                  <a:cubicBezTo>
                    <a:pt x="671" y="858"/>
                    <a:pt x="671" y="878"/>
                    <a:pt x="671" y="898"/>
                  </a:cubicBezTo>
                  <a:cubicBezTo>
                    <a:pt x="690" y="977"/>
                    <a:pt x="690" y="1065"/>
                    <a:pt x="690" y="1144"/>
                  </a:cubicBezTo>
                  <a:cubicBezTo>
                    <a:pt x="690" y="1204"/>
                    <a:pt x="690" y="1263"/>
                    <a:pt x="690" y="1312"/>
                  </a:cubicBezTo>
                  <a:cubicBezTo>
                    <a:pt x="690" y="1332"/>
                    <a:pt x="690" y="1352"/>
                    <a:pt x="690" y="1372"/>
                  </a:cubicBezTo>
                  <a:lnTo>
                    <a:pt x="690" y="1372"/>
                  </a:lnTo>
                  <a:cubicBezTo>
                    <a:pt x="641" y="1372"/>
                    <a:pt x="641" y="1372"/>
                    <a:pt x="641" y="1372"/>
                  </a:cubicBezTo>
                  <a:cubicBezTo>
                    <a:pt x="622" y="1372"/>
                    <a:pt x="612" y="1372"/>
                    <a:pt x="602" y="1372"/>
                  </a:cubicBezTo>
                  <a:lnTo>
                    <a:pt x="602" y="1372"/>
                  </a:lnTo>
                  <a:cubicBezTo>
                    <a:pt x="582" y="1322"/>
                    <a:pt x="592" y="1253"/>
                    <a:pt x="592" y="1194"/>
                  </a:cubicBezTo>
                  <a:cubicBezTo>
                    <a:pt x="602" y="1144"/>
                    <a:pt x="602" y="1095"/>
                    <a:pt x="592" y="1046"/>
                  </a:cubicBezTo>
                  <a:cubicBezTo>
                    <a:pt x="592" y="1036"/>
                    <a:pt x="592" y="1006"/>
                    <a:pt x="592" y="987"/>
                  </a:cubicBezTo>
                  <a:cubicBezTo>
                    <a:pt x="592" y="957"/>
                    <a:pt x="582" y="927"/>
                    <a:pt x="582" y="908"/>
                  </a:cubicBezTo>
                  <a:cubicBezTo>
                    <a:pt x="582" y="888"/>
                    <a:pt x="582" y="888"/>
                    <a:pt x="582" y="888"/>
                  </a:cubicBezTo>
                  <a:cubicBezTo>
                    <a:pt x="572" y="888"/>
                    <a:pt x="572" y="888"/>
                    <a:pt x="572" y="888"/>
                  </a:cubicBezTo>
                  <a:cubicBezTo>
                    <a:pt x="543" y="868"/>
                    <a:pt x="513" y="868"/>
                    <a:pt x="493" y="888"/>
                  </a:cubicBezTo>
                  <a:cubicBezTo>
                    <a:pt x="473" y="908"/>
                    <a:pt x="464" y="937"/>
                    <a:pt x="473" y="957"/>
                  </a:cubicBezTo>
                  <a:cubicBezTo>
                    <a:pt x="493" y="1016"/>
                    <a:pt x="483" y="1085"/>
                    <a:pt x="473" y="1154"/>
                  </a:cubicBezTo>
                  <a:cubicBezTo>
                    <a:pt x="473" y="1174"/>
                    <a:pt x="473" y="1204"/>
                    <a:pt x="473" y="1223"/>
                  </a:cubicBezTo>
                  <a:cubicBezTo>
                    <a:pt x="473" y="1263"/>
                    <a:pt x="473" y="1293"/>
                    <a:pt x="473" y="1322"/>
                  </a:cubicBezTo>
                  <a:cubicBezTo>
                    <a:pt x="473" y="1332"/>
                    <a:pt x="473" y="1332"/>
                    <a:pt x="473" y="1332"/>
                  </a:cubicBezTo>
                  <a:cubicBezTo>
                    <a:pt x="483" y="1342"/>
                    <a:pt x="483" y="1352"/>
                    <a:pt x="483" y="1352"/>
                  </a:cubicBezTo>
                  <a:cubicBezTo>
                    <a:pt x="483" y="1361"/>
                    <a:pt x="483" y="1361"/>
                    <a:pt x="483" y="1372"/>
                  </a:cubicBezTo>
                  <a:cubicBezTo>
                    <a:pt x="483" y="1372"/>
                    <a:pt x="483" y="1372"/>
                    <a:pt x="473" y="1372"/>
                  </a:cubicBezTo>
                  <a:lnTo>
                    <a:pt x="473" y="1372"/>
                  </a:lnTo>
                  <a:cubicBezTo>
                    <a:pt x="473" y="1372"/>
                    <a:pt x="473" y="1372"/>
                    <a:pt x="464" y="1372"/>
                  </a:cubicBezTo>
                  <a:cubicBezTo>
                    <a:pt x="454" y="1372"/>
                    <a:pt x="444" y="1372"/>
                    <a:pt x="434" y="1372"/>
                  </a:cubicBezTo>
                  <a:lnTo>
                    <a:pt x="434" y="1372"/>
                  </a:lnTo>
                  <a:cubicBezTo>
                    <a:pt x="414" y="1372"/>
                    <a:pt x="404" y="1372"/>
                    <a:pt x="404" y="1372"/>
                  </a:cubicBezTo>
                  <a:cubicBezTo>
                    <a:pt x="395" y="1372"/>
                    <a:pt x="385" y="1372"/>
                    <a:pt x="385" y="1372"/>
                  </a:cubicBezTo>
                  <a:cubicBezTo>
                    <a:pt x="385" y="1372"/>
                    <a:pt x="375" y="1361"/>
                    <a:pt x="375" y="1352"/>
                  </a:cubicBezTo>
                  <a:cubicBezTo>
                    <a:pt x="375" y="1342"/>
                    <a:pt x="375" y="1322"/>
                    <a:pt x="375" y="1302"/>
                  </a:cubicBezTo>
                  <a:cubicBezTo>
                    <a:pt x="375" y="1293"/>
                    <a:pt x="375" y="1282"/>
                    <a:pt x="375" y="1273"/>
                  </a:cubicBezTo>
                  <a:cubicBezTo>
                    <a:pt x="375" y="1253"/>
                    <a:pt x="375" y="1233"/>
                    <a:pt x="375" y="1214"/>
                  </a:cubicBezTo>
                  <a:cubicBezTo>
                    <a:pt x="375" y="1194"/>
                    <a:pt x="375" y="1164"/>
                    <a:pt x="375" y="1144"/>
                  </a:cubicBezTo>
                  <a:cubicBezTo>
                    <a:pt x="375" y="1125"/>
                    <a:pt x="375" y="1115"/>
                    <a:pt x="375" y="1105"/>
                  </a:cubicBezTo>
                  <a:cubicBezTo>
                    <a:pt x="375" y="1075"/>
                    <a:pt x="375" y="1046"/>
                    <a:pt x="375" y="1026"/>
                  </a:cubicBezTo>
                  <a:cubicBezTo>
                    <a:pt x="365" y="1006"/>
                    <a:pt x="365" y="1006"/>
                    <a:pt x="365" y="996"/>
                  </a:cubicBezTo>
                  <a:cubicBezTo>
                    <a:pt x="375" y="987"/>
                    <a:pt x="375" y="977"/>
                    <a:pt x="375" y="957"/>
                  </a:cubicBezTo>
                  <a:cubicBezTo>
                    <a:pt x="365" y="957"/>
                    <a:pt x="365" y="947"/>
                    <a:pt x="365" y="937"/>
                  </a:cubicBezTo>
                  <a:cubicBezTo>
                    <a:pt x="355" y="917"/>
                    <a:pt x="355" y="908"/>
                    <a:pt x="355" y="908"/>
                  </a:cubicBezTo>
                  <a:lnTo>
                    <a:pt x="355" y="908"/>
                  </a:lnTo>
                  <a:cubicBezTo>
                    <a:pt x="335" y="809"/>
                    <a:pt x="335" y="809"/>
                    <a:pt x="335" y="809"/>
                  </a:cubicBezTo>
                  <a:cubicBezTo>
                    <a:pt x="335" y="779"/>
                    <a:pt x="335" y="769"/>
                    <a:pt x="325" y="750"/>
                  </a:cubicBezTo>
                  <a:cubicBezTo>
                    <a:pt x="325" y="740"/>
                    <a:pt x="325" y="730"/>
                    <a:pt x="325" y="710"/>
                  </a:cubicBezTo>
                  <a:cubicBezTo>
                    <a:pt x="325" y="700"/>
                    <a:pt x="325" y="690"/>
                    <a:pt x="325" y="681"/>
                  </a:cubicBezTo>
                  <a:cubicBezTo>
                    <a:pt x="325" y="671"/>
                    <a:pt x="325" y="661"/>
                    <a:pt x="325" y="641"/>
                  </a:cubicBezTo>
                  <a:cubicBezTo>
                    <a:pt x="325" y="621"/>
                    <a:pt x="335" y="602"/>
                    <a:pt x="335" y="572"/>
                  </a:cubicBezTo>
                  <a:cubicBezTo>
                    <a:pt x="335" y="532"/>
                    <a:pt x="335" y="493"/>
                    <a:pt x="345" y="473"/>
                  </a:cubicBezTo>
                  <a:cubicBezTo>
                    <a:pt x="355" y="434"/>
                    <a:pt x="365" y="414"/>
                    <a:pt x="375" y="385"/>
                  </a:cubicBezTo>
                  <a:cubicBezTo>
                    <a:pt x="385" y="365"/>
                    <a:pt x="385" y="345"/>
                    <a:pt x="395" y="335"/>
                  </a:cubicBezTo>
                  <a:cubicBezTo>
                    <a:pt x="404" y="306"/>
                    <a:pt x="424" y="276"/>
                    <a:pt x="444" y="256"/>
                  </a:cubicBezTo>
                  <a:cubicBezTo>
                    <a:pt x="454" y="246"/>
                    <a:pt x="464" y="227"/>
                    <a:pt x="473" y="217"/>
                  </a:cubicBezTo>
                  <a:cubicBezTo>
                    <a:pt x="493" y="197"/>
                    <a:pt x="503" y="187"/>
                    <a:pt x="513" y="167"/>
                  </a:cubicBezTo>
                  <a:cubicBezTo>
                    <a:pt x="523" y="167"/>
                    <a:pt x="533" y="158"/>
                    <a:pt x="543" y="158"/>
                  </a:cubicBezTo>
                  <a:cubicBezTo>
                    <a:pt x="582" y="148"/>
                    <a:pt x="622" y="138"/>
                    <a:pt x="651" y="138"/>
                  </a:cubicBezTo>
                  <a:cubicBezTo>
                    <a:pt x="651" y="128"/>
                    <a:pt x="651" y="128"/>
                    <a:pt x="651" y="128"/>
                  </a:cubicBezTo>
                  <a:cubicBezTo>
                    <a:pt x="661" y="138"/>
                    <a:pt x="661" y="138"/>
                    <a:pt x="661" y="138"/>
                  </a:cubicBezTo>
                  <a:cubicBezTo>
                    <a:pt x="671" y="138"/>
                    <a:pt x="690" y="128"/>
                    <a:pt x="710" y="128"/>
                  </a:cubicBezTo>
                  <a:cubicBezTo>
                    <a:pt x="720" y="128"/>
                    <a:pt x="730" y="128"/>
                    <a:pt x="730" y="128"/>
                  </a:cubicBezTo>
                  <a:cubicBezTo>
                    <a:pt x="740" y="118"/>
                    <a:pt x="750" y="118"/>
                    <a:pt x="760" y="118"/>
                  </a:cubicBezTo>
                  <a:cubicBezTo>
                    <a:pt x="769" y="118"/>
                    <a:pt x="769" y="118"/>
                    <a:pt x="780" y="118"/>
                  </a:cubicBezTo>
                  <a:cubicBezTo>
                    <a:pt x="809" y="118"/>
                    <a:pt x="839" y="128"/>
                    <a:pt x="878" y="138"/>
                  </a:cubicBezTo>
                  <a:cubicBezTo>
                    <a:pt x="878" y="138"/>
                    <a:pt x="888" y="148"/>
                    <a:pt x="898" y="148"/>
                  </a:cubicBezTo>
                  <a:cubicBezTo>
                    <a:pt x="977" y="167"/>
                    <a:pt x="1056" y="187"/>
                    <a:pt x="1135" y="197"/>
                  </a:cubicBezTo>
                  <a:cubicBezTo>
                    <a:pt x="1154" y="197"/>
                    <a:pt x="1174" y="197"/>
                    <a:pt x="1194" y="207"/>
                  </a:cubicBezTo>
                  <a:cubicBezTo>
                    <a:pt x="1214" y="207"/>
                    <a:pt x="1233" y="207"/>
                    <a:pt x="1253" y="217"/>
                  </a:cubicBezTo>
                  <a:cubicBezTo>
                    <a:pt x="1263" y="217"/>
                    <a:pt x="1273" y="217"/>
                    <a:pt x="1293" y="217"/>
                  </a:cubicBezTo>
                  <a:cubicBezTo>
                    <a:pt x="1303" y="217"/>
                    <a:pt x="1303" y="217"/>
                    <a:pt x="1312" y="217"/>
                  </a:cubicBezTo>
                  <a:lnTo>
                    <a:pt x="1312" y="217"/>
                  </a:lnTo>
                  <a:cubicBezTo>
                    <a:pt x="1322" y="217"/>
                    <a:pt x="1322" y="217"/>
                    <a:pt x="1322" y="217"/>
                  </a:cubicBezTo>
                  <a:cubicBezTo>
                    <a:pt x="1293" y="276"/>
                    <a:pt x="1293" y="335"/>
                    <a:pt x="1312" y="404"/>
                  </a:cubicBezTo>
                  <a:cubicBezTo>
                    <a:pt x="1312" y="434"/>
                    <a:pt x="1332" y="464"/>
                    <a:pt x="1362" y="473"/>
                  </a:cubicBezTo>
                  <a:cubicBezTo>
                    <a:pt x="1381" y="483"/>
                    <a:pt x="1391" y="493"/>
                    <a:pt x="1401" y="493"/>
                  </a:cubicBezTo>
                  <a:cubicBezTo>
                    <a:pt x="1401" y="503"/>
                    <a:pt x="1401" y="503"/>
                    <a:pt x="1401" y="503"/>
                  </a:cubicBezTo>
                  <a:cubicBezTo>
                    <a:pt x="1431" y="513"/>
                    <a:pt x="1451" y="532"/>
                    <a:pt x="1480" y="542"/>
                  </a:cubicBezTo>
                  <a:cubicBezTo>
                    <a:pt x="1490" y="552"/>
                    <a:pt x="1510" y="552"/>
                    <a:pt x="1520" y="552"/>
                  </a:cubicBezTo>
                  <a:cubicBezTo>
                    <a:pt x="1530" y="552"/>
                    <a:pt x="1530" y="552"/>
                    <a:pt x="1530" y="552"/>
                  </a:cubicBezTo>
                  <a:cubicBezTo>
                    <a:pt x="1549" y="552"/>
                    <a:pt x="1569" y="562"/>
                    <a:pt x="1589" y="562"/>
                  </a:cubicBezTo>
                  <a:cubicBezTo>
                    <a:pt x="1598" y="562"/>
                    <a:pt x="1598" y="562"/>
                    <a:pt x="1598" y="562"/>
                  </a:cubicBezTo>
                  <a:cubicBezTo>
                    <a:pt x="1609" y="562"/>
                    <a:pt x="1628" y="562"/>
                    <a:pt x="1638" y="562"/>
                  </a:cubicBezTo>
                  <a:cubicBezTo>
                    <a:pt x="1658" y="562"/>
                    <a:pt x="1677" y="562"/>
                    <a:pt x="1688" y="542"/>
                  </a:cubicBezTo>
                  <a:cubicBezTo>
                    <a:pt x="1697" y="532"/>
                    <a:pt x="1697" y="523"/>
                    <a:pt x="1707" y="503"/>
                  </a:cubicBezTo>
                  <a:cubicBezTo>
                    <a:pt x="1707" y="483"/>
                    <a:pt x="1707" y="483"/>
                    <a:pt x="1707" y="483"/>
                  </a:cubicBezTo>
                  <a:cubicBezTo>
                    <a:pt x="1688" y="473"/>
                    <a:pt x="1688" y="473"/>
                    <a:pt x="1688" y="473"/>
                  </a:cubicBezTo>
                  <a:cubicBezTo>
                    <a:pt x="1688" y="473"/>
                    <a:pt x="1688" y="464"/>
                    <a:pt x="1677" y="464"/>
                  </a:cubicBezTo>
                  <a:cubicBezTo>
                    <a:pt x="1668" y="464"/>
                    <a:pt x="1658" y="453"/>
                    <a:pt x="1638" y="453"/>
                  </a:cubicBezTo>
                  <a:cubicBezTo>
                    <a:pt x="1628" y="453"/>
                    <a:pt x="1609" y="453"/>
                    <a:pt x="1598" y="444"/>
                  </a:cubicBezTo>
                  <a:cubicBezTo>
                    <a:pt x="1579" y="444"/>
                    <a:pt x="1559" y="444"/>
                    <a:pt x="1549" y="444"/>
                  </a:cubicBezTo>
                  <a:cubicBezTo>
                    <a:pt x="1500" y="424"/>
                    <a:pt x="1460" y="404"/>
                    <a:pt x="1441" y="374"/>
                  </a:cubicBezTo>
                  <a:lnTo>
                    <a:pt x="1441" y="365"/>
                  </a:lnTo>
                  <a:cubicBezTo>
                    <a:pt x="1441" y="355"/>
                    <a:pt x="1441" y="355"/>
                    <a:pt x="1441" y="345"/>
                  </a:cubicBezTo>
                  <a:cubicBezTo>
                    <a:pt x="1431" y="306"/>
                    <a:pt x="1431" y="276"/>
                    <a:pt x="1451" y="236"/>
                  </a:cubicBezTo>
                  <a:cubicBezTo>
                    <a:pt x="1460" y="207"/>
                    <a:pt x="1480" y="177"/>
                    <a:pt x="1520" y="148"/>
                  </a:cubicBezTo>
                  <a:cubicBezTo>
                    <a:pt x="1520" y="148"/>
                    <a:pt x="1520" y="148"/>
                    <a:pt x="1520" y="138"/>
                  </a:cubicBezTo>
                  <a:cubicBezTo>
                    <a:pt x="1530" y="138"/>
                    <a:pt x="1530" y="138"/>
                    <a:pt x="1530" y="138"/>
                  </a:cubicBezTo>
                  <a:cubicBezTo>
                    <a:pt x="1549" y="118"/>
                    <a:pt x="1579" y="108"/>
                    <a:pt x="1598" y="108"/>
                  </a:cubicBezTo>
                  <a:cubicBezTo>
                    <a:pt x="1618" y="108"/>
                    <a:pt x="1638" y="128"/>
                    <a:pt x="1658" y="148"/>
                  </a:cubicBezTo>
                  <a:cubicBezTo>
                    <a:pt x="1688" y="177"/>
                    <a:pt x="1717" y="187"/>
                    <a:pt x="1756" y="177"/>
                  </a:cubicBezTo>
                  <a:cubicBezTo>
                    <a:pt x="1786" y="167"/>
                    <a:pt x="1826" y="167"/>
                    <a:pt x="1855" y="177"/>
                  </a:cubicBezTo>
                  <a:cubicBezTo>
                    <a:pt x="1865" y="177"/>
                    <a:pt x="1865" y="177"/>
                    <a:pt x="1865" y="177"/>
                  </a:cubicBezTo>
                  <a:cubicBezTo>
                    <a:pt x="1865" y="187"/>
                    <a:pt x="1875" y="187"/>
                    <a:pt x="1875" y="187"/>
                  </a:cubicBezTo>
                  <a:cubicBezTo>
                    <a:pt x="1904" y="217"/>
                    <a:pt x="1934" y="246"/>
                    <a:pt x="1954" y="286"/>
                  </a:cubicBezTo>
                  <a:cubicBezTo>
                    <a:pt x="1954" y="296"/>
                    <a:pt x="1954" y="315"/>
                    <a:pt x="1954" y="335"/>
                  </a:cubicBezTo>
                  <a:cubicBezTo>
                    <a:pt x="1954" y="335"/>
                    <a:pt x="1964" y="345"/>
                    <a:pt x="1964" y="355"/>
                  </a:cubicBezTo>
                  <a:cubicBezTo>
                    <a:pt x="1964" y="365"/>
                    <a:pt x="1964" y="365"/>
                    <a:pt x="1964" y="374"/>
                  </a:cubicBezTo>
                  <a:cubicBezTo>
                    <a:pt x="1964" y="404"/>
                    <a:pt x="1974" y="424"/>
                    <a:pt x="1974" y="444"/>
                  </a:cubicBezTo>
                  <a:cubicBezTo>
                    <a:pt x="1974" y="464"/>
                    <a:pt x="1974" y="473"/>
                    <a:pt x="1964" y="493"/>
                  </a:cubicBezTo>
                  <a:cubicBezTo>
                    <a:pt x="1964" y="503"/>
                    <a:pt x="1964" y="503"/>
                    <a:pt x="1964" y="513"/>
                  </a:cubicBezTo>
                  <a:cubicBezTo>
                    <a:pt x="1964" y="523"/>
                    <a:pt x="1964" y="532"/>
                    <a:pt x="1954" y="542"/>
                  </a:cubicBezTo>
                  <a:cubicBezTo>
                    <a:pt x="1954" y="572"/>
                    <a:pt x="1954" y="592"/>
                    <a:pt x="1954" y="621"/>
                  </a:cubicBezTo>
                  <a:cubicBezTo>
                    <a:pt x="1944" y="681"/>
                    <a:pt x="1954" y="750"/>
                    <a:pt x="2013" y="799"/>
                  </a:cubicBezTo>
                  <a:cubicBezTo>
                    <a:pt x="2023" y="819"/>
                    <a:pt x="2053" y="819"/>
                    <a:pt x="2072" y="829"/>
                  </a:cubicBezTo>
                  <a:cubicBezTo>
                    <a:pt x="2092" y="838"/>
                    <a:pt x="2112" y="838"/>
                    <a:pt x="2122" y="848"/>
                  </a:cubicBezTo>
                  <a:cubicBezTo>
                    <a:pt x="2132" y="858"/>
                    <a:pt x="2151" y="858"/>
                    <a:pt x="2161" y="848"/>
                  </a:cubicBezTo>
                  <a:lnTo>
                    <a:pt x="2171" y="848"/>
                  </a:lnTo>
                  <a:cubicBezTo>
                    <a:pt x="2161" y="848"/>
                    <a:pt x="2161" y="848"/>
                    <a:pt x="2161" y="858"/>
                  </a:cubicBezTo>
                  <a:cubicBezTo>
                    <a:pt x="2122" y="888"/>
                    <a:pt x="2092" y="898"/>
                    <a:pt x="2053" y="888"/>
                  </a:cubicBezTo>
                  <a:cubicBezTo>
                    <a:pt x="2043" y="888"/>
                    <a:pt x="2033" y="878"/>
                    <a:pt x="2033" y="878"/>
                  </a:cubicBezTo>
                  <a:cubicBezTo>
                    <a:pt x="2013" y="878"/>
                    <a:pt x="2003" y="878"/>
                    <a:pt x="1993" y="868"/>
                  </a:cubicBezTo>
                  <a:cubicBezTo>
                    <a:pt x="1954" y="838"/>
                    <a:pt x="1914" y="809"/>
                    <a:pt x="1904" y="769"/>
                  </a:cubicBezTo>
                  <a:cubicBezTo>
                    <a:pt x="1904" y="750"/>
                    <a:pt x="1895" y="730"/>
                    <a:pt x="1895" y="710"/>
                  </a:cubicBezTo>
                  <a:cubicBezTo>
                    <a:pt x="1885" y="700"/>
                    <a:pt x="1885" y="681"/>
                    <a:pt x="1875" y="671"/>
                  </a:cubicBezTo>
                  <a:cubicBezTo>
                    <a:pt x="1875" y="641"/>
                    <a:pt x="1835" y="611"/>
                    <a:pt x="1806" y="611"/>
                  </a:cubicBezTo>
                  <a:cubicBezTo>
                    <a:pt x="1796" y="611"/>
                    <a:pt x="1786" y="611"/>
                    <a:pt x="1786" y="611"/>
                  </a:cubicBezTo>
                  <a:cubicBezTo>
                    <a:pt x="1756" y="611"/>
                    <a:pt x="1727" y="611"/>
                    <a:pt x="1707" y="621"/>
                  </a:cubicBezTo>
                  <a:cubicBezTo>
                    <a:pt x="1697" y="621"/>
                    <a:pt x="1677" y="631"/>
                    <a:pt x="1668" y="631"/>
                  </a:cubicBezTo>
                  <a:cubicBezTo>
                    <a:pt x="1638" y="631"/>
                    <a:pt x="1618" y="641"/>
                    <a:pt x="1598" y="651"/>
                  </a:cubicBezTo>
                  <a:cubicBezTo>
                    <a:pt x="1589" y="651"/>
                    <a:pt x="1589" y="651"/>
                    <a:pt x="1589" y="651"/>
                  </a:cubicBezTo>
                  <a:cubicBezTo>
                    <a:pt x="1579" y="651"/>
                    <a:pt x="1579" y="661"/>
                    <a:pt x="1579" y="661"/>
                  </a:cubicBezTo>
                  <a:lnTo>
                    <a:pt x="1579" y="661"/>
                  </a:lnTo>
                  <a:cubicBezTo>
                    <a:pt x="1539" y="690"/>
                    <a:pt x="1539" y="720"/>
                    <a:pt x="1539" y="750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" name="Freeform 118"/>
            <p:cNvSpPr>
              <a:spLocks noChangeArrowheads="1"/>
            </p:cNvSpPr>
            <p:nvPr/>
          </p:nvSpPr>
          <p:spPr bwMode="auto">
            <a:xfrm>
              <a:off x="2613025" y="2332038"/>
              <a:ext cx="31750" cy="25400"/>
            </a:xfrm>
            <a:custGeom>
              <a:avLst/>
              <a:gdLst>
                <a:gd name="T0" fmla="*/ 40 w 90"/>
                <a:gd name="T1" fmla="*/ 50 h 71"/>
                <a:gd name="T2" fmla="*/ 40 w 90"/>
                <a:gd name="T3" fmla="*/ 50 h 71"/>
                <a:gd name="T4" fmla="*/ 60 w 90"/>
                <a:gd name="T5" fmla="*/ 70 h 71"/>
                <a:gd name="T6" fmla="*/ 79 w 90"/>
                <a:gd name="T7" fmla="*/ 59 h 71"/>
                <a:gd name="T8" fmla="*/ 89 w 90"/>
                <a:gd name="T9" fmla="*/ 40 h 71"/>
                <a:gd name="T10" fmla="*/ 89 w 90"/>
                <a:gd name="T11" fmla="*/ 20 h 71"/>
                <a:gd name="T12" fmla="*/ 60 w 90"/>
                <a:gd name="T13" fmla="*/ 0 h 71"/>
                <a:gd name="T14" fmla="*/ 20 w 90"/>
                <a:gd name="T15" fmla="*/ 20 h 71"/>
                <a:gd name="T16" fmla="*/ 0 w 90"/>
                <a:gd name="T17" fmla="*/ 40 h 71"/>
                <a:gd name="T18" fmla="*/ 30 w 90"/>
                <a:gd name="T19" fmla="*/ 40 h 71"/>
                <a:gd name="T20" fmla="*/ 40 w 90"/>
                <a:gd name="T21" fmla="*/ 5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" h="71">
                  <a:moveTo>
                    <a:pt x="40" y="50"/>
                  </a:moveTo>
                  <a:lnTo>
                    <a:pt x="40" y="50"/>
                  </a:lnTo>
                  <a:cubicBezTo>
                    <a:pt x="40" y="59"/>
                    <a:pt x="50" y="70"/>
                    <a:pt x="60" y="70"/>
                  </a:cubicBezTo>
                  <a:cubicBezTo>
                    <a:pt x="70" y="70"/>
                    <a:pt x="70" y="70"/>
                    <a:pt x="79" y="59"/>
                  </a:cubicBezTo>
                  <a:cubicBezTo>
                    <a:pt x="79" y="59"/>
                    <a:pt x="89" y="50"/>
                    <a:pt x="89" y="40"/>
                  </a:cubicBezTo>
                  <a:cubicBezTo>
                    <a:pt x="89" y="30"/>
                    <a:pt x="89" y="20"/>
                    <a:pt x="89" y="20"/>
                  </a:cubicBezTo>
                  <a:cubicBezTo>
                    <a:pt x="79" y="10"/>
                    <a:pt x="70" y="0"/>
                    <a:pt x="60" y="0"/>
                  </a:cubicBezTo>
                  <a:cubicBezTo>
                    <a:pt x="50" y="0"/>
                    <a:pt x="40" y="10"/>
                    <a:pt x="20" y="2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50"/>
                    <a:pt x="30" y="50"/>
                    <a:pt x="40" y="5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66563" name="Rectangle 52"/>
          <p:cNvSpPr>
            <a:spLocks noChangeArrowheads="1"/>
          </p:cNvSpPr>
          <p:nvPr/>
        </p:nvSpPr>
        <p:spPr bwMode="auto">
          <a:xfrm>
            <a:off x="6327115" y="2135188"/>
            <a:ext cx="609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 dirty="0" smtClean="0">
                <a:latin typeface="Trebuchet MS" charset="0"/>
              </a:rPr>
              <a:t>SIZE</a:t>
            </a:r>
            <a:endParaRPr lang="en-US" dirty="0"/>
          </a:p>
        </p:txBody>
      </p:sp>
      <p:sp>
        <p:nvSpPr>
          <p:cNvPr id="66565" name="Rectangle 57"/>
          <p:cNvSpPr>
            <a:spLocks noChangeArrowheads="1"/>
          </p:cNvSpPr>
          <p:nvPr/>
        </p:nvSpPr>
        <p:spPr bwMode="auto">
          <a:xfrm>
            <a:off x="3969111" y="2133600"/>
            <a:ext cx="120577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 dirty="0" smtClean="0">
                <a:latin typeface="Trebuchet MS" charset="0"/>
              </a:rPr>
              <a:t>STRAIGHT</a:t>
            </a:r>
            <a:endParaRPr lang="en-US" dirty="0"/>
          </a:p>
        </p:txBody>
      </p:sp>
      <p:sp>
        <p:nvSpPr>
          <p:cNvPr id="66566" name="Freeform 139"/>
          <p:cNvSpPr>
            <a:spLocks noChangeArrowheads="1"/>
          </p:cNvSpPr>
          <p:nvPr/>
        </p:nvSpPr>
        <p:spPr bwMode="auto">
          <a:xfrm>
            <a:off x="7744771" y="1587500"/>
            <a:ext cx="923925" cy="508000"/>
          </a:xfrm>
          <a:custGeom>
            <a:avLst/>
            <a:gdLst>
              <a:gd name="T0" fmla="*/ 2147483646 w 2448"/>
              <a:gd name="T1" fmla="*/ 2147483646 h 1343"/>
              <a:gd name="T2" fmla="*/ 2147483646 w 2448"/>
              <a:gd name="T3" fmla="*/ 2147483646 h 1343"/>
              <a:gd name="T4" fmla="*/ 2147483646 w 2448"/>
              <a:gd name="T5" fmla="*/ 2147483646 h 1343"/>
              <a:gd name="T6" fmla="*/ 2147483646 w 2448"/>
              <a:gd name="T7" fmla="*/ 2147483646 h 1343"/>
              <a:gd name="T8" fmla="*/ 2147483646 w 2448"/>
              <a:gd name="T9" fmla="*/ 2147483646 h 1343"/>
              <a:gd name="T10" fmla="*/ 2147483646 w 2448"/>
              <a:gd name="T11" fmla="*/ 2147483646 h 1343"/>
              <a:gd name="T12" fmla="*/ 2147483646 w 2448"/>
              <a:gd name="T13" fmla="*/ 2147483646 h 1343"/>
              <a:gd name="T14" fmla="*/ 2147483646 w 2448"/>
              <a:gd name="T15" fmla="*/ 2147483646 h 1343"/>
              <a:gd name="T16" fmla="*/ 2147483646 w 2448"/>
              <a:gd name="T17" fmla="*/ 2147483646 h 1343"/>
              <a:gd name="T18" fmla="*/ 2147483646 w 2448"/>
              <a:gd name="T19" fmla="*/ 2147483646 h 1343"/>
              <a:gd name="T20" fmla="*/ 2147483646 w 2448"/>
              <a:gd name="T21" fmla="*/ 2147483646 h 1343"/>
              <a:gd name="T22" fmla="*/ 2147483646 w 2448"/>
              <a:gd name="T23" fmla="*/ 2147483646 h 1343"/>
              <a:gd name="T24" fmla="*/ 2147483646 w 2448"/>
              <a:gd name="T25" fmla="*/ 2147483646 h 1343"/>
              <a:gd name="T26" fmla="*/ 2147483646 w 2448"/>
              <a:gd name="T27" fmla="*/ 2147483646 h 1343"/>
              <a:gd name="T28" fmla="*/ 2147483646 w 2448"/>
              <a:gd name="T29" fmla="*/ 2147483646 h 1343"/>
              <a:gd name="T30" fmla="*/ 2147483646 w 2448"/>
              <a:gd name="T31" fmla="*/ 2147483646 h 1343"/>
              <a:gd name="T32" fmla="*/ 2147483646 w 2448"/>
              <a:gd name="T33" fmla="*/ 2147483646 h 1343"/>
              <a:gd name="T34" fmla="*/ 2147483646 w 2448"/>
              <a:gd name="T35" fmla="*/ 2147483646 h 1343"/>
              <a:gd name="T36" fmla="*/ 2147483646 w 2448"/>
              <a:gd name="T37" fmla="*/ 2147483646 h 1343"/>
              <a:gd name="T38" fmla="*/ 2147483646 w 2448"/>
              <a:gd name="T39" fmla="*/ 2147483646 h 1343"/>
              <a:gd name="T40" fmla="*/ 2147483646 w 2448"/>
              <a:gd name="T41" fmla="*/ 2147483646 h 1343"/>
              <a:gd name="T42" fmla="*/ 2147483646 w 2448"/>
              <a:gd name="T43" fmla="*/ 2147483646 h 1343"/>
              <a:gd name="T44" fmla="*/ 2147483646 w 2448"/>
              <a:gd name="T45" fmla="*/ 2147483646 h 1343"/>
              <a:gd name="T46" fmla="*/ 2147483646 w 2448"/>
              <a:gd name="T47" fmla="*/ 2147483646 h 1343"/>
              <a:gd name="T48" fmla="*/ 2147483646 w 2448"/>
              <a:gd name="T49" fmla="*/ 2147483646 h 1343"/>
              <a:gd name="T50" fmla="*/ 2147483646 w 2448"/>
              <a:gd name="T51" fmla="*/ 2147483646 h 1343"/>
              <a:gd name="T52" fmla="*/ 2147483646 w 2448"/>
              <a:gd name="T53" fmla="*/ 2147483646 h 1343"/>
              <a:gd name="T54" fmla="*/ 2147483646 w 2448"/>
              <a:gd name="T55" fmla="*/ 2147483646 h 1343"/>
              <a:gd name="T56" fmla="*/ 2147483646 w 2448"/>
              <a:gd name="T57" fmla="*/ 2147483646 h 1343"/>
              <a:gd name="T58" fmla="*/ 2147483646 w 2448"/>
              <a:gd name="T59" fmla="*/ 2147483646 h 1343"/>
              <a:gd name="T60" fmla="*/ 2147483646 w 2448"/>
              <a:gd name="T61" fmla="*/ 2147483646 h 1343"/>
              <a:gd name="T62" fmla="*/ 2147483646 w 2448"/>
              <a:gd name="T63" fmla="*/ 2147483646 h 1343"/>
              <a:gd name="T64" fmla="*/ 2147483646 w 2448"/>
              <a:gd name="T65" fmla="*/ 2147483646 h 1343"/>
              <a:gd name="T66" fmla="*/ 2147483646 w 2448"/>
              <a:gd name="T67" fmla="*/ 2147483646 h 1343"/>
              <a:gd name="T68" fmla="*/ 2147483646 w 2448"/>
              <a:gd name="T69" fmla="*/ 2147483646 h 1343"/>
              <a:gd name="T70" fmla="*/ 2147483646 w 2448"/>
              <a:gd name="T71" fmla="*/ 2147483646 h 1343"/>
              <a:gd name="T72" fmla="*/ 2147483646 w 2448"/>
              <a:gd name="T73" fmla="*/ 2147483646 h 1343"/>
              <a:gd name="T74" fmla="*/ 2147483646 w 2448"/>
              <a:gd name="T75" fmla="*/ 2147483646 h 1343"/>
              <a:gd name="T76" fmla="*/ 2147483646 w 2448"/>
              <a:gd name="T77" fmla="*/ 2147483646 h 1343"/>
              <a:gd name="T78" fmla="*/ 2147483646 w 2448"/>
              <a:gd name="T79" fmla="*/ 0 h 1343"/>
              <a:gd name="T80" fmla="*/ 2147483646 w 2448"/>
              <a:gd name="T81" fmla="*/ 0 h 1343"/>
              <a:gd name="T82" fmla="*/ 2147483646 w 2448"/>
              <a:gd name="T83" fmla="*/ 2147483646 h 1343"/>
              <a:gd name="T84" fmla="*/ 2147483646 w 2448"/>
              <a:gd name="T85" fmla="*/ 2147483646 h 1343"/>
              <a:gd name="T86" fmla="*/ 2147483646 w 2448"/>
              <a:gd name="T87" fmla="*/ 2147483646 h 1343"/>
              <a:gd name="T88" fmla="*/ 2147483646 w 2448"/>
              <a:gd name="T89" fmla="*/ 2147483646 h 1343"/>
              <a:gd name="T90" fmla="*/ 2147483646 w 2448"/>
              <a:gd name="T91" fmla="*/ 2147483646 h 1343"/>
              <a:gd name="T92" fmla="*/ 2147483646 w 2448"/>
              <a:gd name="T93" fmla="*/ 2147483646 h 1343"/>
              <a:gd name="T94" fmla="*/ 2147483646 w 2448"/>
              <a:gd name="T95" fmla="*/ 2147483646 h 1343"/>
              <a:gd name="T96" fmla="*/ 2147483646 w 2448"/>
              <a:gd name="T97" fmla="*/ 2147483646 h 1343"/>
              <a:gd name="T98" fmla="*/ 2147483646 w 2448"/>
              <a:gd name="T99" fmla="*/ 2147483646 h 1343"/>
              <a:gd name="T100" fmla="*/ 2147483646 w 2448"/>
              <a:gd name="T101" fmla="*/ 2147483646 h 1343"/>
              <a:gd name="T102" fmla="*/ 2147483646 w 2448"/>
              <a:gd name="T103" fmla="*/ 2147483646 h 1343"/>
              <a:gd name="T104" fmla="*/ 0 w 2448"/>
              <a:gd name="T105" fmla="*/ 2147483646 h 1343"/>
              <a:gd name="T106" fmla="*/ 2147483646 w 2448"/>
              <a:gd name="T107" fmla="*/ 2147483646 h 1343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0" t="0" r="r" b="b"/>
            <a:pathLst>
              <a:path w="2448" h="1343">
                <a:moveTo>
                  <a:pt x="2447" y="1342"/>
                </a:moveTo>
                <a:lnTo>
                  <a:pt x="2447" y="1342"/>
                </a:lnTo>
                <a:cubicBezTo>
                  <a:pt x="2438" y="1312"/>
                  <a:pt x="2428" y="1282"/>
                  <a:pt x="2408" y="1253"/>
                </a:cubicBezTo>
                <a:cubicBezTo>
                  <a:pt x="2398" y="1223"/>
                  <a:pt x="2378" y="1204"/>
                  <a:pt x="2368" y="1174"/>
                </a:cubicBezTo>
                <a:cubicBezTo>
                  <a:pt x="2349" y="1144"/>
                  <a:pt x="2349" y="1115"/>
                  <a:pt x="2339" y="1085"/>
                </a:cubicBezTo>
                <a:cubicBezTo>
                  <a:pt x="2319" y="1036"/>
                  <a:pt x="2270" y="976"/>
                  <a:pt x="2240" y="996"/>
                </a:cubicBezTo>
                <a:cubicBezTo>
                  <a:pt x="2230" y="1016"/>
                  <a:pt x="2201" y="1065"/>
                  <a:pt x="2191" y="1095"/>
                </a:cubicBezTo>
                <a:cubicBezTo>
                  <a:pt x="2181" y="1125"/>
                  <a:pt x="2161" y="1164"/>
                  <a:pt x="2141" y="1194"/>
                </a:cubicBezTo>
                <a:cubicBezTo>
                  <a:pt x="2132" y="1204"/>
                  <a:pt x="2132" y="1204"/>
                  <a:pt x="2132" y="1204"/>
                </a:cubicBezTo>
                <a:cubicBezTo>
                  <a:pt x="2102" y="1164"/>
                  <a:pt x="2053" y="1134"/>
                  <a:pt x="2023" y="1095"/>
                </a:cubicBezTo>
                <a:cubicBezTo>
                  <a:pt x="2003" y="1055"/>
                  <a:pt x="1983" y="1016"/>
                  <a:pt x="1954" y="1006"/>
                </a:cubicBezTo>
                <a:cubicBezTo>
                  <a:pt x="1924" y="1006"/>
                  <a:pt x="1895" y="1085"/>
                  <a:pt x="1885" y="1125"/>
                </a:cubicBezTo>
                <a:cubicBezTo>
                  <a:pt x="1865" y="1164"/>
                  <a:pt x="1845" y="1233"/>
                  <a:pt x="1806" y="1263"/>
                </a:cubicBezTo>
                <a:cubicBezTo>
                  <a:pt x="1806" y="1273"/>
                  <a:pt x="1806" y="1273"/>
                  <a:pt x="1806" y="1273"/>
                </a:cubicBezTo>
                <a:cubicBezTo>
                  <a:pt x="1737" y="1194"/>
                  <a:pt x="1668" y="1095"/>
                  <a:pt x="1628" y="1095"/>
                </a:cubicBezTo>
                <a:cubicBezTo>
                  <a:pt x="1579" y="1085"/>
                  <a:pt x="1490" y="1233"/>
                  <a:pt x="1431" y="1302"/>
                </a:cubicBezTo>
                <a:cubicBezTo>
                  <a:pt x="1411" y="1273"/>
                  <a:pt x="1391" y="1243"/>
                  <a:pt x="1372" y="1223"/>
                </a:cubicBezTo>
                <a:cubicBezTo>
                  <a:pt x="1332" y="1184"/>
                  <a:pt x="1312" y="1194"/>
                  <a:pt x="1273" y="1194"/>
                </a:cubicBezTo>
                <a:cubicBezTo>
                  <a:pt x="1214" y="1174"/>
                  <a:pt x="1214" y="1036"/>
                  <a:pt x="1214" y="996"/>
                </a:cubicBezTo>
                <a:cubicBezTo>
                  <a:pt x="1214" y="987"/>
                  <a:pt x="1214" y="987"/>
                  <a:pt x="1214" y="987"/>
                </a:cubicBezTo>
                <a:cubicBezTo>
                  <a:pt x="1233" y="987"/>
                  <a:pt x="1253" y="996"/>
                  <a:pt x="1263" y="996"/>
                </a:cubicBezTo>
                <a:cubicBezTo>
                  <a:pt x="1293" y="1006"/>
                  <a:pt x="1322" y="1006"/>
                  <a:pt x="1352" y="1016"/>
                </a:cubicBezTo>
                <a:cubicBezTo>
                  <a:pt x="1381" y="1016"/>
                  <a:pt x="1391" y="1036"/>
                  <a:pt x="1411" y="1046"/>
                </a:cubicBezTo>
                <a:cubicBezTo>
                  <a:pt x="1431" y="1046"/>
                  <a:pt x="1480" y="1026"/>
                  <a:pt x="1500" y="1016"/>
                </a:cubicBezTo>
                <a:cubicBezTo>
                  <a:pt x="1470" y="858"/>
                  <a:pt x="1470" y="858"/>
                  <a:pt x="1470" y="858"/>
                </a:cubicBezTo>
                <a:cubicBezTo>
                  <a:pt x="1520" y="878"/>
                  <a:pt x="1677" y="897"/>
                  <a:pt x="1697" y="878"/>
                </a:cubicBezTo>
                <a:cubicBezTo>
                  <a:pt x="1727" y="848"/>
                  <a:pt x="1697" y="769"/>
                  <a:pt x="1688" y="740"/>
                </a:cubicBezTo>
                <a:cubicBezTo>
                  <a:pt x="1668" y="700"/>
                  <a:pt x="1658" y="661"/>
                  <a:pt x="1638" y="621"/>
                </a:cubicBezTo>
                <a:cubicBezTo>
                  <a:pt x="1697" y="611"/>
                  <a:pt x="1747" y="631"/>
                  <a:pt x="1796" y="651"/>
                </a:cubicBezTo>
                <a:cubicBezTo>
                  <a:pt x="1855" y="661"/>
                  <a:pt x="1885" y="690"/>
                  <a:pt x="1944" y="661"/>
                </a:cubicBezTo>
                <a:cubicBezTo>
                  <a:pt x="1944" y="621"/>
                  <a:pt x="1944" y="582"/>
                  <a:pt x="1934" y="542"/>
                </a:cubicBezTo>
                <a:cubicBezTo>
                  <a:pt x="1914" y="513"/>
                  <a:pt x="1895" y="483"/>
                  <a:pt x="1875" y="444"/>
                </a:cubicBezTo>
                <a:cubicBezTo>
                  <a:pt x="1914" y="453"/>
                  <a:pt x="1954" y="453"/>
                  <a:pt x="1993" y="463"/>
                </a:cubicBezTo>
                <a:cubicBezTo>
                  <a:pt x="2043" y="483"/>
                  <a:pt x="2082" y="473"/>
                  <a:pt x="2132" y="463"/>
                </a:cubicBezTo>
                <a:cubicBezTo>
                  <a:pt x="2151" y="444"/>
                  <a:pt x="2092" y="374"/>
                  <a:pt x="2082" y="355"/>
                </a:cubicBezTo>
                <a:cubicBezTo>
                  <a:pt x="2062" y="325"/>
                  <a:pt x="2053" y="286"/>
                  <a:pt x="2043" y="246"/>
                </a:cubicBezTo>
                <a:cubicBezTo>
                  <a:pt x="2082" y="246"/>
                  <a:pt x="2132" y="256"/>
                  <a:pt x="2181" y="246"/>
                </a:cubicBezTo>
                <a:cubicBezTo>
                  <a:pt x="2211" y="246"/>
                  <a:pt x="2339" y="226"/>
                  <a:pt x="2280" y="177"/>
                </a:cubicBezTo>
                <a:cubicBezTo>
                  <a:pt x="2220" y="138"/>
                  <a:pt x="2161" y="118"/>
                  <a:pt x="2102" y="79"/>
                </a:cubicBezTo>
                <a:cubicBezTo>
                  <a:pt x="2062" y="49"/>
                  <a:pt x="2013" y="0"/>
                  <a:pt x="1954" y="0"/>
                </a:cubicBezTo>
                <a:cubicBezTo>
                  <a:pt x="1885" y="0"/>
                  <a:pt x="1835" y="39"/>
                  <a:pt x="1786" y="88"/>
                </a:cubicBezTo>
                <a:cubicBezTo>
                  <a:pt x="1717" y="138"/>
                  <a:pt x="1658" y="187"/>
                  <a:pt x="1598" y="246"/>
                </a:cubicBezTo>
                <a:cubicBezTo>
                  <a:pt x="1539" y="296"/>
                  <a:pt x="1480" y="355"/>
                  <a:pt x="1421" y="404"/>
                </a:cubicBezTo>
                <a:cubicBezTo>
                  <a:pt x="1352" y="453"/>
                  <a:pt x="1293" y="503"/>
                  <a:pt x="1224" y="552"/>
                </a:cubicBezTo>
                <a:cubicBezTo>
                  <a:pt x="1164" y="602"/>
                  <a:pt x="1095" y="651"/>
                  <a:pt x="1036" y="710"/>
                </a:cubicBezTo>
                <a:cubicBezTo>
                  <a:pt x="967" y="759"/>
                  <a:pt x="898" y="809"/>
                  <a:pt x="839" y="858"/>
                </a:cubicBezTo>
                <a:cubicBezTo>
                  <a:pt x="809" y="888"/>
                  <a:pt x="769" y="917"/>
                  <a:pt x="740" y="947"/>
                </a:cubicBezTo>
                <a:cubicBezTo>
                  <a:pt x="701" y="976"/>
                  <a:pt x="690" y="996"/>
                  <a:pt x="641" y="967"/>
                </a:cubicBezTo>
                <a:cubicBezTo>
                  <a:pt x="572" y="927"/>
                  <a:pt x="513" y="888"/>
                  <a:pt x="434" y="888"/>
                </a:cubicBezTo>
                <a:cubicBezTo>
                  <a:pt x="266" y="888"/>
                  <a:pt x="128" y="987"/>
                  <a:pt x="39" y="1115"/>
                </a:cubicBezTo>
                <a:cubicBezTo>
                  <a:pt x="39" y="1125"/>
                  <a:pt x="39" y="1134"/>
                  <a:pt x="29" y="1144"/>
                </a:cubicBezTo>
                <a:cubicBezTo>
                  <a:pt x="0" y="1223"/>
                  <a:pt x="0" y="1292"/>
                  <a:pt x="0" y="1332"/>
                </a:cubicBezTo>
                <a:lnTo>
                  <a:pt x="2447" y="1342"/>
                </a:lnTo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67" name="Rectangle 7"/>
          <p:cNvSpPr>
            <a:spLocks noChangeArrowheads="1"/>
          </p:cNvSpPr>
          <p:nvPr/>
        </p:nvSpPr>
        <p:spPr bwMode="auto">
          <a:xfrm>
            <a:off x="7855523" y="2162175"/>
            <a:ext cx="7008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>
                <a:latin typeface="Trebuchet MS" charset="0"/>
              </a:rPr>
              <a:t>FEAR</a:t>
            </a: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337809" y="3216109"/>
            <a:ext cx="1005840" cy="480636"/>
            <a:chOff x="4338638" y="581025"/>
            <a:chExt cx="760412" cy="401638"/>
          </a:xfrm>
          <a:solidFill>
            <a:srgbClr val="252616"/>
          </a:solidFill>
        </p:grpSpPr>
        <p:sp>
          <p:nvSpPr>
            <p:cNvPr id="35" name="Freeform 123"/>
            <p:cNvSpPr>
              <a:spLocks noChangeArrowheads="1"/>
            </p:cNvSpPr>
            <p:nvPr/>
          </p:nvSpPr>
          <p:spPr bwMode="auto">
            <a:xfrm>
              <a:off x="4338638" y="581025"/>
              <a:ext cx="760412" cy="401638"/>
            </a:xfrm>
            <a:custGeom>
              <a:avLst/>
              <a:gdLst>
                <a:gd name="T0" fmla="*/ 2103 w 2113"/>
                <a:gd name="T1" fmla="*/ 681 h 1116"/>
                <a:gd name="T2" fmla="*/ 2043 w 2113"/>
                <a:gd name="T3" fmla="*/ 454 h 1116"/>
                <a:gd name="T4" fmla="*/ 1984 w 2113"/>
                <a:gd name="T5" fmla="*/ 306 h 1116"/>
                <a:gd name="T6" fmla="*/ 1619 w 2113"/>
                <a:gd name="T7" fmla="*/ 39 h 1116"/>
                <a:gd name="T8" fmla="*/ 1461 w 2113"/>
                <a:gd name="T9" fmla="*/ 10 h 1116"/>
                <a:gd name="T10" fmla="*/ 1135 w 2113"/>
                <a:gd name="T11" fmla="*/ 30 h 1116"/>
                <a:gd name="T12" fmla="*/ 928 w 2113"/>
                <a:gd name="T13" fmla="*/ 79 h 1116"/>
                <a:gd name="T14" fmla="*/ 573 w 2113"/>
                <a:gd name="T15" fmla="*/ 168 h 1116"/>
                <a:gd name="T16" fmla="*/ 198 w 2113"/>
                <a:gd name="T17" fmla="*/ 385 h 1116"/>
                <a:gd name="T18" fmla="*/ 129 w 2113"/>
                <a:gd name="T19" fmla="*/ 592 h 1116"/>
                <a:gd name="T20" fmla="*/ 138 w 2113"/>
                <a:gd name="T21" fmla="*/ 888 h 1116"/>
                <a:gd name="T22" fmla="*/ 20 w 2113"/>
                <a:gd name="T23" fmla="*/ 1007 h 1116"/>
                <a:gd name="T24" fmla="*/ 198 w 2113"/>
                <a:gd name="T25" fmla="*/ 1066 h 1116"/>
                <a:gd name="T26" fmla="*/ 701 w 2113"/>
                <a:gd name="T27" fmla="*/ 1095 h 1116"/>
                <a:gd name="T28" fmla="*/ 1145 w 2113"/>
                <a:gd name="T29" fmla="*/ 1115 h 1116"/>
                <a:gd name="T30" fmla="*/ 1550 w 2113"/>
                <a:gd name="T31" fmla="*/ 1095 h 1116"/>
                <a:gd name="T32" fmla="*/ 2014 w 2113"/>
                <a:gd name="T33" fmla="*/ 1066 h 1116"/>
                <a:gd name="T34" fmla="*/ 2053 w 2113"/>
                <a:gd name="T35" fmla="*/ 1046 h 1116"/>
                <a:gd name="T36" fmla="*/ 1994 w 2113"/>
                <a:gd name="T37" fmla="*/ 957 h 1116"/>
                <a:gd name="T38" fmla="*/ 2073 w 2113"/>
                <a:gd name="T39" fmla="*/ 859 h 1116"/>
                <a:gd name="T40" fmla="*/ 2103 w 2113"/>
                <a:gd name="T41" fmla="*/ 681 h 1116"/>
                <a:gd name="T42" fmla="*/ 642 w 2113"/>
                <a:gd name="T43" fmla="*/ 908 h 1116"/>
                <a:gd name="T44" fmla="*/ 523 w 2113"/>
                <a:gd name="T45" fmla="*/ 888 h 1116"/>
                <a:gd name="T46" fmla="*/ 287 w 2113"/>
                <a:gd name="T47" fmla="*/ 789 h 1116"/>
                <a:gd name="T48" fmla="*/ 237 w 2113"/>
                <a:gd name="T49" fmla="*/ 484 h 1116"/>
                <a:gd name="T50" fmla="*/ 672 w 2113"/>
                <a:gd name="T51" fmla="*/ 237 h 1116"/>
                <a:gd name="T52" fmla="*/ 889 w 2113"/>
                <a:gd name="T53" fmla="*/ 187 h 1116"/>
                <a:gd name="T54" fmla="*/ 1076 w 2113"/>
                <a:gd name="T55" fmla="*/ 128 h 1116"/>
                <a:gd name="T56" fmla="*/ 1362 w 2113"/>
                <a:gd name="T57" fmla="*/ 109 h 1116"/>
                <a:gd name="T58" fmla="*/ 1599 w 2113"/>
                <a:gd name="T59" fmla="*/ 128 h 1116"/>
                <a:gd name="T60" fmla="*/ 1777 w 2113"/>
                <a:gd name="T61" fmla="*/ 217 h 1116"/>
                <a:gd name="T62" fmla="*/ 1994 w 2113"/>
                <a:gd name="T63" fmla="*/ 543 h 1116"/>
                <a:gd name="T64" fmla="*/ 1935 w 2113"/>
                <a:gd name="T65" fmla="*/ 780 h 1116"/>
                <a:gd name="T66" fmla="*/ 1481 w 2113"/>
                <a:gd name="T67" fmla="*/ 947 h 1116"/>
                <a:gd name="T68" fmla="*/ 1224 w 2113"/>
                <a:gd name="T69" fmla="*/ 908 h 1116"/>
                <a:gd name="T70" fmla="*/ 1175 w 2113"/>
                <a:gd name="T71" fmla="*/ 908 h 1116"/>
                <a:gd name="T72" fmla="*/ 958 w 2113"/>
                <a:gd name="T73" fmla="*/ 928 h 1116"/>
                <a:gd name="T74" fmla="*/ 642 w 2113"/>
                <a:gd name="T75" fmla="*/ 908 h 1116"/>
                <a:gd name="T76" fmla="*/ 691 w 2113"/>
                <a:gd name="T77" fmla="*/ 1076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13" h="1116">
                  <a:moveTo>
                    <a:pt x="2103" y="681"/>
                  </a:moveTo>
                  <a:lnTo>
                    <a:pt x="2103" y="681"/>
                  </a:lnTo>
                  <a:cubicBezTo>
                    <a:pt x="2093" y="632"/>
                    <a:pt x="2083" y="582"/>
                    <a:pt x="2073" y="533"/>
                  </a:cubicBezTo>
                  <a:cubicBezTo>
                    <a:pt x="2063" y="513"/>
                    <a:pt x="2043" y="484"/>
                    <a:pt x="2043" y="454"/>
                  </a:cubicBezTo>
                  <a:cubicBezTo>
                    <a:pt x="1984" y="306"/>
                    <a:pt x="1984" y="306"/>
                    <a:pt x="1984" y="306"/>
                  </a:cubicBezTo>
                  <a:lnTo>
                    <a:pt x="1984" y="306"/>
                  </a:lnTo>
                  <a:cubicBezTo>
                    <a:pt x="1954" y="266"/>
                    <a:pt x="1925" y="227"/>
                    <a:pt x="1895" y="197"/>
                  </a:cubicBezTo>
                  <a:cubicBezTo>
                    <a:pt x="1816" y="118"/>
                    <a:pt x="1708" y="89"/>
                    <a:pt x="1619" y="39"/>
                  </a:cubicBezTo>
                  <a:cubicBezTo>
                    <a:pt x="1609" y="30"/>
                    <a:pt x="1609" y="30"/>
                    <a:pt x="1609" y="30"/>
                  </a:cubicBezTo>
                  <a:cubicBezTo>
                    <a:pt x="1569" y="10"/>
                    <a:pt x="1510" y="10"/>
                    <a:pt x="1461" y="10"/>
                  </a:cubicBezTo>
                  <a:cubicBezTo>
                    <a:pt x="1412" y="0"/>
                    <a:pt x="1353" y="0"/>
                    <a:pt x="1303" y="0"/>
                  </a:cubicBezTo>
                  <a:cubicBezTo>
                    <a:pt x="1244" y="10"/>
                    <a:pt x="1195" y="20"/>
                    <a:pt x="1135" y="30"/>
                  </a:cubicBezTo>
                  <a:cubicBezTo>
                    <a:pt x="1066" y="30"/>
                    <a:pt x="997" y="59"/>
                    <a:pt x="928" y="79"/>
                  </a:cubicBezTo>
                  <a:lnTo>
                    <a:pt x="928" y="79"/>
                  </a:lnTo>
                  <a:cubicBezTo>
                    <a:pt x="849" y="109"/>
                    <a:pt x="760" y="89"/>
                    <a:pt x="681" y="118"/>
                  </a:cubicBezTo>
                  <a:cubicBezTo>
                    <a:pt x="642" y="128"/>
                    <a:pt x="612" y="148"/>
                    <a:pt x="573" y="168"/>
                  </a:cubicBezTo>
                  <a:cubicBezTo>
                    <a:pt x="523" y="187"/>
                    <a:pt x="464" y="197"/>
                    <a:pt x="415" y="227"/>
                  </a:cubicBezTo>
                  <a:cubicBezTo>
                    <a:pt x="336" y="266"/>
                    <a:pt x="247" y="306"/>
                    <a:pt x="198" y="385"/>
                  </a:cubicBezTo>
                  <a:cubicBezTo>
                    <a:pt x="178" y="405"/>
                    <a:pt x="168" y="434"/>
                    <a:pt x="158" y="464"/>
                  </a:cubicBezTo>
                  <a:cubicBezTo>
                    <a:pt x="148" y="503"/>
                    <a:pt x="148" y="563"/>
                    <a:pt x="129" y="592"/>
                  </a:cubicBezTo>
                  <a:cubicBezTo>
                    <a:pt x="119" y="622"/>
                    <a:pt x="119" y="622"/>
                    <a:pt x="119" y="622"/>
                  </a:cubicBezTo>
                  <a:cubicBezTo>
                    <a:pt x="99" y="710"/>
                    <a:pt x="119" y="800"/>
                    <a:pt x="138" y="888"/>
                  </a:cubicBezTo>
                  <a:cubicBezTo>
                    <a:pt x="99" y="888"/>
                    <a:pt x="69" y="898"/>
                    <a:pt x="40" y="918"/>
                  </a:cubicBezTo>
                  <a:cubicBezTo>
                    <a:pt x="0" y="928"/>
                    <a:pt x="0" y="977"/>
                    <a:pt x="20" y="1007"/>
                  </a:cubicBezTo>
                  <a:cubicBezTo>
                    <a:pt x="50" y="1026"/>
                    <a:pt x="50" y="1026"/>
                    <a:pt x="50" y="1026"/>
                  </a:cubicBezTo>
                  <a:cubicBezTo>
                    <a:pt x="79" y="1066"/>
                    <a:pt x="148" y="1066"/>
                    <a:pt x="198" y="1066"/>
                  </a:cubicBezTo>
                  <a:cubicBezTo>
                    <a:pt x="257" y="1066"/>
                    <a:pt x="316" y="1076"/>
                    <a:pt x="385" y="1086"/>
                  </a:cubicBezTo>
                  <a:cubicBezTo>
                    <a:pt x="494" y="1095"/>
                    <a:pt x="602" y="1095"/>
                    <a:pt x="701" y="1095"/>
                  </a:cubicBezTo>
                  <a:cubicBezTo>
                    <a:pt x="780" y="1105"/>
                    <a:pt x="849" y="1095"/>
                    <a:pt x="918" y="1095"/>
                  </a:cubicBezTo>
                  <a:cubicBezTo>
                    <a:pt x="997" y="1095"/>
                    <a:pt x="1066" y="1115"/>
                    <a:pt x="1145" y="1115"/>
                  </a:cubicBezTo>
                  <a:cubicBezTo>
                    <a:pt x="1214" y="1115"/>
                    <a:pt x="1283" y="1105"/>
                    <a:pt x="1353" y="1105"/>
                  </a:cubicBezTo>
                  <a:cubicBezTo>
                    <a:pt x="1422" y="1105"/>
                    <a:pt x="1481" y="1105"/>
                    <a:pt x="1550" y="1095"/>
                  </a:cubicBezTo>
                  <a:cubicBezTo>
                    <a:pt x="1648" y="1095"/>
                    <a:pt x="1747" y="1095"/>
                    <a:pt x="1846" y="1095"/>
                  </a:cubicBezTo>
                  <a:cubicBezTo>
                    <a:pt x="1895" y="1086"/>
                    <a:pt x="1954" y="1066"/>
                    <a:pt x="2014" y="1066"/>
                  </a:cubicBezTo>
                  <a:cubicBezTo>
                    <a:pt x="2033" y="1056"/>
                    <a:pt x="2033" y="1056"/>
                    <a:pt x="2033" y="1056"/>
                  </a:cubicBezTo>
                  <a:cubicBezTo>
                    <a:pt x="2043" y="1046"/>
                    <a:pt x="2043" y="1046"/>
                    <a:pt x="2053" y="1046"/>
                  </a:cubicBezTo>
                  <a:cubicBezTo>
                    <a:pt x="2063" y="1026"/>
                    <a:pt x="2063" y="1017"/>
                    <a:pt x="2053" y="1007"/>
                  </a:cubicBezTo>
                  <a:cubicBezTo>
                    <a:pt x="2053" y="977"/>
                    <a:pt x="2024" y="967"/>
                    <a:pt x="1994" y="957"/>
                  </a:cubicBezTo>
                  <a:cubicBezTo>
                    <a:pt x="2014" y="947"/>
                    <a:pt x="2024" y="928"/>
                    <a:pt x="2033" y="918"/>
                  </a:cubicBezTo>
                  <a:cubicBezTo>
                    <a:pt x="2073" y="859"/>
                    <a:pt x="2073" y="859"/>
                    <a:pt x="2073" y="859"/>
                  </a:cubicBezTo>
                  <a:cubicBezTo>
                    <a:pt x="2083" y="849"/>
                    <a:pt x="2083" y="849"/>
                    <a:pt x="2083" y="849"/>
                  </a:cubicBezTo>
                  <a:cubicBezTo>
                    <a:pt x="2093" y="800"/>
                    <a:pt x="2112" y="740"/>
                    <a:pt x="2103" y="681"/>
                  </a:cubicBezTo>
                  <a:close/>
                  <a:moveTo>
                    <a:pt x="642" y="908"/>
                  </a:moveTo>
                  <a:lnTo>
                    <a:pt x="642" y="908"/>
                  </a:lnTo>
                  <a:cubicBezTo>
                    <a:pt x="632" y="908"/>
                    <a:pt x="632" y="908"/>
                    <a:pt x="632" y="908"/>
                  </a:cubicBezTo>
                  <a:cubicBezTo>
                    <a:pt x="593" y="908"/>
                    <a:pt x="563" y="888"/>
                    <a:pt x="523" y="888"/>
                  </a:cubicBezTo>
                  <a:cubicBezTo>
                    <a:pt x="494" y="888"/>
                    <a:pt x="474" y="878"/>
                    <a:pt x="445" y="878"/>
                  </a:cubicBezTo>
                  <a:cubicBezTo>
                    <a:pt x="385" y="859"/>
                    <a:pt x="336" y="819"/>
                    <a:pt x="287" y="789"/>
                  </a:cubicBezTo>
                  <a:cubicBezTo>
                    <a:pt x="217" y="750"/>
                    <a:pt x="208" y="710"/>
                    <a:pt x="217" y="642"/>
                  </a:cubicBezTo>
                  <a:cubicBezTo>
                    <a:pt x="217" y="582"/>
                    <a:pt x="217" y="533"/>
                    <a:pt x="237" y="484"/>
                  </a:cubicBezTo>
                  <a:cubicBezTo>
                    <a:pt x="267" y="424"/>
                    <a:pt x="336" y="395"/>
                    <a:pt x="385" y="365"/>
                  </a:cubicBezTo>
                  <a:cubicBezTo>
                    <a:pt x="474" y="316"/>
                    <a:pt x="573" y="276"/>
                    <a:pt x="672" y="237"/>
                  </a:cubicBezTo>
                  <a:cubicBezTo>
                    <a:pt x="701" y="217"/>
                    <a:pt x="740" y="187"/>
                    <a:pt x="780" y="187"/>
                  </a:cubicBezTo>
                  <a:cubicBezTo>
                    <a:pt x="819" y="178"/>
                    <a:pt x="849" y="197"/>
                    <a:pt x="889" y="187"/>
                  </a:cubicBezTo>
                  <a:cubicBezTo>
                    <a:pt x="928" y="187"/>
                    <a:pt x="958" y="168"/>
                    <a:pt x="987" y="158"/>
                  </a:cubicBezTo>
                  <a:cubicBezTo>
                    <a:pt x="1017" y="138"/>
                    <a:pt x="1046" y="138"/>
                    <a:pt x="1076" y="128"/>
                  </a:cubicBezTo>
                  <a:cubicBezTo>
                    <a:pt x="1086" y="118"/>
                    <a:pt x="1086" y="118"/>
                    <a:pt x="1086" y="118"/>
                  </a:cubicBezTo>
                  <a:cubicBezTo>
                    <a:pt x="1175" y="118"/>
                    <a:pt x="1264" y="118"/>
                    <a:pt x="1362" y="109"/>
                  </a:cubicBezTo>
                  <a:cubicBezTo>
                    <a:pt x="1412" y="109"/>
                    <a:pt x="1461" y="99"/>
                    <a:pt x="1510" y="109"/>
                  </a:cubicBezTo>
                  <a:cubicBezTo>
                    <a:pt x="1540" y="109"/>
                    <a:pt x="1569" y="118"/>
                    <a:pt x="1599" y="128"/>
                  </a:cubicBezTo>
                  <a:cubicBezTo>
                    <a:pt x="1609" y="128"/>
                    <a:pt x="1659" y="148"/>
                    <a:pt x="1659" y="158"/>
                  </a:cubicBezTo>
                  <a:cubicBezTo>
                    <a:pt x="1698" y="187"/>
                    <a:pt x="1738" y="197"/>
                    <a:pt x="1777" y="217"/>
                  </a:cubicBezTo>
                  <a:cubicBezTo>
                    <a:pt x="1816" y="247"/>
                    <a:pt x="1846" y="266"/>
                    <a:pt x="1876" y="306"/>
                  </a:cubicBezTo>
                  <a:cubicBezTo>
                    <a:pt x="1945" y="375"/>
                    <a:pt x="1974" y="454"/>
                    <a:pt x="1994" y="543"/>
                  </a:cubicBezTo>
                  <a:cubicBezTo>
                    <a:pt x="2014" y="602"/>
                    <a:pt x="2024" y="632"/>
                    <a:pt x="1994" y="691"/>
                  </a:cubicBezTo>
                  <a:cubicBezTo>
                    <a:pt x="1974" y="721"/>
                    <a:pt x="1954" y="750"/>
                    <a:pt x="1935" y="780"/>
                  </a:cubicBezTo>
                  <a:cubicBezTo>
                    <a:pt x="1895" y="849"/>
                    <a:pt x="1816" y="888"/>
                    <a:pt x="1738" y="898"/>
                  </a:cubicBezTo>
                  <a:cubicBezTo>
                    <a:pt x="1659" y="908"/>
                    <a:pt x="1569" y="947"/>
                    <a:pt x="1481" y="947"/>
                  </a:cubicBezTo>
                  <a:cubicBezTo>
                    <a:pt x="1461" y="947"/>
                    <a:pt x="1441" y="947"/>
                    <a:pt x="1412" y="947"/>
                  </a:cubicBezTo>
                  <a:cubicBezTo>
                    <a:pt x="1372" y="947"/>
                    <a:pt x="1274" y="947"/>
                    <a:pt x="1224" y="908"/>
                  </a:cubicBezTo>
                  <a:lnTo>
                    <a:pt x="1224" y="908"/>
                  </a:lnTo>
                  <a:cubicBezTo>
                    <a:pt x="1175" y="908"/>
                    <a:pt x="1175" y="908"/>
                    <a:pt x="1175" y="908"/>
                  </a:cubicBezTo>
                  <a:cubicBezTo>
                    <a:pt x="1135" y="918"/>
                    <a:pt x="1096" y="938"/>
                    <a:pt x="1046" y="938"/>
                  </a:cubicBezTo>
                  <a:cubicBezTo>
                    <a:pt x="1017" y="938"/>
                    <a:pt x="987" y="928"/>
                    <a:pt x="958" y="928"/>
                  </a:cubicBezTo>
                  <a:cubicBezTo>
                    <a:pt x="918" y="928"/>
                    <a:pt x="879" y="938"/>
                    <a:pt x="839" y="928"/>
                  </a:cubicBezTo>
                  <a:cubicBezTo>
                    <a:pt x="770" y="928"/>
                    <a:pt x="701" y="908"/>
                    <a:pt x="642" y="908"/>
                  </a:cubicBezTo>
                  <a:close/>
                  <a:moveTo>
                    <a:pt x="691" y="1076"/>
                  </a:moveTo>
                  <a:lnTo>
                    <a:pt x="691" y="1076"/>
                  </a:lnTo>
                  <a:close/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6" name="Freeform 124"/>
            <p:cNvSpPr>
              <a:spLocks noChangeArrowheads="1"/>
            </p:cNvSpPr>
            <p:nvPr/>
          </p:nvSpPr>
          <p:spPr bwMode="auto">
            <a:xfrm>
              <a:off x="4921250" y="652463"/>
              <a:ext cx="28575" cy="31750"/>
            </a:xfrm>
            <a:custGeom>
              <a:avLst/>
              <a:gdLst>
                <a:gd name="T0" fmla="*/ 29 w 80"/>
                <a:gd name="T1" fmla="*/ 89 h 90"/>
                <a:gd name="T2" fmla="*/ 29 w 80"/>
                <a:gd name="T3" fmla="*/ 89 h 90"/>
                <a:gd name="T4" fmla="*/ 59 w 80"/>
                <a:gd name="T5" fmla="*/ 30 h 90"/>
                <a:gd name="T6" fmla="*/ 40 w 80"/>
                <a:gd name="T7" fmla="*/ 10 h 90"/>
                <a:gd name="T8" fmla="*/ 10 w 80"/>
                <a:gd name="T9" fmla="*/ 30 h 90"/>
                <a:gd name="T10" fmla="*/ 29 w 80"/>
                <a:gd name="T11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0" h="90">
                  <a:moveTo>
                    <a:pt x="29" y="89"/>
                  </a:moveTo>
                  <a:lnTo>
                    <a:pt x="29" y="89"/>
                  </a:lnTo>
                  <a:cubicBezTo>
                    <a:pt x="69" y="89"/>
                    <a:pt x="79" y="60"/>
                    <a:pt x="59" y="30"/>
                  </a:cubicBezTo>
                  <a:cubicBezTo>
                    <a:pt x="59" y="20"/>
                    <a:pt x="49" y="20"/>
                    <a:pt x="40" y="10"/>
                  </a:cubicBezTo>
                  <a:cubicBezTo>
                    <a:pt x="20" y="0"/>
                    <a:pt x="10" y="10"/>
                    <a:pt x="10" y="30"/>
                  </a:cubicBezTo>
                  <a:cubicBezTo>
                    <a:pt x="0" y="50"/>
                    <a:pt x="20" y="69"/>
                    <a:pt x="29" y="89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7" name="Freeform 125"/>
            <p:cNvSpPr>
              <a:spLocks noChangeArrowheads="1"/>
            </p:cNvSpPr>
            <p:nvPr/>
          </p:nvSpPr>
          <p:spPr bwMode="auto">
            <a:xfrm>
              <a:off x="4930775" y="684213"/>
              <a:ext cx="1588" cy="158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8" name="Freeform 126"/>
            <p:cNvSpPr>
              <a:spLocks noChangeArrowheads="1"/>
            </p:cNvSpPr>
            <p:nvPr/>
          </p:nvSpPr>
          <p:spPr bwMode="auto">
            <a:xfrm>
              <a:off x="4718050" y="641350"/>
              <a:ext cx="42863" cy="39688"/>
            </a:xfrm>
            <a:custGeom>
              <a:avLst/>
              <a:gdLst>
                <a:gd name="T0" fmla="*/ 69 w 120"/>
                <a:gd name="T1" fmla="*/ 108 h 109"/>
                <a:gd name="T2" fmla="*/ 69 w 120"/>
                <a:gd name="T3" fmla="*/ 108 h 109"/>
                <a:gd name="T4" fmla="*/ 99 w 120"/>
                <a:gd name="T5" fmla="*/ 98 h 109"/>
                <a:gd name="T6" fmla="*/ 99 w 120"/>
                <a:gd name="T7" fmla="*/ 89 h 109"/>
                <a:gd name="T8" fmla="*/ 69 w 120"/>
                <a:gd name="T9" fmla="*/ 10 h 109"/>
                <a:gd name="T10" fmla="*/ 50 w 120"/>
                <a:gd name="T11" fmla="*/ 0 h 109"/>
                <a:gd name="T12" fmla="*/ 20 w 120"/>
                <a:gd name="T13" fmla="*/ 10 h 109"/>
                <a:gd name="T14" fmla="*/ 20 w 120"/>
                <a:gd name="T15" fmla="*/ 89 h 109"/>
                <a:gd name="T16" fmla="*/ 69 w 120"/>
                <a:gd name="T17" fmla="*/ 108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0" h="109">
                  <a:moveTo>
                    <a:pt x="69" y="108"/>
                  </a:moveTo>
                  <a:lnTo>
                    <a:pt x="69" y="108"/>
                  </a:lnTo>
                  <a:cubicBezTo>
                    <a:pt x="79" y="108"/>
                    <a:pt x="89" y="98"/>
                    <a:pt x="99" y="98"/>
                  </a:cubicBezTo>
                  <a:cubicBezTo>
                    <a:pt x="99" y="89"/>
                    <a:pt x="99" y="89"/>
                    <a:pt x="99" y="89"/>
                  </a:cubicBezTo>
                  <a:cubicBezTo>
                    <a:pt x="119" y="49"/>
                    <a:pt x="99" y="19"/>
                    <a:pt x="69" y="10"/>
                  </a:cubicBezTo>
                  <a:cubicBezTo>
                    <a:pt x="69" y="10"/>
                    <a:pt x="60" y="0"/>
                    <a:pt x="50" y="0"/>
                  </a:cubicBezTo>
                  <a:cubicBezTo>
                    <a:pt x="40" y="10"/>
                    <a:pt x="30" y="10"/>
                    <a:pt x="20" y="10"/>
                  </a:cubicBezTo>
                  <a:cubicBezTo>
                    <a:pt x="0" y="39"/>
                    <a:pt x="20" y="59"/>
                    <a:pt x="20" y="89"/>
                  </a:cubicBezTo>
                  <a:cubicBezTo>
                    <a:pt x="40" y="89"/>
                    <a:pt x="60" y="98"/>
                    <a:pt x="69" y="108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39" name="Freeform 127"/>
            <p:cNvSpPr>
              <a:spLocks noChangeArrowheads="1"/>
            </p:cNvSpPr>
            <p:nvPr/>
          </p:nvSpPr>
          <p:spPr bwMode="auto">
            <a:xfrm>
              <a:off x="4743450" y="681038"/>
              <a:ext cx="1588" cy="1587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0" name="Freeform 128"/>
            <p:cNvSpPr>
              <a:spLocks noChangeArrowheads="1"/>
            </p:cNvSpPr>
            <p:nvPr/>
          </p:nvSpPr>
          <p:spPr bwMode="auto">
            <a:xfrm>
              <a:off x="4991100" y="727075"/>
              <a:ext cx="31750" cy="34925"/>
            </a:xfrm>
            <a:custGeom>
              <a:avLst/>
              <a:gdLst>
                <a:gd name="T0" fmla="*/ 50 w 90"/>
                <a:gd name="T1" fmla="*/ 98 h 99"/>
                <a:gd name="T2" fmla="*/ 50 w 90"/>
                <a:gd name="T3" fmla="*/ 98 h 99"/>
                <a:gd name="T4" fmla="*/ 69 w 90"/>
                <a:gd name="T5" fmla="*/ 29 h 99"/>
                <a:gd name="T6" fmla="*/ 0 w 90"/>
                <a:gd name="T7" fmla="*/ 59 h 99"/>
                <a:gd name="T8" fmla="*/ 50 w 90"/>
                <a:gd name="T9" fmla="*/ 9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99">
                  <a:moveTo>
                    <a:pt x="50" y="98"/>
                  </a:moveTo>
                  <a:lnTo>
                    <a:pt x="50" y="98"/>
                  </a:lnTo>
                  <a:cubicBezTo>
                    <a:pt x="89" y="98"/>
                    <a:pt x="79" y="49"/>
                    <a:pt x="69" y="29"/>
                  </a:cubicBezTo>
                  <a:cubicBezTo>
                    <a:pt x="40" y="0"/>
                    <a:pt x="20" y="29"/>
                    <a:pt x="0" y="59"/>
                  </a:cubicBezTo>
                  <a:cubicBezTo>
                    <a:pt x="10" y="89"/>
                    <a:pt x="30" y="98"/>
                    <a:pt x="50" y="98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" name="Freeform 129"/>
            <p:cNvSpPr>
              <a:spLocks noChangeArrowheads="1"/>
            </p:cNvSpPr>
            <p:nvPr/>
          </p:nvSpPr>
          <p:spPr bwMode="auto">
            <a:xfrm>
              <a:off x="4945063" y="681038"/>
              <a:ext cx="46037" cy="28575"/>
            </a:xfrm>
            <a:custGeom>
              <a:avLst/>
              <a:gdLst>
                <a:gd name="T0" fmla="*/ 109 w 129"/>
                <a:gd name="T1" fmla="*/ 60 h 80"/>
                <a:gd name="T2" fmla="*/ 109 w 129"/>
                <a:gd name="T3" fmla="*/ 60 h 80"/>
                <a:gd name="T4" fmla="*/ 109 w 129"/>
                <a:gd name="T5" fmla="*/ 10 h 80"/>
                <a:gd name="T6" fmla="*/ 69 w 129"/>
                <a:gd name="T7" fmla="*/ 0 h 80"/>
                <a:gd name="T8" fmla="*/ 109 w 129"/>
                <a:gd name="T9" fmla="*/ 6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80">
                  <a:moveTo>
                    <a:pt x="109" y="60"/>
                  </a:moveTo>
                  <a:lnTo>
                    <a:pt x="109" y="60"/>
                  </a:lnTo>
                  <a:cubicBezTo>
                    <a:pt x="128" y="50"/>
                    <a:pt x="118" y="20"/>
                    <a:pt x="109" y="10"/>
                  </a:cubicBezTo>
                  <a:cubicBezTo>
                    <a:pt x="89" y="0"/>
                    <a:pt x="89" y="0"/>
                    <a:pt x="69" y="0"/>
                  </a:cubicBezTo>
                  <a:cubicBezTo>
                    <a:pt x="0" y="10"/>
                    <a:pt x="59" y="79"/>
                    <a:pt x="109" y="60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66569" name="Rectangle 53"/>
          <p:cNvSpPr>
            <a:spLocks noChangeArrowheads="1"/>
          </p:cNvSpPr>
          <p:nvPr/>
        </p:nvSpPr>
        <p:spPr bwMode="auto">
          <a:xfrm>
            <a:off x="2310988" y="3767138"/>
            <a:ext cx="10374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>
                <a:latin typeface="Trebuchet MS" charset="0"/>
              </a:rPr>
              <a:t>DESTINY</a:t>
            </a: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91903" y="1776338"/>
            <a:ext cx="793444" cy="203214"/>
            <a:chOff x="2895600" y="3278188"/>
            <a:chExt cx="973138" cy="249237"/>
          </a:xfrm>
          <a:solidFill>
            <a:srgbClr val="252616"/>
          </a:solidFill>
        </p:grpSpPr>
        <p:sp>
          <p:nvSpPr>
            <p:cNvPr id="20" name="Freeform 119"/>
            <p:cNvSpPr>
              <a:spLocks noChangeArrowheads="1"/>
            </p:cNvSpPr>
            <p:nvPr/>
          </p:nvSpPr>
          <p:spPr bwMode="auto">
            <a:xfrm>
              <a:off x="3527425" y="3278188"/>
              <a:ext cx="341313" cy="249237"/>
            </a:xfrm>
            <a:custGeom>
              <a:avLst/>
              <a:gdLst>
                <a:gd name="T0" fmla="*/ 938 w 949"/>
                <a:gd name="T1" fmla="*/ 316 h 692"/>
                <a:gd name="T2" fmla="*/ 938 w 949"/>
                <a:gd name="T3" fmla="*/ 316 h 692"/>
                <a:gd name="T4" fmla="*/ 711 w 949"/>
                <a:gd name="T5" fmla="*/ 641 h 692"/>
                <a:gd name="T6" fmla="*/ 306 w 949"/>
                <a:gd name="T7" fmla="*/ 681 h 692"/>
                <a:gd name="T8" fmla="*/ 40 w 949"/>
                <a:gd name="T9" fmla="*/ 562 h 692"/>
                <a:gd name="T10" fmla="*/ 10 w 949"/>
                <a:gd name="T11" fmla="*/ 385 h 692"/>
                <a:gd name="T12" fmla="*/ 227 w 949"/>
                <a:gd name="T13" fmla="*/ 108 h 692"/>
                <a:gd name="T14" fmla="*/ 336 w 949"/>
                <a:gd name="T15" fmla="*/ 89 h 692"/>
                <a:gd name="T16" fmla="*/ 553 w 949"/>
                <a:gd name="T17" fmla="*/ 39 h 692"/>
                <a:gd name="T18" fmla="*/ 888 w 949"/>
                <a:gd name="T19" fmla="*/ 138 h 692"/>
                <a:gd name="T20" fmla="*/ 938 w 949"/>
                <a:gd name="T21" fmla="*/ 316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49" h="692">
                  <a:moveTo>
                    <a:pt x="938" y="316"/>
                  </a:moveTo>
                  <a:lnTo>
                    <a:pt x="938" y="316"/>
                  </a:lnTo>
                  <a:cubicBezTo>
                    <a:pt x="948" y="454"/>
                    <a:pt x="888" y="582"/>
                    <a:pt x="711" y="641"/>
                  </a:cubicBezTo>
                  <a:cubicBezTo>
                    <a:pt x="572" y="681"/>
                    <a:pt x="434" y="691"/>
                    <a:pt x="306" y="681"/>
                  </a:cubicBezTo>
                  <a:cubicBezTo>
                    <a:pt x="217" y="681"/>
                    <a:pt x="119" y="622"/>
                    <a:pt x="40" y="562"/>
                  </a:cubicBezTo>
                  <a:cubicBezTo>
                    <a:pt x="10" y="533"/>
                    <a:pt x="0" y="444"/>
                    <a:pt x="10" y="385"/>
                  </a:cubicBezTo>
                  <a:cubicBezTo>
                    <a:pt x="30" y="257"/>
                    <a:pt x="138" y="187"/>
                    <a:pt x="227" y="108"/>
                  </a:cubicBezTo>
                  <a:cubicBezTo>
                    <a:pt x="237" y="99"/>
                    <a:pt x="326" y="89"/>
                    <a:pt x="336" y="89"/>
                  </a:cubicBezTo>
                  <a:cubicBezTo>
                    <a:pt x="415" y="79"/>
                    <a:pt x="454" y="79"/>
                    <a:pt x="553" y="39"/>
                  </a:cubicBezTo>
                  <a:cubicBezTo>
                    <a:pt x="681" y="0"/>
                    <a:pt x="790" y="69"/>
                    <a:pt x="888" y="138"/>
                  </a:cubicBezTo>
                  <a:cubicBezTo>
                    <a:pt x="928" y="158"/>
                    <a:pt x="918" y="246"/>
                    <a:pt x="938" y="316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25" name="Freeform 120"/>
            <p:cNvSpPr>
              <a:spLocks noChangeArrowheads="1"/>
            </p:cNvSpPr>
            <p:nvPr/>
          </p:nvSpPr>
          <p:spPr bwMode="auto">
            <a:xfrm>
              <a:off x="2895600" y="3287713"/>
              <a:ext cx="327025" cy="231775"/>
            </a:xfrm>
            <a:custGeom>
              <a:avLst/>
              <a:gdLst>
                <a:gd name="T0" fmla="*/ 178 w 909"/>
                <a:gd name="T1" fmla="*/ 582 h 642"/>
                <a:gd name="T2" fmla="*/ 178 w 909"/>
                <a:gd name="T3" fmla="*/ 582 h 642"/>
                <a:gd name="T4" fmla="*/ 70 w 909"/>
                <a:gd name="T5" fmla="*/ 473 h 642"/>
                <a:gd name="T6" fmla="*/ 20 w 909"/>
                <a:gd name="T7" fmla="*/ 295 h 642"/>
                <a:gd name="T8" fmla="*/ 30 w 909"/>
                <a:gd name="T9" fmla="*/ 246 h 642"/>
                <a:gd name="T10" fmla="*/ 99 w 909"/>
                <a:gd name="T11" fmla="*/ 138 h 642"/>
                <a:gd name="T12" fmla="*/ 435 w 909"/>
                <a:gd name="T13" fmla="*/ 9 h 642"/>
                <a:gd name="T14" fmla="*/ 533 w 909"/>
                <a:gd name="T15" fmla="*/ 29 h 642"/>
                <a:gd name="T16" fmla="*/ 671 w 909"/>
                <a:gd name="T17" fmla="*/ 78 h 642"/>
                <a:gd name="T18" fmla="*/ 859 w 909"/>
                <a:gd name="T19" fmla="*/ 483 h 642"/>
                <a:gd name="T20" fmla="*/ 701 w 909"/>
                <a:gd name="T21" fmla="*/ 601 h 642"/>
                <a:gd name="T22" fmla="*/ 297 w 909"/>
                <a:gd name="T23" fmla="*/ 621 h 642"/>
                <a:gd name="T24" fmla="*/ 178 w 909"/>
                <a:gd name="T25" fmla="*/ 582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9" h="642">
                  <a:moveTo>
                    <a:pt x="178" y="582"/>
                  </a:moveTo>
                  <a:lnTo>
                    <a:pt x="178" y="582"/>
                  </a:lnTo>
                  <a:cubicBezTo>
                    <a:pt x="139" y="542"/>
                    <a:pt x="99" y="503"/>
                    <a:pt x="70" y="473"/>
                  </a:cubicBezTo>
                  <a:cubicBezTo>
                    <a:pt x="20" y="424"/>
                    <a:pt x="0" y="355"/>
                    <a:pt x="20" y="295"/>
                  </a:cubicBezTo>
                  <a:cubicBezTo>
                    <a:pt x="20" y="276"/>
                    <a:pt x="30" y="256"/>
                    <a:pt x="30" y="246"/>
                  </a:cubicBezTo>
                  <a:cubicBezTo>
                    <a:pt x="40" y="207"/>
                    <a:pt x="70" y="167"/>
                    <a:pt x="99" y="138"/>
                  </a:cubicBezTo>
                  <a:cubicBezTo>
                    <a:pt x="198" y="59"/>
                    <a:pt x="316" y="19"/>
                    <a:pt x="435" y="9"/>
                  </a:cubicBezTo>
                  <a:cubicBezTo>
                    <a:pt x="474" y="0"/>
                    <a:pt x="504" y="9"/>
                    <a:pt x="533" y="29"/>
                  </a:cubicBezTo>
                  <a:cubicBezTo>
                    <a:pt x="583" y="49"/>
                    <a:pt x="622" y="69"/>
                    <a:pt x="671" y="78"/>
                  </a:cubicBezTo>
                  <a:cubicBezTo>
                    <a:pt x="820" y="148"/>
                    <a:pt x="908" y="315"/>
                    <a:pt x="859" y="483"/>
                  </a:cubicBezTo>
                  <a:cubicBezTo>
                    <a:pt x="839" y="552"/>
                    <a:pt x="810" y="592"/>
                    <a:pt x="701" y="601"/>
                  </a:cubicBezTo>
                  <a:cubicBezTo>
                    <a:pt x="514" y="641"/>
                    <a:pt x="415" y="621"/>
                    <a:pt x="297" y="621"/>
                  </a:cubicBezTo>
                  <a:cubicBezTo>
                    <a:pt x="247" y="621"/>
                    <a:pt x="208" y="601"/>
                    <a:pt x="178" y="582"/>
                  </a:cubicBezTo>
                </a:path>
              </a:pathLst>
            </a:custGeom>
            <a:grpFill/>
            <a:ln>
              <a:noFill/>
            </a:ln>
            <a:effectLst/>
            <a:extLst/>
          </p:spPr>
          <p:txBody>
            <a:bodyPr wrap="none" anchor="ctr"/>
            <a:lstStyle/>
            <a:p>
              <a:pPr defTabSz="370286">
                <a:buFont typeface="Times New Roman" charset="0"/>
                <a:buNone/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66571" name="Rectangle 55"/>
          <p:cNvSpPr>
            <a:spLocks noChangeArrowheads="1"/>
          </p:cNvSpPr>
          <p:nvPr/>
        </p:nvSpPr>
        <p:spPr bwMode="auto">
          <a:xfrm>
            <a:off x="686835" y="2135188"/>
            <a:ext cx="60465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 dirty="0">
                <a:latin typeface="Trebuchet MS" charset="0"/>
              </a:rPr>
              <a:t>GAP</a:t>
            </a:r>
            <a:endParaRPr lang="en-US" dirty="0"/>
          </a:p>
        </p:txBody>
      </p:sp>
      <p:sp>
        <p:nvSpPr>
          <p:cNvPr id="66572" name="Freeform 135"/>
          <p:cNvSpPr>
            <a:spLocks noChangeArrowheads="1"/>
          </p:cNvSpPr>
          <p:nvPr/>
        </p:nvSpPr>
        <p:spPr bwMode="auto">
          <a:xfrm>
            <a:off x="6121604" y="3165475"/>
            <a:ext cx="690563" cy="393700"/>
          </a:xfrm>
          <a:custGeom>
            <a:avLst/>
            <a:gdLst>
              <a:gd name="T0" fmla="*/ 2147483646 w 1827"/>
              <a:gd name="T1" fmla="*/ 2147483646 h 1047"/>
              <a:gd name="T2" fmla="*/ 2147483646 w 1827"/>
              <a:gd name="T3" fmla="*/ 2147483646 h 1047"/>
              <a:gd name="T4" fmla="*/ 2147483646 w 1827"/>
              <a:gd name="T5" fmla="*/ 2147483646 h 1047"/>
              <a:gd name="T6" fmla="*/ 2147483646 w 1827"/>
              <a:gd name="T7" fmla="*/ 2147483646 h 1047"/>
              <a:gd name="T8" fmla="*/ 2147483646 w 1827"/>
              <a:gd name="T9" fmla="*/ 2147483646 h 1047"/>
              <a:gd name="T10" fmla="*/ 2147483646 w 1827"/>
              <a:gd name="T11" fmla="*/ 2147483646 h 1047"/>
              <a:gd name="T12" fmla="*/ 2147483646 w 1827"/>
              <a:gd name="T13" fmla="*/ 2147483646 h 1047"/>
              <a:gd name="T14" fmla="*/ 2147483646 w 1827"/>
              <a:gd name="T15" fmla="*/ 2147483646 h 1047"/>
              <a:gd name="T16" fmla="*/ 0 w 1827"/>
              <a:gd name="T17" fmla="*/ 2147483646 h 1047"/>
              <a:gd name="T18" fmla="*/ 2147483646 w 1827"/>
              <a:gd name="T19" fmla="*/ 2147483646 h 1047"/>
              <a:gd name="T20" fmla="*/ 2147483646 w 1827"/>
              <a:gd name="T21" fmla="*/ 2147483646 h 1047"/>
              <a:gd name="T22" fmla="*/ 2147483646 w 1827"/>
              <a:gd name="T23" fmla="*/ 2147483646 h 1047"/>
              <a:gd name="T24" fmla="*/ 2147483646 w 1827"/>
              <a:gd name="T25" fmla="*/ 2147483646 h 1047"/>
              <a:gd name="T26" fmla="*/ 2147483646 w 1827"/>
              <a:gd name="T27" fmla="*/ 2147483646 h 1047"/>
              <a:gd name="T28" fmla="*/ 2147483646 w 1827"/>
              <a:gd name="T29" fmla="*/ 2147483646 h 1047"/>
              <a:gd name="T30" fmla="*/ 2147483646 w 1827"/>
              <a:gd name="T31" fmla="*/ 2147483646 h 1047"/>
              <a:gd name="T32" fmla="*/ 2147483646 w 1827"/>
              <a:gd name="T33" fmla="*/ 2147483646 h 1047"/>
              <a:gd name="T34" fmla="*/ 2147483646 w 1827"/>
              <a:gd name="T35" fmla="*/ 2147483646 h 1047"/>
              <a:gd name="T36" fmla="*/ 2147483646 w 1827"/>
              <a:gd name="T37" fmla="*/ 2147483646 h 1047"/>
              <a:gd name="T38" fmla="*/ 2147483646 w 1827"/>
              <a:gd name="T39" fmla="*/ 2147483646 h 1047"/>
              <a:gd name="T40" fmla="*/ 2147483646 w 1827"/>
              <a:gd name="T41" fmla="*/ 2147483646 h 1047"/>
              <a:gd name="T42" fmla="*/ 2147483646 w 1827"/>
              <a:gd name="T43" fmla="*/ 2147483646 h 1047"/>
              <a:gd name="T44" fmla="*/ 2147483646 w 1827"/>
              <a:gd name="T45" fmla="*/ 2147483646 h 1047"/>
              <a:gd name="T46" fmla="*/ 2147483646 w 1827"/>
              <a:gd name="T47" fmla="*/ 2147483646 h 1047"/>
              <a:gd name="T48" fmla="*/ 2147483646 w 1827"/>
              <a:gd name="T49" fmla="*/ 2147483646 h 1047"/>
              <a:gd name="T50" fmla="*/ 2147483646 w 1827"/>
              <a:gd name="T51" fmla="*/ 2147483646 h 1047"/>
              <a:gd name="T52" fmla="*/ 2147483646 w 1827"/>
              <a:gd name="T53" fmla="*/ 2147483646 h 1047"/>
              <a:gd name="T54" fmla="*/ 2147483646 w 1827"/>
              <a:gd name="T55" fmla="*/ 2147483646 h 1047"/>
              <a:gd name="T56" fmla="*/ 2147483646 w 1827"/>
              <a:gd name="T57" fmla="*/ 2147483646 h 1047"/>
              <a:gd name="T58" fmla="*/ 2147483646 w 1827"/>
              <a:gd name="T59" fmla="*/ 2147483646 h 1047"/>
              <a:gd name="T60" fmla="*/ 2147483646 w 1827"/>
              <a:gd name="T61" fmla="*/ 2147483646 h 1047"/>
              <a:gd name="T62" fmla="*/ 2147483646 w 1827"/>
              <a:gd name="T63" fmla="*/ 2147483646 h 104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827" h="1047">
                <a:moveTo>
                  <a:pt x="1293" y="158"/>
                </a:moveTo>
                <a:lnTo>
                  <a:pt x="1293" y="158"/>
                </a:lnTo>
                <a:cubicBezTo>
                  <a:pt x="1353" y="148"/>
                  <a:pt x="1402" y="138"/>
                  <a:pt x="1451" y="128"/>
                </a:cubicBezTo>
                <a:cubicBezTo>
                  <a:pt x="1530" y="99"/>
                  <a:pt x="1600" y="89"/>
                  <a:pt x="1668" y="119"/>
                </a:cubicBezTo>
                <a:cubicBezTo>
                  <a:pt x="1688" y="109"/>
                  <a:pt x="1688" y="109"/>
                  <a:pt x="1688" y="109"/>
                </a:cubicBezTo>
                <a:cubicBezTo>
                  <a:pt x="1698" y="99"/>
                  <a:pt x="1698" y="99"/>
                  <a:pt x="1698" y="99"/>
                </a:cubicBezTo>
                <a:cubicBezTo>
                  <a:pt x="1718" y="79"/>
                  <a:pt x="1698" y="59"/>
                  <a:pt x="1688" y="49"/>
                </a:cubicBezTo>
                <a:cubicBezTo>
                  <a:pt x="1609" y="10"/>
                  <a:pt x="1530" y="0"/>
                  <a:pt x="1451" y="20"/>
                </a:cubicBezTo>
                <a:cubicBezTo>
                  <a:pt x="1402" y="30"/>
                  <a:pt x="1372" y="40"/>
                  <a:pt x="1323" y="49"/>
                </a:cubicBezTo>
                <a:cubicBezTo>
                  <a:pt x="1284" y="49"/>
                  <a:pt x="1264" y="30"/>
                  <a:pt x="1224" y="20"/>
                </a:cubicBezTo>
                <a:cubicBezTo>
                  <a:pt x="1145" y="0"/>
                  <a:pt x="1066" y="49"/>
                  <a:pt x="997" y="79"/>
                </a:cubicBezTo>
                <a:cubicBezTo>
                  <a:pt x="918" y="109"/>
                  <a:pt x="839" y="128"/>
                  <a:pt x="751" y="158"/>
                </a:cubicBezTo>
                <a:cubicBezTo>
                  <a:pt x="672" y="178"/>
                  <a:pt x="593" y="227"/>
                  <a:pt x="514" y="237"/>
                </a:cubicBezTo>
                <a:cubicBezTo>
                  <a:pt x="425" y="257"/>
                  <a:pt x="356" y="306"/>
                  <a:pt x="277" y="356"/>
                </a:cubicBezTo>
                <a:cubicBezTo>
                  <a:pt x="257" y="365"/>
                  <a:pt x="257" y="365"/>
                  <a:pt x="257" y="365"/>
                </a:cubicBezTo>
                <a:cubicBezTo>
                  <a:pt x="208" y="395"/>
                  <a:pt x="158" y="434"/>
                  <a:pt x="109" y="474"/>
                </a:cubicBezTo>
                <a:cubicBezTo>
                  <a:pt x="89" y="484"/>
                  <a:pt x="70" y="504"/>
                  <a:pt x="40" y="523"/>
                </a:cubicBezTo>
                <a:cubicBezTo>
                  <a:pt x="20" y="543"/>
                  <a:pt x="10" y="563"/>
                  <a:pt x="0" y="592"/>
                </a:cubicBezTo>
                <a:cubicBezTo>
                  <a:pt x="10" y="622"/>
                  <a:pt x="20" y="642"/>
                  <a:pt x="30" y="671"/>
                </a:cubicBezTo>
                <a:cubicBezTo>
                  <a:pt x="168" y="819"/>
                  <a:pt x="366" y="681"/>
                  <a:pt x="514" y="622"/>
                </a:cubicBezTo>
                <a:cubicBezTo>
                  <a:pt x="534" y="671"/>
                  <a:pt x="563" y="711"/>
                  <a:pt x="573" y="760"/>
                </a:cubicBezTo>
                <a:cubicBezTo>
                  <a:pt x="583" y="780"/>
                  <a:pt x="593" y="800"/>
                  <a:pt x="613" y="809"/>
                </a:cubicBezTo>
                <a:cubicBezTo>
                  <a:pt x="622" y="819"/>
                  <a:pt x="662" y="829"/>
                  <a:pt x="681" y="829"/>
                </a:cubicBezTo>
                <a:cubicBezTo>
                  <a:pt x="672" y="839"/>
                  <a:pt x="681" y="849"/>
                  <a:pt x="681" y="869"/>
                </a:cubicBezTo>
                <a:cubicBezTo>
                  <a:pt x="681" y="908"/>
                  <a:pt x="681" y="928"/>
                  <a:pt x="721" y="938"/>
                </a:cubicBezTo>
                <a:cubicBezTo>
                  <a:pt x="770" y="938"/>
                  <a:pt x="770" y="938"/>
                  <a:pt x="770" y="938"/>
                </a:cubicBezTo>
                <a:cubicBezTo>
                  <a:pt x="760" y="948"/>
                  <a:pt x="760" y="948"/>
                  <a:pt x="760" y="948"/>
                </a:cubicBezTo>
                <a:cubicBezTo>
                  <a:pt x="731" y="1036"/>
                  <a:pt x="918" y="1046"/>
                  <a:pt x="968" y="1046"/>
                </a:cubicBezTo>
                <a:cubicBezTo>
                  <a:pt x="1007" y="1046"/>
                  <a:pt x="1047" y="1036"/>
                  <a:pt x="1086" y="1036"/>
                </a:cubicBezTo>
                <a:cubicBezTo>
                  <a:pt x="1126" y="1027"/>
                  <a:pt x="1155" y="1007"/>
                  <a:pt x="1195" y="997"/>
                </a:cubicBezTo>
                <a:cubicBezTo>
                  <a:pt x="1254" y="967"/>
                  <a:pt x="1333" y="928"/>
                  <a:pt x="1402" y="918"/>
                </a:cubicBezTo>
                <a:cubicBezTo>
                  <a:pt x="1431" y="918"/>
                  <a:pt x="1461" y="928"/>
                  <a:pt x="1481" y="908"/>
                </a:cubicBezTo>
                <a:cubicBezTo>
                  <a:pt x="1501" y="888"/>
                  <a:pt x="1501" y="859"/>
                  <a:pt x="1510" y="839"/>
                </a:cubicBezTo>
                <a:cubicBezTo>
                  <a:pt x="1540" y="800"/>
                  <a:pt x="1580" y="740"/>
                  <a:pt x="1629" y="711"/>
                </a:cubicBezTo>
                <a:cubicBezTo>
                  <a:pt x="1688" y="671"/>
                  <a:pt x="1777" y="681"/>
                  <a:pt x="1826" y="622"/>
                </a:cubicBezTo>
                <a:cubicBezTo>
                  <a:pt x="1826" y="572"/>
                  <a:pt x="1777" y="572"/>
                  <a:pt x="1728" y="572"/>
                </a:cubicBezTo>
                <a:cubicBezTo>
                  <a:pt x="1678" y="572"/>
                  <a:pt x="1629" y="572"/>
                  <a:pt x="1580" y="592"/>
                </a:cubicBezTo>
                <a:cubicBezTo>
                  <a:pt x="1481" y="622"/>
                  <a:pt x="1442" y="711"/>
                  <a:pt x="1382" y="800"/>
                </a:cubicBezTo>
                <a:cubicBezTo>
                  <a:pt x="1372" y="819"/>
                  <a:pt x="1363" y="829"/>
                  <a:pt x="1333" y="819"/>
                </a:cubicBezTo>
                <a:cubicBezTo>
                  <a:pt x="1274" y="849"/>
                  <a:pt x="1205" y="869"/>
                  <a:pt x="1136" y="898"/>
                </a:cubicBezTo>
                <a:cubicBezTo>
                  <a:pt x="1096" y="918"/>
                  <a:pt x="1066" y="928"/>
                  <a:pt x="1027" y="938"/>
                </a:cubicBezTo>
                <a:cubicBezTo>
                  <a:pt x="1007" y="948"/>
                  <a:pt x="968" y="967"/>
                  <a:pt x="948" y="957"/>
                </a:cubicBezTo>
                <a:cubicBezTo>
                  <a:pt x="918" y="948"/>
                  <a:pt x="997" y="869"/>
                  <a:pt x="987" y="839"/>
                </a:cubicBezTo>
                <a:cubicBezTo>
                  <a:pt x="987" y="809"/>
                  <a:pt x="918" y="800"/>
                  <a:pt x="889" y="790"/>
                </a:cubicBezTo>
                <a:cubicBezTo>
                  <a:pt x="908" y="760"/>
                  <a:pt x="928" y="730"/>
                  <a:pt x="948" y="701"/>
                </a:cubicBezTo>
                <a:cubicBezTo>
                  <a:pt x="938" y="681"/>
                  <a:pt x="928" y="662"/>
                  <a:pt x="918" y="651"/>
                </a:cubicBezTo>
                <a:cubicBezTo>
                  <a:pt x="899" y="642"/>
                  <a:pt x="859" y="642"/>
                  <a:pt x="839" y="651"/>
                </a:cubicBezTo>
                <a:cubicBezTo>
                  <a:pt x="790" y="651"/>
                  <a:pt x="751" y="671"/>
                  <a:pt x="711" y="691"/>
                </a:cubicBezTo>
                <a:cubicBezTo>
                  <a:pt x="672" y="671"/>
                  <a:pt x="672" y="671"/>
                  <a:pt x="672" y="671"/>
                </a:cubicBezTo>
                <a:cubicBezTo>
                  <a:pt x="721" y="612"/>
                  <a:pt x="731" y="572"/>
                  <a:pt x="810" y="523"/>
                </a:cubicBezTo>
                <a:cubicBezTo>
                  <a:pt x="810" y="474"/>
                  <a:pt x="810" y="474"/>
                  <a:pt x="810" y="474"/>
                </a:cubicBezTo>
                <a:cubicBezTo>
                  <a:pt x="800" y="464"/>
                  <a:pt x="800" y="464"/>
                  <a:pt x="800" y="464"/>
                </a:cubicBezTo>
                <a:cubicBezTo>
                  <a:pt x="741" y="454"/>
                  <a:pt x="681" y="484"/>
                  <a:pt x="622" y="504"/>
                </a:cubicBezTo>
                <a:cubicBezTo>
                  <a:pt x="563" y="523"/>
                  <a:pt x="504" y="543"/>
                  <a:pt x="445" y="563"/>
                </a:cubicBezTo>
                <a:cubicBezTo>
                  <a:pt x="385" y="583"/>
                  <a:pt x="336" y="592"/>
                  <a:pt x="277" y="612"/>
                </a:cubicBezTo>
                <a:cubicBezTo>
                  <a:pt x="237" y="632"/>
                  <a:pt x="208" y="651"/>
                  <a:pt x="158" y="662"/>
                </a:cubicBezTo>
                <a:cubicBezTo>
                  <a:pt x="139" y="642"/>
                  <a:pt x="139" y="642"/>
                  <a:pt x="139" y="642"/>
                </a:cubicBezTo>
                <a:cubicBezTo>
                  <a:pt x="129" y="632"/>
                  <a:pt x="129" y="632"/>
                  <a:pt x="129" y="632"/>
                </a:cubicBezTo>
                <a:cubicBezTo>
                  <a:pt x="99" y="572"/>
                  <a:pt x="168" y="543"/>
                  <a:pt x="208" y="523"/>
                </a:cubicBezTo>
                <a:cubicBezTo>
                  <a:pt x="257" y="494"/>
                  <a:pt x="297" y="464"/>
                  <a:pt x="346" y="434"/>
                </a:cubicBezTo>
                <a:cubicBezTo>
                  <a:pt x="415" y="385"/>
                  <a:pt x="494" y="336"/>
                  <a:pt x="563" y="316"/>
                </a:cubicBezTo>
                <a:cubicBezTo>
                  <a:pt x="642" y="286"/>
                  <a:pt x="731" y="257"/>
                  <a:pt x="810" y="237"/>
                </a:cubicBezTo>
                <a:cubicBezTo>
                  <a:pt x="899" y="207"/>
                  <a:pt x="978" y="168"/>
                  <a:pt x="1066" y="168"/>
                </a:cubicBezTo>
                <a:cubicBezTo>
                  <a:pt x="1145" y="158"/>
                  <a:pt x="1224" y="158"/>
                  <a:pt x="1293" y="158"/>
                </a:cubicBezTo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3" name="Rectangle 58"/>
          <p:cNvSpPr>
            <a:spLocks noChangeArrowheads="1"/>
          </p:cNvSpPr>
          <p:nvPr/>
        </p:nvSpPr>
        <p:spPr bwMode="auto">
          <a:xfrm>
            <a:off x="6039525" y="3768725"/>
            <a:ext cx="85472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>
                <a:latin typeface="Trebuchet MS" charset="0"/>
              </a:rPr>
              <a:t>BLAME</a:t>
            </a:r>
            <a:endParaRPr lang="en-US"/>
          </a:p>
        </p:txBody>
      </p:sp>
      <p:sp>
        <p:nvSpPr>
          <p:cNvPr id="66574" name="Freeform 113"/>
          <p:cNvSpPr>
            <a:spLocks noChangeArrowheads="1"/>
          </p:cNvSpPr>
          <p:nvPr/>
        </p:nvSpPr>
        <p:spPr bwMode="auto">
          <a:xfrm>
            <a:off x="2427489" y="1587500"/>
            <a:ext cx="385762" cy="422275"/>
          </a:xfrm>
          <a:custGeom>
            <a:avLst/>
            <a:gdLst>
              <a:gd name="T0" fmla="*/ 2147483646 w 623"/>
              <a:gd name="T1" fmla="*/ 2147483646 h 681"/>
              <a:gd name="T2" fmla="*/ 2147483646 w 623"/>
              <a:gd name="T3" fmla="*/ 2147483646 h 681"/>
              <a:gd name="T4" fmla="*/ 2147483646 w 623"/>
              <a:gd name="T5" fmla="*/ 2147483646 h 681"/>
              <a:gd name="T6" fmla="*/ 2147483646 w 623"/>
              <a:gd name="T7" fmla="*/ 2147483646 h 681"/>
              <a:gd name="T8" fmla="*/ 2147483646 w 623"/>
              <a:gd name="T9" fmla="*/ 2147483646 h 681"/>
              <a:gd name="T10" fmla="*/ 2147483646 w 623"/>
              <a:gd name="T11" fmla="*/ 2147483646 h 681"/>
              <a:gd name="T12" fmla="*/ 2147483646 w 623"/>
              <a:gd name="T13" fmla="*/ 2147483646 h 681"/>
              <a:gd name="T14" fmla="*/ 2147483646 w 623"/>
              <a:gd name="T15" fmla="*/ 2147483646 h 681"/>
              <a:gd name="T16" fmla="*/ 2147483646 w 623"/>
              <a:gd name="T17" fmla="*/ 2147483646 h 681"/>
              <a:gd name="T18" fmla="*/ 2147483646 w 623"/>
              <a:gd name="T19" fmla="*/ 2147483646 h 681"/>
              <a:gd name="T20" fmla="*/ 2147483646 w 623"/>
              <a:gd name="T21" fmla="*/ 2147483646 h 681"/>
              <a:gd name="T22" fmla="*/ 2147483646 w 623"/>
              <a:gd name="T23" fmla="*/ 2147483646 h 681"/>
              <a:gd name="T24" fmla="*/ 2147483646 w 623"/>
              <a:gd name="T25" fmla="*/ 2147483646 h 681"/>
              <a:gd name="T26" fmla="*/ 2147483646 w 623"/>
              <a:gd name="T27" fmla="*/ 2147483646 h 681"/>
              <a:gd name="T28" fmla="*/ 2147483646 w 623"/>
              <a:gd name="T29" fmla="*/ 2147483646 h 681"/>
              <a:gd name="T30" fmla="*/ 2147483646 w 623"/>
              <a:gd name="T31" fmla="*/ 2147483646 h 681"/>
              <a:gd name="T32" fmla="*/ 2147483646 w 623"/>
              <a:gd name="T33" fmla="*/ 2147483646 h 681"/>
              <a:gd name="T34" fmla="*/ 2147483646 w 623"/>
              <a:gd name="T35" fmla="*/ 2147483646 h 681"/>
              <a:gd name="T36" fmla="*/ 2147483646 w 623"/>
              <a:gd name="T37" fmla="*/ 2147483646 h 681"/>
              <a:gd name="T38" fmla="*/ 2147483646 w 623"/>
              <a:gd name="T39" fmla="*/ 2147483646 h 681"/>
              <a:gd name="T40" fmla="*/ 0 w 623"/>
              <a:gd name="T41" fmla="*/ 2147483646 h 681"/>
              <a:gd name="T42" fmla="*/ 0 w 623"/>
              <a:gd name="T43" fmla="*/ 2147483646 h 681"/>
              <a:gd name="T44" fmla="*/ 2147483646 w 623"/>
              <a:gd name="T45" fmla="*/ 0 h 681"/>
              <a:gd name="T46" fmla="*/ 2147483646 w 623"/>
              <a:gd name="T47" fmla="*/ 2147483646 h 681"/>
              <a:gd name="T48" fmla="*/ 2147483646 w 623"/>
              <a:gd name="T49" fmla="*/ 2147483646 h 681"/>
              <a:gd name="T50" fmla="*/ 2147483646 w 623"/>
              <a:gd name="T51" fmla="*/ 2147483646 h 681"/>
              <a:gd name="T52" fmla="*/ 2147483646 w 623"/>
              <a:gd name="T53" fmla="*/ 2147483646 h 681"/>
              <a:gd name="T54" fmla="*/ 2147483646 w 623"/>
              <a:gd name="T55" fmla="*/ 2147483646 h 681"/>
              <a:gd name="T56" fmla="*/ 2147483646 w 623"/>
              <a:gd name="T57" fmla="*/ 2147483646 h 681"/>
              <a:gd name="T58" fmla="*/ 2147483646 w 623"/>
              <a:gd name="T59" fmla="*/ 2147483646 h 681"/>
              <a:gd name="T60" fmla="*/ 2147483646 w 623"/>
              <a:gd name="T61" fmla="*/ 2147483646 h 681"/>
              <a:gd name="T62" fmla="*/ 2147483646 w 623"/>
              <a:gd name="T63" fmla="*/ 2147483646 h 681"/>
              <a:gd name="T64" fmla="*/ 2147483646 w 623"/>
              <a:gd name="T65" fmla="*/ 2147483646 h 681"/>
              <a:gd name="T66" fmla="*/ 2147483646 w 623"/>
              <a:gd name="T67" fmla="*/ 2147483646 h 681"/>
              <a:gd name="T68" fmla="*/ 2147483646 w 623"/>
              <a:gd name="T69" fmla="*/ 2147483646 h 681"/>
              <a:gd name="T70" fmla="*/ 2147483646 w 623"/>
              <a:gd name="T71" fmla="*/ 2147483646 h 681"/>
              <a:gd name="T72" fmla="*/ 2147483646 w 623"/>
              <a:gd name="T73" fmla="*/ 2147483646 h 681"/>
              <a:gd name="T74" fmla="*/ 2147483646 w 623"/>
              <a:gd name="T75" fmla="*/ 2147483646 h 681"/>
              <a:gd name="T76" fmla="*/ 2147483646 w 623"/>
              <a:gd name="T77" fmla="*/ 2147483646 h 681"/>
              <a:gd name="T78" fmla="*/ 2147483646 w 623"/>
              <a:gd name="T79" fmla="*/ 2147483646 h 681"/>
              <a:gd name="T80" fmla="*/ 2147483646 w 623"/>
              <a:gd name="T81" fmla="*/ 2147483646 h 681"/>
              <a:gd name="T82" fmla="*/ 2147483646 w 623"/>
              <a:gd name="T83" fmla="*/ 2147483646 h 681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623" h="681">
                <a:moveTo>
                  <a:pt x="612" y="246"/>
                </a:moveTo>
                <a:lnTo>
                  <a:pt x="612" y="246"/>
                </a:lnTo>
                <a:cubicBezTo>
                  <a:pt x="592" y="325"/>
                  <a:pt x="592" y="394"/>
                  <a:pt x="592" y="472"/>
                </a:cubicBezTo>
                <a:cubicBezTo>
                  <a:pt x="592" y="492"/>
                  <a:pt x="602" y="512"/>
                  <a:pt x="612" y="532"/>
                </a:cubicBezTo>
                <a:cubicBezTo>
                  <a:pt x="612" y="551"/>
                  <a:pt x="622" y="581"/>
                  <a:pt x="592" y="601"/>
                </a:cubicBezTo>
                <a:cubicBezTo>
                  <a:pt x="573" y="630"/>
                  <a:pt x="543" y="670"/>
                  <a:pt x="513" y="670"/>
                </a:cubicBezTo>
                <a:cubicBezTo>
                  <a:pt x="464" y="670"/>
                  <a:pt x="405" y="680"/>
                  <a:pt x="355" y="660"/>
                </a:cubicBezTo>
                <a:cubicBezTo>
                  <a:pt x="276" y="621"/>
                  <a:pt x="198" y="591"/>
                  <a:pt x="109" y="551"/>
                </a:cubicBezTo>
                <a:cubicBezTo>
                  <a:pt x="79" y="542"/>
                  <a:pt x="49" y="522"/>
                  <a:pt x="30" y="472"/>
                </a:cubicBezTo>
                <a:cubicBezTo>
                  <a:pt x="20" y="423"/>
                  <a:pt x="40" y="394"/>
                  <a:pt x="89" y="385"/>
                </a:cubicBezTo>
                <a:cubicBezTo>
                  <a:pt x="109" y="385"/>
                  <a:pt x="138" y="394"/>
                  <a:pt x="168" y="394"/>
                </a:cubicBezTo>
                <a:cubicBezTo>
                  <a:pt x="178" y="404"/>
                  <a:pt x="198" y="404"/>
                  <a:pt x="207" y="404"/>
                </a:cubicBezTo>
                <a:cubicBezTo>
                  <a:pt x="207" y="413"/>
                  <a:pt x="217" y="404"/>
                  <a:pt x="217" y="404"/>
                </a:cubicBezTo>
                <a:cubicBezTo>
                  <a:pt x="178" y="345"/>
                  <a:pt x="148" y="296"/>
                  <a:pt x="119" y="256"/>
                </a:cubicBezTo>
                <a:cubicBezTo>
                  <a:pt x="89" y="227"/>
                  <a:pt x="69" y="197"/>
                  <a:pt x="49" y="167"/>
                </a:cubicBezTo>
                <a:cubicBezTo>
                  <a:pt x="40" y="148"/>
                  <a:pt x="20" y="128"/>
                  <a:pt x="10" y="108"/>
                </a:cubicBezTo>
                <a:cubicBezTo>
                  <a:pt x="10" y="98"/>
                  <a:pt x="0" y="88"/>
                  <a:pt x="0" y="79"/>
                </a:cubicBezTo>
                <a:cubicBezTo>
                  <a:pt x="30" y="49"/>
                  <a:pt x="79" y="10"/>
                  <a:pt x="109" y="0"/>
                </a:cubicBezTo>
                <a:cubicBezTo>
                  <a:pt x="138" y="0"/>
                  <a:pt x="148" y="49"/>
                  <a:pt x="178" y="79"/>
                </a:cubicBezTo>
                <a:cubicBezTo>
                  <a:pt x="198" y="98"/>
                  <a:pt x="207" y="108"/>
                  <a:pt x="227" y="128"/>
                </a:cubicBezTo>
                <a:lnTo>
                  <a:pt x="247" y="148"/>
                </a:lnTo>
                <a:cubicBezTo>
                  <a:pt x="267" y="177"/>
                  <a:pt x="286" y="197"/>
                  <a:pt x="306" y="227"/>
                </a:cubicBezTo>
                <a:cubicBezTo>
                  <a:pt x="336" y="266"/>
                  <a:pt x="355" y="316"/>
                  <a:pt x="405" y="355"/>
                </a:cubicBezTo>
                <a:cubicBezTo>
                  <a:pt x="405" y="355"/>
                  <a:pt x="415" y="355"/>
                  <a:pt x="415" y="345"/>
                </a:cubicBezTo>
                <a:cubicBezTo>
                  <a:pt x="415" y="306"/>
                  <a:pt x="415" y="266"/>
                  <a:pt x="415" y="227"/>
                </a:cubicBezTo>
                <a:cubicBezTo>
                  <a:pt x="415" y="217"/>
                  <a:pt x="415" y="217"/>
                  <a:pt x="425" y="217"/>
                </a:cubicBezTo>
                <a:cubicBezTo>
                  <a:pt x="425" y="217"/>
                  <a:pt x="425" y="217"/>
                  <a:pt x="425" y="207"/>
                </a:cubicBezTo>
                <a:cubicBezTo>
                  <a:pt x="464" y="197"/>
                  <a:pt x="504" y="177"/>
                  <a:pt x="543" y="197"/>
                </a:cubicBezTo>
                <a:cubicBezTo>
                  <a:pt x="553" y="207"/>
                  <a:pt x="573" y="207"/>
                  <a:pt x="592" y="207"/>
                </a:cubicBezTo>
                <a:lnTo>
                  <a:pt x="592" y="217"/>
                </a:lnTo>
                <a:cubicBezTo>
                  <a:pt x="602" y="227"/>
                  <a:pt x="602" y="237"/>
                  <a:pt x="612" y="246"/>
                </a:cubicBezTo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5" name="Rectangle 51"/>
          <p:cNvSpPr>
            <a:spLocks noChangeArrowheads="1"/>
          </p:cNvSpPr>
          <p:nvPr/>
        </p:nvSpPr>
        <p:spPr bwMode="auto">
          <a:xfrm>
            <a:off x="1949882" y="2133600"/>
            <a:ext cx="1390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>
                <a:latin typeface="Trebuchet MS" charset="0"/>
              </a:rPr>
              <a:t>NEGATIVITY</a:t>
            </a:r>
            <a:endParaRPr lang="en-US"/>
          </a:p>
        </p:txBody>
      </p:sp>
      <p:sp>
        <p:nvSpPr>
          <p:cNvPr id="66576" name="Freeform 130"/>
          <p:cNvSpPr>
            <a:spLocks noChangeArrowheads="1"/>
          </p:cNvSpPr>
          <p:nvPr/>
        </p:nvSpPr>
        <p:spPr bwMode="auto">
          <a:xfrm>
            <a:off x="4234656" y="3036888"/>
            <a:ext cx="674688" cy="660400"/>
          </a:xfrm>
          <a:custGeom>
            <a:avLst/>
            <a:gdLst>
              <a:gd name="T0" fmla="*/ 2147483646 w 1787"/>
              <a:gd name="T1" fmla="*/ 2147483646 h 1746"/>
              <a:gd name="T2" fmla="*/ 2147483646 w 1787"/>
              <a:gd name="T3" fmla="*/ 2147483646 h 1746"/>
              <a:gd name="T4" fmla="*/ 2147483646 w 1787"/>
              <a:gd name="T5" fmla="*/ 2147483646 h 1746"/>
              <a:gd name="T6" fmla="*/ 2147483646 w 1787"/>
              <a:gd name="T7" fmla="*/ 2147483646 h 1746"/>
              <a:gd name="T8" fmla="*/ 2147483646 w 1787"/>
              <a:gd name="T9" fmla="*/ 2147483646 h 1746"/>
              <a:gd name="T10" fmla="*/ 2147483646 w 1787"/>
              <a:gd name="T11" fmla="*/ 2147483646 h 1746"/>
              <a:gd name="T12" fmla="*/ 2147483646 w 1787"/>
              <a:gd name="T13" fmla="*/ 2147483646 h 1746"/>
              <a:gd name="T14" fmla="*/ 2147483646 w 1787"/>
              <a:gd name="T15" fmla="*/ 2147483646 h 1746"/>
              <a:gd name="T16" fmla="*/ 2147483646 w 1787"/>
              <a:gd name="T17" fmla="*/ 2147483646 h 1746"/>
              <a:gd name="T18" fmla="*/ 2147483646 w 1787"/>
              <a:gd name="T19" fmla="*/ 2147483646 h 1746"/>
              <a:gd name="T20" fmla="*/ 2147483646 w 1787"/>
              <a:gd name="T21" fmla="*/ 2147483646 h 1746"/>
              <a:gd name="T22" fmla="*/ 2147483646 w 1787"/>
              <a:gd name="T23" fmla="*/ 2147483646 h 1746"/>
              <a:gd name="T24" fmla="*/ 2147483646 w 1787"/>
              <a:gd name="T25" fmla="*/ 2147483646 h 1746"/>
              <a:gd name="T26" fmla="*/ 2147483646 w 1787"/>
              <a:gd name="T27" fmla="*/ 2147483646 h 1746"/>
              <a:gd name="T28" fmla="*/ 2147483646 w 1787"/>
              <a:gd name="T29" fmla="*/ 2147483646 h 1746"/>
              <a:gd name="T30" fmla="*/ 2147483646 w 1787"/>
              <a:gd name="T31" fmla="*/ 2147483646 h 1746"/>
              <a:gd name="T32" fmla="*/ 2147483646 w 1787"/>
              <a:gd name="T33" fmla="*/ 2147483646 h 1746"/>
              <a:gd name="T34" fmla="*/ 2147483646 w 1787"/>
              <a:gd name="T35" fmla="*/ 2147483646 h 1746"/>
              <a:gd name="T36" fmla="*/ 2147483646 w 1787"/>
              <a:gd name="T37" fmla="*/ 2147483646 h 1746"/>
              <a:gd name="T38" fmla="*/ 2147483646 w 1787"/>
              <a:gd name="T39" fmla="*/ 2147483646 h 1746"/>
              <a:gd name="T40" fmla="*/ 2147483646 w 1787"/>
              <a:gd name="T41" fmla="*/ 2147483646 h 1746"/>
              <a:gd name="T42" fmla="*/ 2147483646 w 1787"/>
              <a:gd name="T43" fmla="*/ 2147483646 h 1746"/>
              <a:gd name="T44" fmla="*/ 2147483646 w 1787"/>
              <a:gd name="T45" fmla="*/ 2147483646 h 1746"/>
              <a:gd name="T46" fmla="*/ 2147483646 w 1787"/>
              <a:gd name="T47" fmla="*/ 2147483646 h 1746"/>
              <a:gd name="T48" fmla="*/ 2147483646 w 1787"/>
              <a:gd name="T49" fmla="*/ 2147483646 h 1746"/>
              <a:gd name="T50" fmla="*/ 2147483646 w 1787"/>
              <a:gd name="T51" fmla="*/ 2147483646 h 1746"/>
              <a:gd name="T52" fmla="*/ 2147483646 w 1787"/>
              <a:gd name="T53" fmla="*/ 2147483646 h 1746"/>
              <a:gd name="T54" fmla="*/ 2147483646 w 1787"/>
              <a:gd name="T55" fmla="*/ 2147483646 h 1746"/>
              <a:gd name="T56" fmla="*/ 2147483646 w 1787"/>
              <a:gd name="T57" fmla="*/ 2147483646 h 1746"/>
              <a:gd name="T58" fmla="*/ 2147483646 w 1787"/>
              <a:gd name="T59" fmla="*/ 2147483646 h 1746"/>
              <a:gd name="T60" fmla="*/ 2147483646 w 1787"/>
              <a:gd name="T61" fmla="*/ 2147483646 h 1746"/>
              <a:gd name="T62" fmla="*/ 2147483646 w 1787"/>
              <a:gd name="T63" fmla="*/ 2147483646 h 1746"/>
              <a:gd name="T64" fmla="*/ 2147483646 w 1787"/>
              <a:gd name="T65" fmla="*/ 2147483646 h 1746"/>
              <a:gd name="T66" fmla="*/ 2147483646 w 1787"/>
              <a:gd name="T67" fmla="*/ 2147483646 h 1746"/>
              <a:gd name="T68" fmla="*/ 2147483646 w 1787"/>
              <a:gd name="T69" fmla="*/ 2147483646 h 1746"/>
              <a:gd name="T70" fmla="*/ 2147483646 w 1787"/>
              <a:gd name="T71" fmla="*/ 2147483646 h 1746"/>
              <a:gd name="T72" fmla="*/ 2147483646 w 1787"/>
              <a:gd name="T73" fmla="*/ 2147483646 h 1746"/>
              <a:gd name="T74" fmla="*/ 2147483646 w 1787"/>
              <a:gd name="T75" fmla="*/ 2147483646 h 1746"/>
              <a:gd name="T76" fmla="*/ 2147483646 w 1787"/>
              <a:gd name="T77" fmla="*/ 2147483646 h 1746"/>
              <a:gd name="T78" fmla="*/ 2147483646 w 1787"/>
              <a:gd name="T79" fmla="*/ 2147483646 h 1746"/>
              <a:gd name="T80" fmla="*/ 2147483646 w 1787"/>
              <a:gd name="T81" fmla="*/ 2147483646 h 1746"/>
              <a:gd name="T82" fmla="*/ 2147483646 w 1787"/>
              <a:gd name="T83" fmla="*/ 2147483646 h 1746"/>
              <a:gd name="T84" fmla="*/ 2147483646 w 1787"/>
              <a:gd name="T85" fmla="*/ 2147483646 h 1746"/>
              <a:gd name="T86" fmla="*/ 2147483646 w 1787"/>
              <a:gd name="T87" fmla="*/ 2147483646 h 1746"/>
              <a:gd name="T88" fmla="*/ 2147483646 w 1787"/>
              <a:gd name="T89" fmla="*/ 2147483646 h 174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0" t="0" r="r" b="b"/>
            <a:pathLst>
              <a:path w="1787" h="1746">
                <a:moveTo>
                  <a:pt x="1708" y="414"/>
                </a:moveTo>
                <a:lnTo>
                  <a:pt x="1708" y="414"/>
                </a:lnTo>
                <a:cubicBezTo>
                  <a:pt x="1638" y="335"/>
                  <a:pt x="1559" y="365"/>
                  <a:pt x="1480" y="365"/>
                </a:cubicBezTo>
                <a:cubicBezTo>
                  <a:pt x="1471" y="385"/>
                  <a:pt x="1471" y="385"/>
                  <a:pt x="1471" y="385"/>
                </a:cubicBezTo>
                <a:cubicBezTo>
                  <a:pt x="1471" y="365"/>
                  <a:pt x="1471" y="365"/>
                  <a:pt x="1471" y="365"/>
                </a:cubicBezTo>
                <a:cubicBezTo>
                  <a:pt x="1461" y="365"/>
                  <a:pt x="1461" y="365"/>
                  <a:pt x="1461" y="365"/>
                </a:cubicBezTo>
                <a:cubicBezTo>
                  <a:pt x="1412" y="355"/>
                  <a:pt x="1372" y="286"/>
                  <a:pt x="1342" y="256"/>
                </a:cubicBezTo>
                <a:cubicBezTo>
                  <a:pt x="1313" y="236"/>
                  <a:pt x="1273" y="217"/>
                  <a:pt x="1263" y="187"/>
                </a:cubicBezTo>
                <a:cubicBezTo>
                  <a:pt x="1293" y="98"/>
                  <a:pt x="1224" y="49"/>
                  <a:pt x="1135" y="29"/>
                </a:cubicBezTo>
                <a:cubicBezTo>
                  <a:pt x="1066" y="9"/>
                  <a:pt x="997" y="0"/>
                  <a:pt x="997" y="98"/>
                </a:cubicBezTo>
                <a:cubicBezTo>
                  <a:pt x="938" y="88"/>
                  <a:pt x="898" y="59"/>
                  <a:pt x="849" y="39"/>
                </a:cubicBezTo>
                <a:cubicBezTo>
                  <a:pt x="790" y="29"/>
                  <a:pt x="740" y="69"/>
                  <a:pt x="691" y="59"/>
                </a:cubicBezTo>
                <a:cubicBezTo>
                  <a:pt x="681" y="49"/>
                  <a:pt x="681" y="49"/>
                  <a:pt x="681" y="49"/>
                </a:cubicBezTo>
                <a:cubicBezTo>
                  <a:pt x="671" y="49"/>
                  <a:pt x="642" y="59"/>
                  <a:pt x="632" y="69"/>
                </a:cubicBezTo>
                <a:cubicBezTo>
                  <a:pt x="553" y="59"/>
                  <a:pt x="444" y="88"/>
                  <a:pt x="385" y="138"/>
                </a:cubicBezTo>
                <a:cubicBezTo>
                  <a:pt x="306" y="197"/>
                  <a:pt x="227" y="286"/>
                  <a:pt x="188" y="374"/>
                </a:cubicBezTo>
                <a:cubicBezTo>
                  <a:pt x="188" y="385"/>
                  <a:pt x="188" y="385"/>
                  <a:pt x="188" y="385"/>
                </a:cubicBezTo>
                <a:cubicBezTo>
                  <a:pt x="168" y="434"/>
                  <a:pt x="178" y="453"/>
                  <a:pt x="207" y="483"/>
                </a:cubicBezTo>
                <a:cubicBezTo>
                  <a:pt x="217" y="493"/>
                  <a:pt x="217" y="493"/>
                  <a:pt x="217" y="493"/>
                </a:cubicBezTo>
                <a:cubicBezTo>
                  <a:pt x="237" y="483"/>
                  <a:pt x="237" y="483"/>
                  <a:pt x="237" y="483"/>
                </a:cubicBezTo>
                <a:cubicBezTo>
                  <a:pt x="296" y="473"/>
                  <a:pt x="346" y="434"/>
                  <a:pt x="405" y="414"/>
                </a:cubicBezTo>
                <a:cubicBezTo>
                  <a:pt x="425" y="444"/>
                  <a:pt x="513" y="414"/>
                  <a:pt x="543" y="414"/>
                </a:cubicBezTo>
                <a:cubicBezTo>
                  <a:pt x="612" y="404"/>
                  <a:pt x="662" y="414"/>
                  <a:pt x="711" y="464"/>
                </a:cubicBezTo>
                <a:cubicBezTo>
                  <a:pt x="701" y="523"/>
                  <a:pt x="651" y="562"/>
                  <a:pt x="622" y="611"/>
                </a:cubicBezTo>
                <a:cubicBezTo>
                  <a:pt x="602" y="641"/>
                  <a:pt x="602" y="671"/>
                  <a:pt x="583" y="690"/>
                </a:cubicBezTo>
                <a:cubicBezTo>
                  <a:pt x="572" y="720"/>
                  <a:pt x="553" y="740"/>
                  <a:pt x="533" y="759"/>
                </a:cubicBezTo>
                <a:cubicBezTo>
                  <a:pt x="493" y="819"/>
                  <a:pt x="464" y="868"/>
                  <a:pt x="425" y="917"/>
                </a:cubicBezTo>
                <a:cubicBezTo>
                  <a:pt x="385" y="977"/>
                  <a:pt x="326" y="1026"/>
                  <a:pt x="286" y="1084"/>
                </a:cubicBezTo>
                <a:cubicBezTo>
                  <a:pt x="277" y="1104"/>
                  <a:pt x="267" y="1134"/>
                  <a:pt x="247" y="1163"/>
                </a:cubicBezTo>
                <a:cubicBezTo>
                  <a:pt x="237" y="1183"/>
                  <a:pt x="207" y="1203"/>
                  <a:pt x="198" y="1232"/>
                </a:cubicBezTo>
                <a:cubicBezTo>
                  <a:pt x="178" y="1262"/>
                  <a:pt x="168" y="1292"/>
                  <a:pt x="148" y="1321"/>
                </a:cubicBezTo>
                <a:cubicBezTo>
                  <a:pt x="128" y="1351"/>
                  <a:pt x="109" y="1371"/>
                  <a:pt x="89" y="1400"/>
                </a:cubicBezTo>
                <a:cubicBezTo>
                  <a:pt x="59" y="1449"/>
                  <a:pt x="0" y="1518"/>
                  <a:pt x="59" y="1578"/>
                </a:cubicBezTo>
                <a:cubicBezTo>
                  <a:pt x="79" y="1597"/>
                  <a:pt x="119" y="1597"/>
                  <a:pt x="148" y="1617"/>
                </a:cubicBezTo>
                <a:cubicBezTo>
                  <a:pt x="188" y="1627"/>
                  <a:pt x="217" y="1647"/>
                  <a:pt x="247" y="1657"/>
                </a:cubicBezTo>
                <a:cubicBezTo>
                  <a:pt x="316" y="1696"/>
                  <a:pt x="365" y="1745"/>
                  <a:pt x="434" y="1676"/>
                </a:cubicBezTo>
                <a:cubicBezTo>
                  <a:pt x="484" y="1637"/>
                  <a:pt x="513" y="1578"/>
                  <a:pt x="543" y="1518"/>
                </a:cubicBezTo>
                <a:cubicBezTo>
                  <a:pt x="523" y="1509"/>
                  <a:pt x="523" y="1509"/>
                  <a:pt x="523" y="1509"/>
                </a:cubicBezTo>
                <a:cubicBezTo>
                  <a:pt x="543" y="1518"/>
                  <a:pt x="543" y="1518"/>
                  <a:pt x="543" y="1518"/>
                </a:cubicBezTo>
                <a:cubicBezTo>
                  <a:pt x="612" y="1390"/>
                  <a:pt x="701" y="1281"/>
                  <a:pt x="780" y="1163"/>
                </a:cubicBezTo>
                <a:cubicBezTo>
                  <a:pt x="878" y="996"/>
                  <a:pt x="977" y="819"/>
                  <a:pt x="1076" y="651"/>
                </a:cubicBezTo>
                <a:cubicBezTo>
                  <a:pt x="1106" y="651"/>
                  <a:pt x="1135" y="661"/>
                  <a:pt x="1175" y="681"/>
                </a:cubicBezTo>
                <a:cubicBezTo>
                  <a:pt x="1204" y="700"/>
                  <a:pt x="1234" y="710"/>
                  <a:pt x="1273" y="730"/>
                </a:cubicBezTo>
                <a:cubicBezTo>
                  <a:pt x="1293" y="769"/>
                  <a:pt x="1313" y="819"/>
                  <a:pt x="1333" y="858"/>
                </a:cubicBezTo>
                <a:cubicBezTo>
                  <a:pt x="1362" y="888"/>
                  <a:pt x="1401" y="898"/>
                  <a:pt x="1421" y="927"/>
                </a:cubicBezTo>
                <a:cubicBezTo>
                  <a:pt x="1441" y="937"/>
                  <a:pt x="1441" y="937"/>
                  <a:pt x="1441" y="937"/>
                </a:cubicBezTo>
                <a:cubicBezTo>
                  <a:pt x="1451" y="927"/>
                  <a:pt x="1451" y="927"/>
                  <a:pt x="1451" y="927"/>
                </a:cubicBezTo>
                <a:cubicBezTo>
                  <a:pt x="1550" y="888"/>
                  <a:pt x="1599" y="789"/>
                  <a:pt x="1648" y="700"/>
                </a:cubicBezTo>
                <a:cubicBezTo>
                  <a:pt x="1708" y="602"/>
                  <a:pt x="1786" y="513"/>
                  <a:pt x="1708" y="414"/>
                </a:cubicBezTo>
                <a:close/>
                <a:moveTo>
                  <a:pt x="346" y="1568"/>
                </a:moveTo>
                <a:lnTo>
                  <a:pt x="346" y="1568"/>
                </a:lnTo>
                <a:cubicBezTo>
                  <a:pt x="296" y="1548"/>
                  <a:pt x="257" y="1528"/>
                  <a:pt x="227" y="1499"/>
                </a:cubicBezTo>
                <a:cubicBezTo>
                  <a:pt x="326" y="1331"/>
                  <a:pt x="444" y="1173"/>
                  <a:pt x="553" y="1016"/>
                </a:cubicBezTo>
                <a:cubicBezTo>
                  <a:pt x="612" y="937"/>
                  <a:pt x="671" y="868"/>
                  <a:pt x="711" y="789"/>
                </a:cubicBezTo>
                <a:cubicBezTo>
                  <a:pt x="740" y="750"/>
                  <a:pt x="770" y="710"/>
                  <a:pt x="800" y="671"/>
                </a:cubicBezTo>
                <a:cubicBezTo>
                  <a:pt x="819" y="631"/>
                  <a:pt x="839" y="592"/>
                  <a:pt x="869" y="562"/>
                </a:cubicBezTo>
                <a:cubicBezTo>
                  <a:pt x="928" y="602"/>
                  <a:pt x="928" y="602"/>
                  <a:pt x="928" y="602"/>
                </a:cubicBezTo>
                <a:cubicBezTo>
                  <a:pt x="908" y="631"/>
                  <a:pt x="898" y="681"/>
                  <a:pt x="878" y="720"/>
                </a:cubicBezTo>
                <a:cubicBezTo>
                  <a:pt x="859" y="759"/>
                  <a:pt x="829" y="809"/>
                  <a:pt x="800" y="848"/>
                </a:cubicBezTo>
                <a:cubicBezTo>
                  <a:pt x="740" y="937"/>
                  <a:pt x="671" y="1026"/>
                  <a:pt x="612" y="1114"/>
                </a:cubicBezTo>
                <a:cubicBezTo>
                  <a:pt x="533" y="1272"/>
                  <a:pt x="434" y="1420"/>
                  <a:pt x="346" y="1568"/>
                </a:cubicBezTo>
                <a:close/>
                <a:moveTo>
                  <a:pt x="1283" y="582"/>
                </a:moveTo>
                <a:lnTo>
                  <a:pt x="1283" y="582"/>
                </a:lnTo>
                <a:cubicBezTo>
                  <a:pt x="1273" y="513"/>
                  <a:pt x="1185" y="483"/>
                  <a:pt x="1125" y="493"/>
                </a:cubicBezTo>
                <a:cubicBezTo>
                  <a:pt x="1096" y="503"/>
                  <a:pt x="1066" y="532"/>
                  <a:pt x="1027" y="513"/>
                </a:cubicBezTo>
                <a:cubicBezTo>
                  <a:pt x="1007" y="503"/>
                  <a:pt x="977" y="473"/>
                  <a:pt x="948" y="453"/>
                </a:cubicBezTo>
                <a:cubicBezTo>
                  <a:pt x="888" y="414"/>
                  <a:pt x="839" y="374"/>
                  <a:pt x="780" y="325"/>
                </a:cubicBezTo>
                <a:cubicBezTo>
                  <a:pt x="750" y="306"/>
                  <a:pt x="721" y="276"/>
                  <a:pt x="681" y="266"/>
                </a:cubicBezTo>
                <a:cubicBezTo>
                  <a:pt x="651" y="266"/>
                  <a:pt x="622" y="256"/>
                  <a:pt x="592" y="256"/>
                </a:cubicBezTo>
                <a:cubicBezTo>
                  <a:pt x="543" y="266"/>
                  <a:pt x="493" y="256"/>
                  <a:pt x="444" y="256"/>
                </a:cubicBezTo>
                <a:cubicBezTo>
                  <a:pt x="434" y="256"/>
                  <a:pt x="434" y="256"/>
                  <a:pt x="434" y="256"/>
                </a:cubicBezTo>
                <a:cubicBezTo>
                  <a:pt x="444" y="256"/>
                  <a:pt x="454" y="246"/>
                  <a:pt x="464" y="246"/>
                </a:cubicBezTo>
                <a:cubicBezTo>
                  <a:pt x="474" y="246"/>
                  <a:pt x="474" y="236"/>
                  <a:pt x="484" y="236"/>
                </a:cubicBezTo>
                <a:cubicBezTo>
                  <a:pt x="504" y="227"/>
                  <a:pt x="523" y="207"/>
                  <a:pt x="543" y="197"/>
                </a:cubicBezTo>
                <a:cubicBezTo>
                  <a:pt x="602" y="187"/>
                  <a:pt x="622" y="187"/>
                  <a:pt x="671" y="187"/>
                </a:cubicBezTo>
                <a:cubicBezTo>
                  <a:pt x="721" y="187"/>
                  <a:pt x="721" y="187"/>
                  <a:pt x="721" y="187"/>
                </a:cubicBezTo>
                <a:cubicBezTo>
                  <a:pt x="809" y="187"/>
                  <a:pt x="888" y="197"/>
                  <a:pt x="967" y="236"/>
                </a:cubicBezTo>
                <a:cubicBezTo>
                  <a:pt x="1036" y="266"/>
                  <a:pt x="1125" y="286"/>
                  <a:pt x="1185" y="335"/>
                </a:cubicBezTo>
                <a:cubicBezTo>
                  <a:pt x="1214" y="355"/>
                  <a:pt x="1254" y="385"/>
                  <a:pt x="1293" y="404"/>
                </a:cubicBezTo>
                <a:cubicBezTo>
                  <a:pt x="1333" y="424"/>
                  <a:pt x="1352" y="453"/>
                  <a:pt x="1382" y="483"/>
                </a:cubicBezTo>
                <a:cubicBezTo>
                  <a:pt x="1441" y="523"/>
                  <a:pt x="1510" y="523"/>
                  <a:pt x="1579" y="513"/>
                </a:cubicBezTo>
                <a:cubicBezTo>
                  <a:pt x="1530" y="602"/>
                  <a:pt x="1480" y="671"/>
                  <a:pt x="1431" y="750"/>
                </a:cubicBezTo>
                <a:cubicBezTo>
                  <a:pt x="1401" y="671"/>
                  <a:pt x="1362" y="611"/>
                  <a:pt x="1283" y="582"/>
                </a:cubicBezTo>
                <a:close/>
                <a:moveTo>
                  <a:pt x="405" y="1518"/>
                </a:moveTo>
                <a:lnTo>
                  <a:pt x="405" y="1518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77" name="Rectangle 54"/>
          <p:cNvSpPr>
            <a:spLocks noChangeArrowheads="1"/>
          </p:cNvSpPr>
          <p:nvPr/>
        </p:nvSpPr>
        <p:spPr bwMode="auto">
          <a:xfrm>
            <a:off x="4120595" y="3768725"/>
            <a:ext cx="9028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 dirty="0" smtClean="0">
                <a:latin typeface="Trebuchet MS" charset="0"/>
              </a:rPr>
              <a:t>SINGLE</a:t>
            </a:r>
            <a:endParaRPr lang="en-US" dirty="0"/>
          </a:p>
        </p:txBody>
      </p:sp>
      <p:sp>
        <p:nvSpPr>
          <p:cNvPr id="34" name="Freeform 122"/>
          <p:cNvSpPr>
            <a:spLocks noChangeArrowheads="1"/>
          </p:cNvSpPr>
          <p:nvPr/>
        </p:nvSpPr>
        <p:spPr bwMode="auto">
          <a:xfrm>
            <a:off x="1161793" y="4079875"/>
            <a:ext cx="7938" cy="22225"/>
          </a:xfrm>
          <a:custGeom>
            <a:avLst/>
            <a:gdLst>
              <a:gd name="T0" fmla="*/ 2857302 w 21"/>
              <a:gd name="T1" fmla="*/ 7964930 h 61"/>
              <a:gd name="T2" fmla="*/ 2857302 w 21"/>
              <a:gd name="T3" fmla="*/ 7964930 h 61"/>
              <a:gd name="T4" fmla="*/ 0 w 21"/>
              <a:gd name="T5" fmla="*/ 0 h 61"/>
              <a:gd name="T6" fmla="*/ 2857302 w 21"/>
              <a:gd name="T7" fmla="*/ 7964930 h 6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" h="61">
                <a:moveTo>
                  <a:pt x="20" y="60"/>
                </a:moveTo>
                <a:lnTo>
                  <a:pt x="20" y="60"/>
                </a:lnTo>
                <a:cubicBezTo>
                  <a:pt x="20" y="40"/>
                  <a:pt x="10" y="20"/>
                  <a:pt x="0" y="0"/>
                </a:cubicBezTo>
                <a:cubicBezTo>
                  <a:pt x="10" y="20"/>
                  <a:pt x="20" y="40"/>
                  <a:pt x="20" y="60"/>
                </a:cubicBezTo>
              </a:path>
            </a:pathLst>
          </a:custGeom>
          <a:solidFill>
            <a:srgbClr val="FFCB34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FFFFFF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0" name="Rectangle 56"/>
          <p:cNvSpPr>
            <a:spLocks noChangeArrowheads="1"/>
          </p:cNvSpPr>
          <p:nvPr/>
        </p:nvSpPr>
        <p:spPr bwMode="auto">
          <a:xfrm>
            <a:off x="201366" y="3749675"/>
            <a:ext cx="19287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 dirty="0" smtClean="0">
                <a:latin typeface="Trebuchet MS" charset="0"/>
              </a:rPr>
              <a:t>GENERALIZATION</a:t>
            </a:r>
            <a:endParaRPr lang="en-US" dirty="0"/>
          </a:p>
        </p:txBody>
      </p:sp>
      <p:sp>
        <p:nvSpPr>
          <p:cNvPr id="66581" name="Freeform 136"/>
          <p:cNvSpPr>
            <a:spLocks noChangeArrowheads="1"/>
          </p:cNvSpPr>
          <p:nvPr/>
        </p:nvSpPr>
        <p:spPr bwMode="auto">
          <a:xfrm>
            <a:off x="7751967" y="2865438"/>
            <a:ext cx="779462" cy="831850"/>
          </a:xfrm>
          <a:custGeom>
            <a:avLst/>
            <a:gdLst>
              <a:gd name="T0" fmla="*/ 2147483646 w 2064"/>
              <a:gd name="T1" fmla="*/ 2147483646 h 2202"/>
              <a:gd name="T2" fmla="*/ 2147483646 w 2064"/>
              <a:gd name="T3" fmla="*/ 2147483646 h 2202"/>
              <a:gd name="T4" fmla="*/ 2147483646 w 2064"/>
              <a:gd name="T5" fmla="*/ 2147483646 h 2202"/>
              <a:gd name="T6" fmla="*/ 2147483646 w 2064"/>
              <a:gd name="T7" fmla="*/ 2147483646 h 2202"/>
              <a:gd name="T8" fmla="*/ 2147483646 w 2064"/>
              <a:gd name="T9" fmla="*/ 2147483646 h 2202"/>
              <a:gd name="T10" fmla="*/ 2147483646 w 2064"/>
              <a:gd name="T11" fmla="*/ 2147483646 h 2202"/>
              <a:gd name="T12" fmla="*/ 2147483646 w 2064"/>
              <a:gd name="T13" fmla="*/ 2147483646 h 2202"/>
              <a:gd name="T14" fmla="*/ 2147483646 w 2064"/>
              <a:gd name="T15" fmla="*/ 2147483646 h 2202"/>
              <a:gd name="T16" fmla="*/ 2147483646 w 2064"/>
              <a:gd name="T17" fmla="*/ 2147483646 h 2202"/>
              <a:gd name="T18" fmla="*/ 2147483646 w 2064"/>
              <a:gd name="T19" fmla="*/ 2147483646 h 2202"/>
              <a:gd name="T20" fmla="*/ 2147483646 w 2064"/>
              <a:gd name="T21" fmla="*/ 2147483646 h 2202"/>
              <a:gd name="T22" fmla="*/ 2147483646 w 2064"/>
              <a:gd name="T23" fmla="*/ 2147483646 h 2202"/>
              <a:gd name="T24" fmla="*/ 2147483646 w 2064"/>
              <a:gd name="T25" fmla="*/ 2147483646 h 2202"/>
              <a:gd name="T26" fmla="*/ 2147483646 w 2064"/>
              <a:gd name="T27" fmla="*/ 2147483646 h 2202"/>
              <a:gd name="T28" fmla="*/ 2147483646 w 2064"/>
              <a:gd name="T29" fmla="*/ 2147483646 h 2202"/>
              <a:gd name="T30" fmla="*/ 2147483646 w 2064"/>
              <a:gd name="T31" fmla="*/ 2147483646 h 2202"/>
              <a:gd name="T32" fmla="*/ 2147483646 w 2064"/>
              <a:gd name="T33" fmla="*/ 2147483646 h 2202"/>
              <a:gd name="T34" fmla="*/ 2147483646 w 2064"/>
              <a:gd name="T35" fmla="*/ 2147483646 h 2202"/>
              <a:gd name="T36" fmla="*/ 2147483646 w 2064"/>
              <a:gd name="T37" fmla="*/ 2147483646 h 2202"/>
              <a:gd name="T38" fmla="*/ 2147483646 w 2064"/>
              <a:gd name="T39" fmla="*/ 2147483646 h 2202"/>
              <a:gd name="T40" fmla="*/ 2147483646 w 2064"/>
              <a:gd name="T41" fmla="*/ 2147483646 h 2202"/>
              <a:gd name="T42" fmla="*/ 2147483646 w 2064"/>
              <a:gd name="T43" fmla="*/ 2147483646 h 2202"/>
              <a:gd name="T44" fmla="*/ 2147483646 w 2064"/>
              <a:gd name="T45" fmla="*/ 2147483646 h 2202"/>
              <a:gd name="T46" fmla="*/ 2147483646 w 2064"/>
              <a:gd name="T47" fmla="*/ 2147483646 h 2202"/>
              <a:gd name="T48" fmla="*/ 2147483646 w 2064"/>
              <a:gd name="T49" fmla="*/ 2147483646 h 2202"/>
              <a:gd name="T50" fmla="*/ 2147483646 w 2064"/>
              <a:gd name="T51" fmla="*/ 2147483646 h 2202"/>
              <a:gd name="T52" fmla="*/ 2147483646 w 2064"/>
              <a:gd name="T53" fmla="*/ 2147483646 h 2202"/>
              <a:gd name="T54" fmla="*/ 2147483646 w 2064"/>
              <a:gd name="T55" fmla="*/ 2147483646 h 2202"/>
              <a:gd name="T56" fmla="*/ 2147483646 w 2064"/>
              <a:gd name="T57" fmla="*/ 2147483646 h 2202"/>
              <a:gd name="T58" fmla="*/ 2147483646 w 2064"/>
              <a:gd name="T59" fmla="*/ 2147483646 h 2202"/>
              <a:gd name="T60" fmla="*/ 2147483646 w 2064"/>
              <a:gd name="T61" fmla="*/ 2147483646 h 2202"/>
              <a:gd name="T62" fmla="*/ 2147483646 w 2064"/>
              <a:gd name="T63" fmla="*/ 2147483646 h 2202"/>
              <a:gd name="T64" fmla="*/ 2147483646 w 2064"/>
              <a:gd name="T65" fmla="*/ 2147483646 h 2202"/>
              <a:gd name="T66" fmla="*/ 2147483646 w 2064"/>
              <a:gd name="T67" fmla="*/ 2147483646 h 2202"/>
              <a:gd name="T68" fmla="*/ 2147483646 w 2064"/>
              <a:gd name="T69" fmla="*/ 2147483646 h 2202"/>
              <a:gd name="T70" fmla="*/ 2147483646 w 2064"/>
              <a:gd name="T71" fmla="*/ 2147483646 h 2202"/>
              <a:gd name="T72" fmla="*/ 2147483646 w 2064"/>
              <a:gd name="T73" fmla="*/ 2147483646 h 2202"/>
              <a:gd name="T74" fmla="*/ 2147483646 w 2064"/>
              <a:gd name="T75" fmla="*/ 2147483646 h 2202"/>
              <a:gd name="T76" fmla="*/ 2147483646 w 2064"/>
              <a:gd name="T77" fmla="*/ 2147483646 h 2202"/>
              <a:gd name="T78" fmla="*/ 2147483646 w 2064"/>
              <a:gd name="T79" fmla="*/ 2147483646 h 2202"/>
              <a:gd name="T80" fmla="*/ 2147483646 w 2064"/>
              <a:gd name="T81" fmla="*/ 2147483646 h 2202"/>
              <a:gd name="T82" fmla="*/ 2147483646 w 2064"/>
              <a:gd name="T83" fmla="*/ 2147483646 h 2202"/>
              <a:gd name="T84" fmla="*/ 2147483646 w 2064"/>
              <a:gd name="T85" fmla="*/ 2147483646 h 2202"/>
              <a:gd name="T86" fmla="*/ 2147483646 w 2064"/>
              <a:gd name="T87" fmla="*/ 2147483646 h 2202"/>
              <a:gd name="T88" fmla="*/ 2147483646 w 2064"/>
              <a:gd name="T89" fmla="*/ 2147483646 h 2202"/>
              <a:gd name="T90" fmla="*/ 2147483646 w 2064"/>
              <a:gd name="T91" fmla="*/ 2147483646 h 2202"/>
              <a:gd name="T92" fmla="*/ 2147483646 w 2064"/>
              <a:gd name="T93" fmla="*/ 2147483646 h 2202"/>
              <a:gd name="T94" fmla="*/ 2147483646 w 2064"/>
              <a:gd name="T95" fmla="*/ 2147483646 h 2202"/>
              <a:gd name="T96" fmla="*/ 2147483646 w 2064"/>
              <a:gd name="T97" fmla="*/ 2147483646 h 2202"/>
              <a:gd name="T98" fmla="*/ 2147483646 w 2064"/>
              <a:gd name="T99" fmla="*/ 2147483646 h 2202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064" h="2202">
                <a:moveTo>
                  <a:pt x="1244" y="2191"/>
                </a:moveTo>
                <a:lnTo>
                  <a:pt x="1244" y="2191"/>
                </a:lnTo>
                <a:cubicBezTo>
                  <a:pt x="1234" y="2112"/>
                  <a:pt x="1234" y="2023"/>
                  <a:pt x="1234" y="1944"/>
                </a:cubicBezTo>
                <a:cubicBezTo>
                  <a:pt x="1343" y="1934"/>
                  <a:pt x="1441" y="1924"/>
                  <a:pt x="1540" y="1914"/>
                </a:cubicBezTo>
                <a:cubicBezTo>
                  <a:pt x="1609" y="1914"/>
                  <a:pt x="1668" y="1914"/>
                  <a:pt x="1728" y="1904"/>
                </a:cubicBezTo>
                <a:cubicBezTo>
                  <a:pt x="1767" y="1895"/>
                  <a:pt x="1836" y="1865"/>
                  <a:pt x="1836" y="1816"/>
                </a:cubicBezTo>
                <a:cubicBezTo>
                  <a:pt x="1816" y="1727"/>
                  <a:pt x="1806" y="1628"/>
                  <a:pt x="1796" y="1539"/>
                </a:cubicBezTo>
                <a:cubicBezTo>
                  <a:pt x="1787" y="1490"/>
                  <a:pt x="1787" y="1441"/>
                  <a:pt x="1767" y="1391"/>
                </a:cubicBezTo>
                <a:cubicBezTo>
                  <a:pt x="1747" y="1342"/>
                  <a:pt x="1717" y="1312"/>
                  <a:pt x="1698" y="1273"/>
                </a:cubicBezTo>
                <a:cubicBezTo>
                  <a:pt x="1688" y="1243"/>
                  <a:pt x="1678" y="1214"/>
                  <a:pt x="1649" y="1204"/>
                </a:cubicBezTo>
                <a:cubicBezTo>
                  <a:pt x="1599" y="1194"/>
                  <a:pt x="1550" y="1224"/>
                  <a:pt x="1510" y="1233"/>
                </a:cubicBezTo>
                <a:cubicBezTo>
                  <a:pt x="1421" y="1243"/>
                  <a:pt x="1333" y="1273"/>
                  <a:pt x="1244" y="1273"/>
                </a:cubicBezTo>
                <a:cubicBezTo>
                  <a:pt x="1244" y="1263"/>
                  <a:pt x="1244" y="1263"/>
                  <a:pt x="1244" y="1263"/>
                </a:cubicBezTo>
                <a:cubicBezTo>
                  <a:pt x="1204" y="1184"/>
                  <a:pt x="1244" y="1095"/>
                  <a:pt x="1234" y="1006"/>
                </a:cubicBezTo>
                <a:cubicBezTo>
                  <a:pt x="1313" y="996"/>
                  <a:pt x="1382" y="977"/>
                  <a:pt x="1461" y="977"/>
                </a:cubicBezTo>
                <a:cubicBezTo>
                  <a:pt x="1500" y="967"/>
                  <a:pt x="1550" y="957"/>
                  <a:pt x="1599" y="957"/>
                </a:cubicBezTo>
                <a:cubicBezTo>
                  <a:pt x="1638" y="947"/>
                  <a:pt x="1649" y="977"/>
                  <a:pt x="1678" y="996"/>
                </a:cubicBezTo>
                <a:cubicBezTo>
                  <a:pt x="1757" y="1016"/>
                  <a:pt x="1806" y="937"/>
                  <a:pt x="1846" y="888"/>
                </a:cubicBezTo>
                <a:cubicBezTo>
                  <a:pt x="1895" y="809"/>
                  <a:pt x="1954" y="750"/>
                  <a:pt x="2014" y="681"/>
                </a:cubicBezTo>
                <a:cubicBezTo>
                  <a:pt x="2043" y="641"/>
                  <a:pt x="2063" y="631"/>
                  <a:pt x="2023" y="592"/>
                </a:cubicBezTo>
                <a:cubicBezTo>
                  <a:pt x="1994" y="562"/>
                  <a:pt x="1954" y="523"/>
                  <a:pt x="1915" y="493"/>
                </a:cubicBezTo>
                <a:cubicBezTo>
                  <a:pt x="1846" y="434"/>
                  <a:pt x="1777" y="375"/>
                  <a:pt x="1698" y="345"/>
                </a:cubicBezTo>
                <a:cubicBezTo>
                  <a:pt x="1609" y="316"/>
                  <a:pt x="1520" y="345"/>
                  <a:pt x="1441" y="345"/>
                </a:cubicBezTo>
                <a:cubicBezTo>
                  <a:pt x="1392" y="355"/>
                  <a:pt x="1352" y="355"/>
                  <a:pt x="1313" y="345"/>
                </a:cubicBezTo>
                <a:cubicBezTo>
                  <a:pt x="1283" y="335"/>
                  <a:pt x="1254" y="325"/>
                  <a:pt x="1224" y="316"/>
                </a:cubicBezTo>
                <a:cubicBezTo>
                  <a:pt x="1224" y="276"/>
                  <a:pt x="1214" y="227"/>
                  <a:pt x="1214" y="187"/>
                </a:cubicBezTo>
                <a:cubicBezTo>
                  <a:pt x="1224" y="148"/>
                  <a:pt x="1234" y="88"/>
                  <a:pt x="1185" y="69"/>
                </a:cubicBezTo>
                <a:cubicBezTo>
                  <a:pt x="1125" y="29"/>
                  <a:pt x="928" y="0"/>
                  <a:pt x="918" y="108"/>
                </a:cubicBezTo>
                <a:cubicBezTo>
                  <a:pt x="898" y="187"/>
                  <a:pt x="908" y="266"/>
                  <a:pt x="908" y="355"/>
                </a:cubicBezTo>
                <a:cubicBezTo>
                  <a:pt x="809" y="355"/>
                  <a:pt x="721" y="365"/>
                  <a:pt x="632" y="375"/>
                </a:cubicBezTo>
                <a:cubicBezTo>
                  <a:pt x="573" y="385"/>
                  <a:pt x="513" y="385"/>
                  <a:pt x="464" y="404"/>
                </a:cubicBezTo>
                <a:cubicBezTo>
                  <a:pt x="425" y="414"/>
                  <a:pt x="405" y="434"/>
                  <a:pt x="405" y="464"/>
                </a:cubicBezTo>
                <a:cubicBezTo>
                  <a:pt x="395" y="483"/>
                  <a:pt x="395" y="483"/>
                  <a:pt x="395" y="483"/>
                </a:cubicBezTo>
                <a:cubicBezTo>
                  <a:pt x="375" y="483"/>
                  <a:pt x="326" y="473"/>
                  <a:pt x="306" y="493"/>
                </a:cubicBezTo>
                <a:cubicBezTo>
                  <a:pt x="296" y="513"/>
                  <a:pt x="316" y="543"/>
                  <a:pt x="316" y="552"/>
                </a:cubicBezTo>
                <a:cubicBezTo>
                  <a:pt x="326" y="582"/>
                  <a:pt x="336" y="611"/>
                  <a:pt x="346" y="651"/>
                </a:cubicBezTo>
                <a:cubicBezTo>
                  <a:pt x="375" y="769"/>
                  <a:pt x="365" y="888"/>
                  <a:pt x="395" y="1006"/>
                </a:cubicBezTo>
                <a:cubicBezTo>
                  <a:pt x="415" y="1125"/>
                  <a:pt x="563" y="1075"/>
                  <a:pt x="651" y="1066"/>
                </a:cubicBezTo>
                <a:cubicBezTo>
                  <a:pt x="711" y="1056"/>
                  <a:pt x="760" y="1066"/>
                  <a:pt x="820" y="1066"/>
                </a:cubicBezTo>
                <a:cubicBezTo>
                  <a:pt x="859" y="1066"/>
                  <a:pt x="908" y="1066"/>
                  <a:pt x="948" y="1066"/>
                </a:cubicBezTo>
                <a:cubicBezTo>
                  <a:pt x="958" y="1312"/>
                  <a:pt x="958" y="1312"/>
                  <a:pt x="958" y="1312"/>
                </a:cubicBezTo>
                <a:cubicBezTo>
                  <a:pt x="849" y="1322"/>
                  <a:pt x="750" y="1342"/>
                  <a:pt x="651" y="1342"/>
                </a:cubicBezTo>
                <a:cubicBezTo>
                  <a:pt x="592" y="1342"/>
                  <a:pt x="543" y="1362"/>
                  <a:pt x="484" y="1362"/>
                </a:cubicBezTo>
                <a:cubicBezTo>
                  <a:pt x="464" y="1362"/>
                  <a:pt x="444" y="1352"/>
                  <a:pt x="425" y="1352"/>
                </a:cubicBezTo>
                <a:cubicBezTo>
                  <a:pt x="405" y="1352"/>
                  <a:pt x="375" y="1381"/>
                  <a:pt x="356" y="1391"/>
                </a:cubicBezTo>
                <a:cubicBezTo>
                  <a:pt x="306" y="1431"/>
                  <a:pt x="217" y="1470"/>
                  <a:pt x="188" y="1530"/>
                </a:cubicBezTo>
                <a:cubicBezTo>
                  <a:pt x="168" y="1549"/>
                  <a:pt x="168" y="1579"/>
                  <a:pt x="148" y="1598"/>
                </a:cubicBezTo>
                <a:cubicBezTo>
                  <a:pt x="128" y="1618"/>
                  <a:pt x="109" y="1628"/>
                  <a:pt x="89" y="1638"/>
                </a:cubicBezTo>
                <a:cubicBezTo>
                  <a:pt x="30" y="1668"/>
                  <a:pt x="0" y="1727"/>
                  <a:pt x="50" y="1786"/>
                </a:cubicBezTo>
                <a:cubicBezTo>
                  <a:pt x="59" y="1806"/>
                  <a:pt x="89" y="1825"/>
                  <a:pt x="109" y="1845"/>
                </a:cubicBezTo>
                <a:cubicBezTo>
                  <a:pt x="128" y="1875"/>
                  <a:pt x="148" y="1895"/>
                  <a:pt x="178" y="1914"/>
                </a:cubicBezTo>
                <a:cubicBezTo>
                  <a:pt x="207" y="1924"/>
                  <a:pt x="227" y="1944"/>
                  <a:pt x="257" y="1964"/>
                </a:cubicBezTo>
                <a:cubicBezTo>
                  <a:pt x="286" y="1983"/>
                  <a:pt x="316" y="2003"/>
                  <a:pt x="346" y="2023"/>
                </a:cubicBezTo>
                <a:cubicBezTo>
                  <a:pt x="375" y="2033"/>
                  <a:pt x="395" y="2053"/>
                  <a:pt x="425" y="2053"/>
                </a:cubicBezTo>
                <a:cubicBezTo>
                  <a:pt x="464" y="2062"/>
                  <a:pt x="494" y="2033"/>
                  <a:pt x="523" y="2023"/>
                </a:cubicBezTo>
                <a:cubicBezTo>
                  <a:pt x="592" y="2013"/>
                  <a:pt x="662" y="1993"/>
                  <a:pt x="730" y="1974"/>
                </a:cubicBezTo>
                <a:cubicBezTo>
                  <a:pt x="790" y="1964"/>
                  <a:pt x="849" y="1974"/>
                  <a:pt x="918" y="1964"/>
                </a:cubicBezTo>
                <a:cubicBezTo>
                  <a:pt x="928" y="2003"/>
                  <a:pt x="938" y="2043"/>
                  <a:pt x="938" y="2092"/>
                </a:cubicBezTo>
                <a:cubicBezTo>
                  <a:pt x="938" y="2132"/>
                  <a:pt x="938" y="2161"/>
                  <a:pt x="938" y="2201"/>
                </a:cubicBezTo>
                <a:lnTo>
                  <a:pt x="1244" y="2191"/>
                </a:lnTo>
                <a:close/>
                <a:moveTo>
                  <a:pt x="1471" y="1352"/>
                </a:moveTo>
                <a:lnTo>
                  <a:pt x="1471" y="1352"/>
                </a:lnTo>
                <a:cubicBezTo>
                  <a:pt x="1530" y="1332"/>
                  <a:pt x="1619" y="1322"/>
                  <a:pt x="1658" y="1381"/>
                </a:cubicBezTo>
                <a:cubicBezTo>
                  <a:pt x="1668" y="1401"/>
                  <a:pt x="1678" y="1441"/>
                  <a:pt x="1678" y="1470"/>
                </a:cubicBezTo>
                <a:cubicBezTo>
                  <a:pt x="1688" y="1519"/>
                  <a:pt x="1698" y="1569"/>
                  <a:pt x="1708" y="1618"/>
                </a:cubicBezTo>
                <a:cubicBezTo>
                  <a:pt x="1717" y="1677"/>
                  <a:pt x="1747" y="1766"/>
                  <a:pt x="1668" y="1776"/>
                </a:cubicBezTo>
                <a:cubicBezTo>
                  <a:pt x="1570" y="1796"/>
                  <a:pt x="1481" y="1796"/>
                  <a:pt x="1382" y="1806"/>
                </a:cubicBezTo>
                <a:cubicBezTo>
                  <a:pt x="1224" y="1825"/>
                  <a:pt x="1056" y="1845"/>
                  <a:pt x="888" y="1865"/>
                </a:cubicBezTo>
                <a:cubicBezTo>
                  <a:pt x="809" y="1865"/>
                  <a:pt x="721" y="1875"/>
                  <a:pt x="642" y="1885"/>
                </a:cubicBezTo>
                <a:cubicBezTo>
                  <a:pt x="563" y="1904"/>
                  <a:pt x="484" y="1934"/>
                  <a:pt x="405" y="1904"/>
                </a:cubicBezTo>
                <a:cubicBezTo>
                  <a:pt x="346" y="1875"/>
                  <a:pt x="277" y="1835"/>
                  <a:pt x="237" y="1786"/>
                </a:cubicBezTo>
                <a:cubicBezTo>
                  <a:pt x="207" y="1766"/>
                  <a:pt x="178" y="1737"/>
                  <a:pt x="207" y="1707"/>
                </a:cubicBezTo>
                <a:cubicBezTo>
                  <a:pt x="217" y="1687"/>
                  <a:pt x="247" y="1677"/>
                  <a:pt x="267" y="1668"/>
                </a:cubicBezTo>
                <a:cubicBezTo>
                  <a:pt x="306" y="1589"/>
                  <a:pt x="356" y="1519"/>
                  <a:pt x="444" y="1480"/>
                </a:cubicBezTo>
                <a:cubicBezTo>
                  <a:pt x="543" y="1451"/>
                  <a:pt x="671" y="1460"/>
                  <a:pt x="780" y="1451"/>
                </a:cubicBezTo>
                <a:cubicBezTo>
                  <a:pt x="839" y="1441"/>
                  <a:pt x="898" y="1431"/>
                  <a:pt x="958" y="1421"/>
                </a:cubicBezTo>
                <a:cubicBezTo>
                  <a:pt x="1017" y="1411"/>
                  <a:pt x="1066" y="1411"/>
                  <a:pt x="1125" y="1401"/>
                </a:cubicBezTo>
                <a:cubicBezTo>
                  <a:pt x="1244" y="1391"/>
                  <a:pt x="1362" y="1381"/>
                  <a:pt x="1471" y="1352"/>
                </a:cubicBezTo>
                <a:close/>
                <a:moveTo>
                  <a:pt x="1856" y="671"/>
                </a:moveTo>
                <a:lnTo>
                  <a:pt x="1856" y="671"/>
                </a:lnTo>
                <a:cubicBezTo>
                  <a:pt x="1816" y="710"/>
                  <a:pt x="1777" y="760"/>
                  <a:pt x="1737" y="799"/>
                </a:cubicBezTo>
                <a:cubicBezTo>
                  <a:pt x="1708" y="829"/>
                  <a:pt x="1668" y="839"/>
                  <a:pt x="1619" y="839"/>
                </a:cubicBezTo>
                <a:cubicBezTo>
                  <a:pt x="1491" y="848"/>
                  <a:pt x="1362" y="878"/>
                  <a:pt x="1234" y="898"/>
                </a:cubicBezTo>
                <a:cubicBezTo>
                  <a:pt x="1175" y="898"/>
                  <a:pt x="1106" y="908"/>
                  <a:pt x="1036" y="918"/>
                </a:cubicBezTo>
                <a:cubicBezTo>
                  <a:pt x="977" y="927"/>
                  <a:pt x="908" y="957"/>
                  <a:pt x="849" y="957"/>
                </a:cubicBezTo>
                <a:cubicBezTo>
                  <a:pt x="790" y="957"/>
                  <a:pt x="741" y="947"/>
                  <a:pt x="681" y="957"/>
                </a:cubicBezTo>
                <a:cubicBezTo>
                  <a:pt x="632" y="967"/>
                  <a:pt x="592" y="977"/>
                  <a:pt x="543" y="967"/>
                </a:cubicBezTo>
                <a:cubicBezTo>
                  <a:pt x="444" y="533"/>
                  <a:pt x="444" y="533"/>
                  <a:pt x="444" y="533"/>
                </a:cubicBezTo>
                <a:cubicBezTo>
                  <a:pt x="583" y="513"/>
                  <a:pt x="711" y="483"/>
                  <a:pt x="839" y="483"/>
                </a:cubicBezTo>
                <a:cubicBezTo>
                  <a:pt x="908" y="473"/>
                  <a:pt x="977" y="483"/>
                  <a:pt x="1036" y="483"/>
                </a:cubicBezTo>
                <a:cubicBezTo>
                  <a:pt x="1096" y="483"/>
                  <a:pt x="1155" y="454"/>
                  <a:pt x="1214" y="464"/>
                </a:cubicBezTo>
                <a:cubicBezTo>
                  <a:pt x="1234" y="464"/>
                  <a:pt x="1264" y="473"/>
                  <a:pt x="1293" y="473"/>
                </a:cubicBezTo>
                <a:cubicBezTo>
                  <a:pt x="1333" y="483"/>
                  <a:pt x="1362" y="483"/>
                  <a:pt x="1402" y="473"/>
                </a:cubicBezTo>
                <a:cubicBezTo>
                  <a:pt x="1461" y="464"/>
                  <a:pt x="1530" y="464"/>
                  <a:pt x="1599" y="464"/>
                </a:cubicBezTo>
                <a:cubicBezTo>
                  <a:pt x="1619" y="464"/>
                  <a:pt x="1649" y="464"/>
                  <a:pt x="1678" y="483"/>
                </a:cubicBezTo>
                <a:cubicBezTo>
                  <a:pt x="1698" y="493"/>
                  <a:pt x="1728" y="523"/>
                  <a:pt x="1747" y="543"/>
                </a:cubicBezTo>
                <a:cubicBezTo>
                  <a:pt x="1796" y="572"/>
                  <a:pt x="1826" y="611"/>
                  <a:pt x="1866" y="661"/>
                </a:cubicBezTo>
                <a:lnTo>
                  <a:pt x="1856" y="671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2" name="Freeform 137"/>
          <p:cNvSpPr>
            <a:spLocks noChangeArrowheads="1"/>
          </p:cNvSpPr>
          <p:nvPr/>
        </p:nvSpPr>
        <p:spPr bwMode="auto">
          <a:xfrm>
            <a:off x="8134554" y="4105275"/>
            <a:ext cx="14288" cy="15875"/>
          </a:xfrm>
          <a:custGeom>
            <a:avLst/>
            <a:gdLst>
              <a:gd name="T0" fmla="*/ 2147483646 w 31"/>
              <a:gd name="T1" fmla="*/ 0 h 30"/>
              <a:gd name="T2" fmla="*/ 2147483646 w 31"/>
              <a:gd name="T3" fmla="*/ 0 h 30"/>
              <a:gd name="T4" fmla="*/ 0 w 31"/>
              <a:gd name="T5" fmla="*/ 2147483646 h 30"/>
              <a:gd name="T6" fmla="*/ 2147483646 w 31"/>
              <a:gd name="T7" fmla="*/ 0 h 3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31" h="30">
                <a:moveTo>
                  <a:pt x="30" y="0"/>
                </a:moveTo>
                <a:lnTo>
                  <a:pt x="30" y="0"/>
                </a:lnTo>
                <a:cubicBezTo>
                  <a:pt x="20" y="10"/>
                  <a:pt x="10" y="19"/>
                  <a:pt x="0" y="29"/>
                </a:cubicBezTo>
                <a:cubicBezTo>
                  <a:pt x="10" y="19"/>
                  <a:pt x="20" y="10"/>
                  <a:pt x="30" y="0"/>
                </a:cubicBezTo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3" name="Freeform 138"/>
          <p:cNvSpPr>
            <a:spLocks noChangeArrowheads="1"/>
          </p:cNvSpPr>
          <p:nvPr/>
        </p:nvSpPr>
        <p:spPr bwMode="auto">
          <a:xfrm>
            <a:off x="8139317" y="4116388"/>
            <a:ext cx="3175" cy="4762"/>
          </a:xfrm>
          <a:custGeom>
            <a:avLst/>
            <a:gdLst>
              <a:gd name="T0" fmla="*/ 0 w 11"/>
              <a:gd name="T1" fmla="*/ 0 h 11"/>
              <a:gd name="T2" fmla="*/ 0 w 11"/>
              <a:gd name="T3" fmla="*/ 0 h 11"/>
              <a:gd name="T4" fmla="*/ 2147483646 w 11"/>
              <a:gd name="T5" fmla="*/ 2147483646 h 11"/>
              <a:gd name="T6" fmla="*/ 0 w 11"/>
              <a:gd name="T7" fmla="*/ 0 h 1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" h="11">
                <a:moveTo>
                  <a:pt x="0" y="0"/>
                </a:moveTo>
                <a:lnTo>
                  <a:pt x="0" y="0"/>
                </a:lnTo>
                <a:lnTo>
                  <a:pt x="10" y="10"/>
                </a:ln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6584" name="Rectangle 59"/>
          <p:cNvSpPr>
            <a:spLocks noChangeArrowheads="1"/>
          </p:cNvSpPr>
          <p:nvPr/>
        </p:nvSpPr>
        <p:spPr bwMode="auto">
          <a:xfrm>
            <a:off x="7559647" y="3768725"/>
            <a:ext cx="11641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 eaLnBrk="1"/>
            <a:r>
              <a:rPr lang="en-US">
                <a:latin typeface="Trebuchet MS" charset="0"/>
              </a:rPr>
              <a:t>URGENCY</a:t>
            </a:r>
            <a:endParaRPr lang="en-US"/>
          </a:p>
        </p:txBody>
      </p:sp>
      <p:sp>
        <p:nvSpPr>
          <p:cNvPr id="66585" name="Rectangle 8"/>
          <p:cNvSpPr>
            <a:spLocks noChangeArrowheads="1"/>
          </p:cNvSpPr>
          <p:nvPr/>
        </p:nvSpPr>
        <p:spPr bwMode="auto">
          <a:xfrm>
            <a:off x="0" y="474663"/>
            <a:ext cx="91440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/>
            <a:r>
              <a:rPr lang="en-US" sz="3200" b="1">
                <a:solidFill>
                  <a:srgbClr val="252616"/>
                </a:solidFill>
                <a:latin typeface="Trebuchet MS" charset="0"/>
              </a:rPr>
              <a:t>10 DRAMATIC INSTINCTS</a:t>
            </a:r>
          </a:p>
        </p:txBody>
      </p:sp>
      <p:grpSp>
        <p:nvGrpSpPr>
          <p:cNvPr id="66586" name="Group 79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81" name="Rectangle 80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66589" name="Picture 82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0" name="Picture 83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6591" name="Picture 84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" name="Group 1"/>
          <p:cNvGrpSpPr/>
          <p:nvPr/>
        </p:nvGrpSpPr>
        <p:grpSpPr>
          <a:xfrm>
            <a:off x="621046" y="3271693"/>
            <a:ext cx="1039972" cy="327672"/>
            <a:chOff x="490865" y="3216109"/>
            <a:chExt cx="1392801" cy="438839"/>
          </a:xfrm>
        </p:grpSpPr>
        <p:sp>
          <p:nvSpPr>
            <p:cNvPr id="68" name="Freeform 2"/>
            <p:cNvSpPr/>
            <p:nvPr/>
          </p:nvSpPr>
          <p:spPr>
            <a:xfrm>
              <a:off x="1432150" y="3220747"/>
              <a:ext cx="451516" cy="426350"/>
            </a:xfrm>
            <a:custGeom>
              <a:avLst/>
              <a:gdLst/>
              <a:ahLst/>
              <a:cxnLst/>
              <a:rect l="0" t="0" r="r" b="b"/>
              <a:pathLst>
                <a:path w="1525" h="1440">
                  <a:moveTo>
                    <a:pt x="1434" y="415"/>
                  </a:moveTo>
                  <a:cubicBezTo>
                    <a:pt x="1431" y="408"/>
                    <a:pt x="1428" y="400"/>
                    <a:pt x="1426" y="394"/>
                  </a:cubicBezTo>
                  <a:cubicBezTo>
                    <a:pt x="1402" y="341"/>
                    <a:pt x="1360" y="267"/>
                    <a:pt x="1291" y="222"/>
                  </a:cubicBezTo>
                  <a:cubicBezTo>
                    <a:pt x="1272" y="209"/>
                    <a:pt x="1267" y="193"/>
                    <a:pt x="1264" y="177"/>
                  </a:cubicBezTo>
                  <a:cubicBezTo>
                    <a:pt x="1259" y="162"/>
                    <a:pt x="1256" y="148"/>
                    <a:pt x="1238" y="143"/>
                  </a:cubicBezTo>
                  <a:cubicBezTo>
                    <a:pt x="1219" y="135"/>
                    <a:pt x="1203" y="127"/>
                    <a:pt x="1185" y="122"/>
                  </a:cubicBezTo>
                  <a:cubicBezTo>
                    <a:pt x="1145" y="106"/>
                    <a:pt x="1103" y="87"/>
                    <a:pt x="1063" y="69"/>
                  </a:cubicBezTo>
                  <a:cubicBezTo>
                    <a:pt x="979" y="27"/>
                    <a:pt x="886" y="13"/>
                    <a:pt x="799" y="3"/>
                  </a:cubicBezTo>
                  <a:cubicBezTo>
                    <a:pt x="772" y="0"/>
                    <a:pt x="746" y="0"/>
                    <a:pt x="714" y="3"/>
                  </a:cubicBezTo>
                  <a:cubicBezTo>
                    <a:pt x="690" y="5"/>
                    <a:pt x="666" y="11"/>
                    <a:pt x="645" y="16"/>
                  </a:cubicBezTo>
                  <a:cubicBezTo>
                    <a:pt x="616" y="21"/>
                    <a:pt x="587" y="27"/>
                    <a:pt x="558" y="29"/>
                  </a:cubicBezTo>
                  <a:cubicBezTo>
                    <a:pt x="468" y="40"/>
                    <a:pt x="391" y="82"/>
                    <a:pt x="317" y="162"/>
                  </a:cubicBezTo>
                  <a:cubicBezTo>
                    <a:pt x="294" y="188"/>
                    <a:pt x="270" y="212"/>
                    <a:pt x="241" y="230"/>
                  </a:cubicBezTo>
                  <a:cubicBezTo>
                    <a:pt x="206" y="251"/>
                    <a:pt x="182" y="291"/>
                    <a:pt x="161" y="326"/>
                  </a:cubicBezTo>
                  <a:cubicBezTo>
                    <a:pt x="145" y="352"/>
                    <a:pt x="132" y="381"/>
                    <a:pt x="116" y="410"/>
                  </a:cubicBezTo>
                  <a:cubicBezTo>
                    <a:pt x="95" y="447"/>
                    <a:pt x="74" y="487"/>
                    <a:pt x="53" y="524"/>
                  </a:cubicBezTo>
                  <a:cubicBezTo>
                    <a:pt x="53" y="527"/>
                    <a:pt x="53" y="529"/>
                    <a:pt x="50" y="532"/>
                  </a:cubicBezTo>
                  <a:cubicBezTo>
                    <a:pt x="48" y="548"/>
                    <a:pt x="45" y="566"/>
                    <a:pt x="34" y="577"/>
                  </a:cubicBezTo>
                  <a:lnTo>
                    <a:pt x="10" y="669"/>
                  </a:lnTo>
                  <a:cubicBezTo>
                    <a:pt x="0" y="770"/>
                    <a:pt x="10" y="886"/>
                    <a:pt x="42" y="1032"/>
                  </a:cubicBezTo>
                  <a:cubicBezTo>
                    <a:pt x="61" y="1117"/>
                    <a:pt x="103" y="1191"/>
                    <a:pt x="167" y="1244"/>
                  </a:cubicBezTo>
                  <a:cubicBezTo>
                    <a:pt x="196" y="1267"/>
                    <a:pt x="225" y="1291"/>
                    <a:pt x="254" y="1315"/>
                  </a:cubicBezTo>
                  <a:lnTo>
                    <a:pt x="283" y="1339"/>
                  </a:lnTo>
                  <a:lnTo>
                    <a:pt x="378" y="1400"/>
                  </a:lnTo>
                  <a:lnTo>
                    <a:pt x="391" y="1402"/>
                  </a:lnTo>
                  <a:cubicBezTo>
                    <a:pt x="407" y="1408"/>
                    <a:pt x="423" y="1410"/>
                    <a:pt x="439" y="1415"/>
                  </a:cubicBezTo>
                  <a:lnTo>
                    <a:pt x="455" y="1418"/>
                  </a:lnTo>
                  <a:cubicBezTo>
                    <a:pt x="510" y="1429"/>
                    <a:pt x="569" y="1439"/>
                    <a:pt x="627" y="1439"/>
                  </a:cubicBezTo>
                  <a:cubicBezTo>
                    <a:pt x="664" y="1439"/>
                    <a:pt x="743" y="1429"/>
                    <a:pt x="783" y="1423"/>
                  </a:cubicBezTo>
                  <a:lnTo>
                    <a:pt x="788" y="1423"/>
                  </a:lnTo>
                  <a:cubicBezTo>
                    <a:pt x="825" y="1418"/>
                    <a:pt x="854" y="1415"/>
                    <a:pt x="881" y="1413"/>
                  </a:cubicBezTo>
                  <a:cubicBezTo>
                    <a:pt x="942" y="1408"/>
                    <a:pt x="981" y="1402"/>
                    <a:pt x="1024" y="1386"/>
                  </a:cubicBezTo>
                  <a:cubicBezTo>
                    <a:pt x="1039" y="1381"/>
                    <a:pt x="1106" y="1357"/>
                    <a:pt x="1124" y="1357"/>
                  </a:cubicBezTo>
                  <a:lnTo>
                    <a:pt x="1143" y="1357"/>
                  </a:lnTo>
                  <a:cubicBezTo>
                    <a:pt x="1190" y="1357"/>
                    <a:pt x="1262" y="1355"/>
                    <a:pt x="1296" y="1352"/>
                  </a:cubicBezTo>
                  <a:cubicBezTo>
                    <a:pt x="1320" y="1349"/>
                    <a:pt x="1383" y="1328"/>
                    <a:pt x="1402" y="1318"/>
                  </a:cubicBezTo>
                  <a:cubicBezTo>
                    <a:pt x="1434" y="1299"/>
                    <a:pt x="1439" y="1288"/>
                    <a:pt x="1442" y="1286"/>
                  </a:cubicBezTo>
                  <a:cubicBezTo>
                    <a:pt x="1447" y="1275"/>
                    <a:pt x="1444" y="1254"/>
                    <a:pt x="1428" y="1236"/>
                  </a:cubicBezTo>
                  <a:cubicBezTo>
                    <a:pt x="1418" y="1225"/>
                    <a:pt x="1391" y="1214"/>
                    <a:pt x="1357" y="1204"/>
                  </a:cubicBezTo>
                  <a:cubicBezTo>
                    <a:pt x="1354" y="1204"/>
                    <a:pt x="1349" y="1201"/>
                    <a:pt x="1346" y="1201"/>
                  </a:cubicBezTo>
                  <a:cubicBezTo>
                    <a:pt x="1328" y="1199"/>
                    <a:pt x="1301" y="1193"/>
                    <a:pt x="1293" y="1172"/>
                  </a:cubicBezTo>
                  <a:lnTo>
                    <a:pt x="1293" y="1169"/>
                  </a:lnTo>
                  <a:lnTo>
                    <a:pt x="1296" y="1167"/>
                  </a:lnTo>
                  <a:cubicBezTo>
                    <a:pt x="1299" y="1161"/>
                    <a:pt x="1304" y="1154"/>
                    <a:pt x="1307" y="1148"/>
                  </a:cubicBezTo>
                  <a:cubicBezTo>
                    <a:pt x="1315" y="1135"/>
                    <a:pt x="1325" y="1122"/>
                    <a:pt x="1333" y="1109"/>
                  </a:cubicBezTo>
                  <a:cubicBezTo>
                    <a:pt x="1341" y="1098"/>
                    <a:pt x="1349" y="1087"/>
                    <a:pt x="1357" y="1077"/>
                  </a:cubicBezTo>
                  <a:cubicBezTo>
                    <a:pt x="1365" y="1066"/>
                    <a:pt x="1373" y="1056"/>
                    <a:pt x="1381" y="1045"/>
                  </a:cubicBezTo>
                  <a:cubicBezTo>
                    <a:pt x="1502" y="873"/>
                    <a:pt x="1524" y="683"/>
                    <a:pt x="1447" y="450"/>
                  </a:cubicBezTo>
                  <a:cubicBezTo>
                    <a:pt x="1447" y="447"/>
                    <a:pt x="1447" y="445"/>
                    <a:pt x="1447" y="445"/>
                  </a:cubicBezTo>
                  <a:lnTo>
                    <a:pt x="1447" y="445"/>
                  </a:lnTo>
                  <a:cubicBezTo>
                    <a:pt x="1444" y="442"/>
                    <a:pt x="1442" y="437"/>
                    <a:pt x="1444" y="434"/>
                  </a:cubicBezTo>
                  <a:cubicBezTo>
                    <a:pt x="1439" y="429"/>
                    <a:pt x="1436" y="423"/>
                    <a:pt x="1434" y="415"/>
                  </a:cubicBezTo>
                  <a:moveTo>
                    <a:pt x="1362" y="699"/>
                  </a:moveTo>
                  <a:cubicBezTo>
                    <a:pt x="1354" y="736"/>
                    <a:pt x="1354" y="770"/>
                    <a:pt x="1352" y="802"/>
                  </a:cubicBezTo>
                  <a:cubicBezTo>
                    <a:pt x="1349" y="868"/>
                    <a:pt x="1346" y="929"/>
                    <a:pt x="1299" y="992"/>
                  </a:cubicBezTo>
                  <a:cubicBezTo>
                    <a:pt x="1283" y="1013"/>
                    <a:pt x="1264" y="1037"/>
                    <a:pt x="1248" y="1061"/>
                  </a:cubicBezTo>
                  <a:cubicBezTo>
                    <a:pt x="1238" y="1074"/>
                    <a:pt x="1230" y="1087"/>
                    <a:pt x="1219" y="1101"/>
                  </a:cubicBezTo>
                  <a:cubicBezTo>
                    <a:pt x="1196" y="1132"/>
                    <a:pt x="1164" y="1161"/>
                    <a:pt x="1121" y="1183"/>
                  </a:cubicBezTo>
                  <a:cubicBezTo>
                    <a:pt x="1050" y="1222"/>
                    <a:pt x="976" y="1262"/>
                    <a:pt x="886" y="1275"/>
                  </a:cubicBezTo>
                  <a:cubicBezTo>
                    <a:pt x="862" y="1278"/>
                    <a:pt x="838" y="1286"/>
                    <a:pt x="815" y="1294"/>
                  </a:cubicBezTo>
                  <a:cubicBezTo>
                    <a:pt x="796" y="1299"/>
                    <a:pt x="775" y="1304"/>
                    <a:pt x="756" y="1310"/>
                  </a:cubicBezTo>
                  <a:cubicBezTo>
                    <a:pt x="714" y="1318"/>
                    <a:pt x="674" y="1323"/>
                    <a:pt x="637" y="1323"/>
                  </a:cubicBezTo>
                  <a:cubicBezTo>
                    <a:pt x="595" y="1323"/>
                    <a:pt x="555" y="1318"/>
                    <a:pt x="518" y="1304"/>
                  </a:cubicBezTo>
                  <a:cubicBezTo>
                    <a:pt x="460" y="1304"/>
                    <a:pt x="410" y="1283"/>
                    <a:pt x="357" y="1241"/>
                  </a:cubicBezTo>
                  <a:cubicBezTo>
                    <a:pt x="288" y="1199"/>
                    <a:pt x="227" y="1148"/>
                    <a:pt x="177" y="1085"/>
                  </a:cubicBezTo>
                  <a:cubicBezTo>
                    <a:pt x="156" y="1058"/>
                    <a:pt x="143" y="1032"/>
                    <a:pt x="135" y="1005"/>
                  </a:cubicBezTo>
                  <a:cubicBezTo>
                    <a:pt x="103" y="878"/>
                    <a:pt x="92" y="770"/>
                    <a:pt x="100" y="677"/>
                  </a:cubicBezTo>
                  <a:cubicBezTo>
                    <a:pt x="106" y="627"/>
                    <a:pt x="119" y="577"/>
                    <a:pt x="135" y="540"/>
                  </a:cubicBezTo>
                  <a:cubicBezTo>
                    <a:pt x="161" y="487"/>
                    <a:pt x="190" y="426"/>
                    <a:pt x="227" y="360"/>
                  </a:cubicBezTo>
                  <a:cubicBezTo>
                    <a:pt x="233" y="349"/>
                    <a:pt x="241" y="339"/>
                    <a:pt x="249" y="333"/>
                  </a:cubicBezTo>
                  <a:cubicBezTo>
                    <a:pt x="267" y="320"/>
                    <a:pt x="288" y="304"/>
                    <a:pt x="307" y="291"/>
                  </a:cubicBezTo>
                  <a:cubicBezTo>
                    <a:pt x="333" y="270"/>
                    <a:pt x="360" y="249"/>
                    <a:pt x="389" y="233"/>
                  </a:cubicBezTo>
                  <a:cubicBezTo>
                    <a:pt x="402" y="225"/>
                    <a:pt x="418" y="222"/>
                    <a:pt x="434" y="220"/>
                  </a:cubicBezTo>
                  <a:cubicBezTo>
                    <a:pt x="439" y="220"/>
                    <a:pt x="444" y="217"/>
                    <a:pt x="450" y="217"/>
                  </a:cubicBezTo>
                  <a:cubicBezTo>
                    <a:pt x="463" y="214"/>
                    <a:pt x="473" y="212"/>
                    <a:pt x="473" y="199"/>
                  </a:cubicBezTo>
                  <a:cubicBezTo>
                    <a:pt x="476" y="172"/>
                    <a:pt x="497" y="162"/>
                    <a:pt x="513" y="159"/>
                  </a:cubicBezTo>
                  <a:cubicBezTo>
                    <a:pt x="669" y="117"/>
                    <a:pt x="799" y="117"/>
                    <a:pt x="912" y="159"/>
                  </a:cubicBezTo>
                  <a:cubicBezTo>
                    <a:pt x="984" y="185"/>
                    <a:pt x="1053" y="217"/>
                    <a:pt x="1121" y="251"/>
                  </a:cubicBezTo>
                  <a:cubicBezTo>
                    <a:pt x="1145" y="262"/>
                    <a:pt x="1166" y="273"/>
                    <a:pt x="1190" y="283"/>
                  </a:cubicBezTo>
                  <a:lnTo>
                    <a:pt x="1188" y="288"/>
                  </a:lnTo>
                  <a:lnTo>
                    <a:pt x="1301" y="487"/>
                  </a:lnTo>
                  <a:lnTo>
                    <a:pt x="1307" y="484"/>
                  </a:lnTo>
                  <a:cubicBezTo>
                    <a:pt x="1312" y="497"/>
                    <a:pt x="1315" y="508"/>
                    <a:pt x="1320" y="521"/>
                  </a:cubicBezTo>
                  <a:cubicBezTo>
                    <a:pt x="1336" y="561"/>
                    <a:pt x="1352" y="601"/>
                    <a:pt x="1352" y="643"/>
                  </a:cubicBezTo>
                  <a:cubicBezTo>
                    <a:pt x="1352" y="648"/>
                    <a:pt x="1352" y="654"/>
                    <a:pt x="1352" y="662"/>
                  </a:cubicBezTo>
                  <a:cubicBezTo>
                    <a:pt x="1362" y="677"/>
                    <a:pt x="1365" y="688"/>
                    <a:pt x="1362" y="699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69" name="Freeform 3"/>
            <p:cNvSpPr/>
            <p:nvPr/>
          </p:nvSpPr>
          <p:spPr>
            <a:xfrm>
              <a:off x="490865" y="3218236"/>
              <a:ext cx="443522" cy="436712"/>
            </a:xfrm>
            <a:custGeom>
              <a:avLst/>
              <a:gdLst/>
              <a:ahLst/>
              <a:cxnLst/>
              <a:rect l="0" t="0" r="r" b="b"/>
              <a:pathLst>
                <a:path w="1498" h="1475">
                  <a:moveTo>
                    <a:pt x="1148" y="1405"/>
                  </a:moveTo>
                  <a:cubicBezTo>
                    <a:pt x="1166" y="1394"/>
                    <a:pt x="1187" y="1381"/>
                    <a:pt x="1201" y="1378"/>
                  </a:cubicBezTo>
                  <a:cubicBezTo>
                    <a:pt x="1206" y="1376"/>
                    <a:pt x="1254" y="1355"/>
                    <a:pt x="1288" y="1339"/>
                  </a:cubicBezTo>
                  <a:cubicBezTo>
                    <a:pt x="1320" y="1323"/>
                    <a:pt x="1341" y="1312"/>
                    <a:pt x="1346" y="1312"/>
                  </a:cubicBezTo>
                  <a:lnTo>
                    <a:pt x="1354" y="1310"/>
                  </a:lnTo>
                  <a:cubicBezTo>
                    <a:pt x="1375" y="1302"/>
                    <a:pt x="1436" y="1283"/>
                    <a:pt x="1444" y="1270"/>
                  </a:cubicBezTo>
                  <a:cubicBezTo>
                    <a:pt x="1447" y="1267"/>
                    <a:pt x="1449" y="1262"/>
                    <a:pt x="1452" y="1259"/>
                  </a:cubicBezTo>
                  <a:cubicBezTo>
                    <a:pt x="1476" y="1228"/>
                    <a:pt x="1497" y="1199"/>
                    <a:pt x="1444" y="1156"/>
                  </a:cubicBezTo>
                  <a:cubicBezTo>
                    <a:pt x="1428" y="1143"/>
                    <a:pt x="1410" y="1143"/>
                    <a:pt x="1391" y="1143"/>
                  </a:cubicBezTo>
                  <a:cubicBezTo>
                    <a:pt x="1378" y="1143"/>
                    <a:pt x="1367" y="1143"/>
                    <a:pt x="1362" y="1135"/>
                  </a:cubicBezTo>
                  <a:cubicBezTo>
                    <a:pt x="1357" y="1130"/>
                    <a:pt x="1357" y="1122"/>
                    <a:pt x="1362" y="1109"/>
                  </a:cubicBezTo>
                  <a:cubicBezTo>
                    <a:pt x="1365" y="1098"/>
                    <a:pt x="1367" y="1093"/>
                    <a:pt x="1370" y="1090"/>
                  </a:cubicBezTo>
                  <a:cubicBezTo>
                    <a:pt x="1370" y="1087"/>
                    <a:pt x="1373" y="1085"/>
                    <a:pt x="1373" y="1077"/>
                  </a:cubicBezTo>
                  <a:cubicBezTo>
                    <a:pt x="1378" y="1058"/>
                    <a:pt x="1386" y="1050"/>
                    <a:pt x="1391" y="1040"/>
                  </a:cubicBezTo>
                  <a:cubicBezTo>
                    <a:pt x="1396" y="1032"/>
                    <a:pt x="1402" y="1024"/>
                    <a:pt x="1407" y="1008"/>
                  </a:cubicBezTo>
                  <a:cubicBezTo>
                    <a:pt x="1426" y="947"/>
                    <a:pt x="1444" y="889"/>
                    <a:pt x="1460" y="826"/>
                  </a:cubicBezTo>
                  <a:cubicBezTo>
                    <a:pt x="1468" y="794"/>
                    <a:pt x="1476" y="749"/>
                    <a:pt x="1476" y="707"/>
                  </a:cubicBezTo>
                  <a:cubicBezTo>
                    <a:pt x="1478" y="580"/>
                    <a:pt x="1447" y="455"/>
                    <a:pt x="1418" y="352"/>
                  </a:cubicBezTo>
                  <a:cubicBezTo>
                    <a:pt x="1415" y="339"/>
                    <a:pt x="1410" y="328"/>
                    <a:pt x="1404" y="318"/>
                  </a:cubicBezTo>
                  <a:cubicBezTo>
                    <a:pt x="1367" y="257"/>
                    <a:pt x="1322" y="188"/>
                    <a:pt x="1246" y="154"/>
                  </a:cubicBezTo>
                  <a:cubicBezTo>
                    <a:pt x="1240" y="151"/>
                    <a:pt x="1238" y="148"/>
                    <a:pt x="1232" y="146"/>
                  </a:cubicBezTo>
                  <a:lnTo>
                    <a:pt x="1230" y="143"/>
                  </a:lnTo>
                  <a:cubicBezTo>
                    <a:pt x="1180" y="103"/>
                    <a:pt x="1137" y="101"/>
                    <a:pt x="1074" y="98"/>
                  </a:cubicBezTo>
                  <a:lnTo>
                    <a:pt x="1055" y="95"/>
                  </a:lnTo>
                  <a:cubicBezTo>
                    <a:pt x="1034" y="93"/>
                    <a:pt x="1018" y="85"/>
                    <a:pt x="997" y="74"/>
                  </a:cubicBezTo>
                  <a:cubicBezTo>
                    <a:pt x="981" y="66"/>
                    <a:pt x="960" y="56"/>
                    <a:pt x="936" y="48"/>
                  </a:cubicBezTo>
                  <a:cubicBezTo>
                    <a:pt x="883" y="29"/>
                    <a:pt x="777" y="19"/>
                    <a:pt x="701" y="11"/>
                  </a:cubicBezTo>
                  <a:cubicBezTo>
                    <a:pt x="677" y="8"/>
                    <a:pt x="653" y="5"/>
                    <a:pt x="637" y="3"/>
                  </a:cubicBezTo>
                  <a:cubicBezTo>
                    <a:pt x="627" y="0"/>
                    <a:pt x="613" y="0"/>
                    <a:pt x="603" y="0"/>
                  </a:cubicBezTo>
                  <a:cubicBezTo>
                    <a:pt x="566" y="0"/>
                    <a:pt x="529" y="5"/>
                    <a:pt x="481" y="19"/>
                  </a:cubicBezTo>
                  <a:cubicBezTo>
                    <a:pt x="407" y="40"/>
                    <a:pt x="333" y="80"/>
                    <a:pt x="259" y="140"/>
                  </a:cubicBezTo>
                  <a:cubicBezTo>
                    <a:pt x="251" y="146"/>
                    <a:pt x="246" y="151"/>
                    <a:pt x="238" y="156"/>
                  </a:cubicBezTo>
                  <a:cubicBezTo>
                    <a:pt x="219" y="170"/>
                    <a:pt x="203" y="185"/>
                    <a:pt x="185" y="199"/>
                  </a:cubicBezTo>
                  <a:cubicBezTo>
                    <a:pt x="121" y="257"/>
                    <a:pt x="76" y="310"/>
                    <a:pt x="55" y="379"/>
                  </a:cubicBezTo>
                  <a:cubicBezTo>
                    <a:pt x="10" y="521"/>
                    <a:pt x="0" y="643"/>
                    <a:pt x="24" y="757"/>
                  </a:cubicBezTo>
                  <a:cubicBezTo>
                    <a:pt x="26" y="770"/>
                    <a:pt x="29" y="781"/>
                    <a:pt x="32" y="794"/>
                  </a:cubicBezTo>
                  <a:cubicBezTo>
                    <a:pt x="39" y="834"/>
                    <a:pt x="45" y="873"/>
                    <a:pt x="63" y="910"/>
                  </a:cubicBezTo>
                  <a:cubicBezTo>
                    <a:pt x="92" y="971"/>
                    <a:pt x="121" y="1019"/>
                    <a:pt x="153" y="1066"/>
                  </a:cubicBezTo>
                  <a:cubicBezTo>
                    <a:pt x="180" y="1109"/>
                    <a:pt x="209" y="1154"/>
                    <a:pt x="235" y="1209"/>
                  </a:cubicBezTo>
                  <a:cubicBezTo>
                    <a:pt x="291" y="1318"/>
                    <a:pt x="381" y="1378"/>
                    <a:pt x="513" y="1397"/>
                  </a:cubicBezTo>
                  <a:cubicBezTo>
                    <a:pt x="547" y="1402"/>
                    <a:pt x="574" y="1408"/>
                    <a:pt x="600" y="1418"/>
                  </a:cubicBezTo>
                  <a:cubicBezTo>
                    <a:pt x="651" y="1437"/>
                    <a:pt x="701" y="1450"/>
                    <a:pt x="751" y="1458"/>
                  </a:cubicBezTo>
                  <a:cubicBezTo>
                    <a:pt x="859" y="1474"/>
                    <a:pt x="984" y="1460"/>
                    <a:pt x="1105" y="1418"/>
                  </a:cubicBezTo>
                  <a:cubicBezTo>
                    <a:pt x="1119" y="1423"/>
                    <a:pt x="1132" y="1416"/>
                    <a:pt x="1148" y="1405"/>
                  </a:cubicBezTo>
                  <a:moveTo>
                    <a:pt x="1010" y="1365"/>
                  </a:moveTo>
                  <a:lnTo>
                    <a:pt x="1008" y="1365"/>
                  </a:lnTo>
                  <a:cubicBezTo>
                    <a:pt x="976" y="1376"/>
                    <a:pt x="941" y="1376"/>
                    <a:pt x="910" y="1378"/>
                  </a:cubicBezTo>
                  <a:cubicBezTo>
                    <a:pt x="899" y="1378"/>
                    <a:pt x="886" y="1378"/>
                    <a:pt x="875" y="1381"/>
                  </a:cubicBezTo>
                  <a:cubicBezTo>
                    <a:pt x="867" y="1381"/>
                    <a:pt x="859" y="1381"/>
                    <a:pt x="852" y="1381"/>
                  </a:cubicBezTo>
                  <a:cubicBezTo>
                    <a:pt x="820" y="1381"/>
                    <a:pt x="788" y="1376"/>
                    <a:pt x="756" y="1371"/>
                  </a:cubicBezTo>
                  <a:cubicBezTo>
                    <a:pt x="717" y="1365"/>
                    <a:pt x="680" y="1355"/>
                    <a:pt x="643" y="1344"/>
                  </a:cubicBezTo>
                  <a:cubicBezTo>
                    <a:pt x="603" y="1334"/>
                    <a:pt x="563" y="1323"/>
                    <a:pt x="524" y="1318"/>
                  </a:cubicBezTo>
                  <a:cubicBezTo>
                    <a:pt x="449" y="1307"/>
                    <a:pt x="405" y="1281"/>
                    <a:pt x="373" y="1228"/>
                  </a:cubicBezTo>
                  <a:cubicBezTo>
                    <a:pt x="349" y="1183"/>
                    <a:pt x="323" y="1146"/>
                    <a:pt x="299" y="1109"/>
                  </a:cubicBezTo>
                  <a:cubicBezTo>
                    <a:pt x="256" y="1043"/>
                    <a:pt x="214" y="979"/>
                    <a:pt x="180" y="894"/>
                  </a:cubicBezTo>
                  <a:cubicBezTo>
                    <a:pt x="143" y="804"/>
                    <a:pt x="129" y="707"/>
                    <a:pt x="143" y="590"/>
                  </a:cubicBezTo>
                  <a:cubicBezTo>
                    <a:pt x="151" y="505"/>
                    <a:pt x="161" y="437"/>
                    <a:pt x="203" y="373"/>
                  </a:cubicBezTo>
                  <a:cubicBezTo>
                    <a:pt x="222" y="347"/>
                    <a:pt x="240" y="318"/>
                    <a:pt x="264" y="294"/>
                  </a:cubicBezTo>
                  <a:cubicBezTo>
                    <a:pt x="320" y="244"/>
                    <a:pt x="378" y="191"/>
                    <a:pt x="447" y="154"/>
                  </a:cubicBezTo>
                  <a:cubicBezTo>
                    <a:pt x="465" y="143"/>
                    <a:pt x="487" y="138"/>
                    <a:pt x="510" y="132"/>
                  </a:cubicBezTo>
                  <a:cubicBezTo>
                    <a:pt x="521" y="130"/>
                    <a:pt x="534" y="127"/>
                    <a:pt x="550" y="122"/>
                  </a:cubicBezTo>
                  <a:cubicBezTo>
                    <a:pt x="569" y="117"/>
                    <a:pt x="587" y="111"/>
                    <a:pt x="600" y="109"/>
                  </a:cubicBezTo>
                  <a:cubicBezTo>
                    <a:pt x="608" y="109"/>
                    <a:pt x="616" y="106"/>
                    <a:pt x="624" y="106"/>
                  </a:cubicBezTo>
                  <a:cubicBezTo>
                    <a:pt x="640" y="103"/>
                    <a:pt x="656" y="101"/>
                    <a:pt x="672" y="101"/>
                  </a:cubicBezTo>
                  <a:cubicBezTo>
                    <a:pt x="680" y="101"/>
                    <a:pt x="688" y="101"/>
                    <a:pt x="698" y="101"/>
                  </a:cubicBezTo>
                  <a:cubicBezTo>
                    <a:pt x="764" y="101"/>
                    <a:pt x="849" y="103"/>
                    <a:pt x="915" y="138"/>
                  </a:cubicBezTo>
                  <a:cubicBezTo>
                    <a:pt x="923" y="140"/>
                    <a:pt x="928" y="146"/>
                    <a:pt x="936" y="148"/>
                  </a:cubicBezTo>
                  <a:cubicBezTo>
                    <a:pt x="955" y="159"/>
                    <a:pt x="971" y="167"/>
                    <a:pt x="994" y="172"/>
                  </a:cubicBezTo>
                  <a:cubicBezTo>
                    <a:pt x="1063" y="188"/>
                    <a:pt x="1111" y="204"/>
                    <a:pt x="1156" y="233"/>
                  </a:cubicBezTo>
                  <a:cubicBezTo>
                    <a:pt x="1209" y="265"/>
                    <a:pt x="1251" y="307"/>
                    <a:pt x="1280" y="360"/>
                  </a:cubicBezTo>
                  <a:cubicBezTo>
                    <a:pt x="1312" y="416"/>
                    <a:pt x="1325" y="479"/>
                    <a:pt x="1333" y="527"/>
                  </a:cubicBezTo>
                  <a:cubicBezTo>
                    <a:pt x="1338" y="561"/>
                    <a:pt x="1341" y="595"/>
                    <a:pt x="1344" y="640"/>
                  </a:cubicBezTo>
                  <a:cubicBezTo>
                    <a:pt x="1349" y="736"/>
                    <a:pt x="1338" y="810"/>
                    <a:pt x="1309" y="878"/>
                  </a:cubicBezTo>
                  <a:cubicBezTo>
                    <a:pt x="1304" y="889"/>
                    <a:pt x="1301" y="902"/>
                    <a:pt x="1301" y="918"/>
                  </a:cubicBezTo>
                  <a:cubicBezTo>
                    <a:pt x="1301" y="926"/>
                    <a:pt x="1299" y="934"/>
                    <a:pt x="1296" y="942"/>
                  </a:cubicBezTo>
                  <a:cubicBezTo>
                    <a:pt x="1272" y="1037"/>
                    <a:pt x="1259" y="1072"/>
                    <a:pt x="1222" y="1159"/>
                  </a:cubicBezTo>
                  <a:cubicBezTo>
                    <a:pt x="1217" y="1169"/>
                    <a:pt x="1187" y="1217"/>
                    <a:pt x="1166" y="1244"/>
                  </a:cubicBezTo>
                  <a:cubicBezTo>
                    <a:pt x="1145" y="1273"/>
                    <a:pt x="1143" y="1275"/>
                    <a:pt x="1135" y="1281"/>
                  </a:cubicBezTo>
                  <a:cubicBezTo>
                    <a:pt x="1129" y="1286"/>
                    <a:pt x="1121" y="1294"/>
                    <a:pt x="1100" y="1315"/>
                  </a:cubicBezTo>
                  <a:cubicBezTo>
                    <a:pt x="1079" y="1344"/>
                    <a:pt x="1034" y="1357"/>
                    <a:pt x="1010" y="1365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70" name="Freeform 4"/>
            <p:cNvSpPr/>
            <p:nvPr/>
          </p:nvSpPr>
          <p:spPr>
            <a:xfrm>
              <a:off x="955385" y="3216109"/>
              <a:ext cx="456550" cy="431974"/>
            </a:xfrm>
            <a:custGeom>
              <a:avLst/>
              <a:gdLst/>
              <a:ahLst/>
              <a:cxnLst/>
              <a:rect l="0" t="0" r="r" b="b"/>
              <a:pathLst>
                <a:path w="1542" h="1459">
                  <a:moveTo>
                    <a:pt x="1398" y="265"/>
                  </a:moveTo>
                  <a:cubicBezTo>
                    <a:pt x="1351" y="199"/>
                    <a:pt x="1316" y="159"/>
                    <a:pt x="1250" y="133"/>
                  </a:cubicBezTo>
                  <a:cubicBezTo>
                    <a:pt x="1208" y="114"/>
                    <a:pt x="1179" y="98"/>
                    <a:pt x="1150" y="80"/>
                  </a:cubicBezTo>
                  <a:cubicBezTo>
                    <a:pt x="1115" y="58"/>
                    <a:pt x="1081" y="40"/>
                    <a:pt x="1025" y="21"/>
                  </a:cubicBezTo>
                  <a:cubicBezTo>
                    <a:pt x="975" y="6"/>
                    <a:pt x="920" y="3"/>
                    <a:pt x="872" y="3"/>
                  </a:cubicBezTo>
                  <a:cubicBezTo>
                    <a:pt x="861" y="3"/>
                    <a:pt x="846" y="3"/>
                    <a:pt x="830" y="3"/>
                  </a:cubicBezTo>
                  <a:cubicBezTo>
                    <a:pt x="809" y="3"/>
                    <a:pt x="785" y="0"/>
                    <a:pt x="767" y="0"/>
                  </a:cubicBezTo>
                  <a:cubicBezTo>
                    <a:pt x="759" y="0"/>
                    <a:pt x="751" y="0"/>
                    <a:pt x="746" y="0"/>
                  </a:cubicBezTo>
                  <a:cubicBezTo>
                    <a:pt x="722" y="0"/>
                    <a:pt x="690" y="3"/>
                    <a:pt x="661" y="3"/>
                  </a:cubicBezTo>
                  <a:cubicBezTo>
                    <a:pt x="624" y="3"/>
                    <a:pt x="585" y="3"/>
                    <a:pt x="558" y="6"/>
                  </a:cubicBezTo>
                  <a:cubicBezTo>
                    <a:pt x="413" y="19"/>
                    <a:pt x="262" y="43"/>
                    <a:pt x="153" y="178"/>
                  </a:cubicBezTo>
                  <a:cubicBezTo>
                    <a:pt x="109" y="233"/>
                    <a:pt x="77" y="297"/>
                    <a:pt x="48" y="357"/>
                  </a:cubicBezTo>
                  <a:cubicBezTo>
                    <a:pt x="8" y="437"/>
                    <a:pt x="0" y="532"/>
                    <a:pt x="19" y="635"/>
                  </a:cubicBezTo>
                  <a:cubicBezTo>
                    <a:pt x="27" y="672"/>
                    <a:pt x="27" y="709"/>
                    <a:pt x="27" y="744"/>
                  </a:cubicBezTo>
                  <a:cubicBezTo>
                    <a:pt x="29" y="794"/>
                    <a:pt x="29" y="842"/>
                    <a:pt x="45" y="889"/>
                  </a:cubicBezTo>
                  <a:cubicBezTo>
                    <a:pt x="87" y="1011"/>
                    <a:pt x="151" y="1130"/>
                    <a:pt x="246" y="1267"/>
                  </a:cubicBezTo>
                  <a:cubicBezTo>
                    <a:pt x="270" y="1302"/>
                    <a:pt x="310" y="1320"/>
                    <a:pt x="347" y="1336"/>
                  </a:cubicBezTo>
                  <a:cubicBezTo>
                    <a:pt x="378" y="1349"/>
                    <a:pt x="410" y="1365"/>
                    <a:pt x="434" y="1389"/>
                  </a:cubicBezTo>
                  <a:cubicBezTo>
                    <a:pt x="442" y="1397"/>
                    <a:pt x="503" y="1424"/>
                    <a:pt x="513" y="1424"/>
                  </a:cubicBezTo>
                  <a:cubicBezTo>
                    <a:pt x="550" y="1429"/>
                    <a:pt x="563" y="1437"/>
                    <a:pt x="587" y="1445"/>
                  </a:cubicBezTo>
                  <a:lnTo>
                    <a:pt x="601" y="1450"/>
                  </a:lnTo>
                  <a:cubicBezTo>
                    <a:pt x="640" y="1458"/>
                    <a:pt x="680" y="1455"/>
                    <a:pt x="725" y="1453"/>
                  </a:cubicBezTo>
                  <a:cubicBezTo>
                    <a:pt x="746" y="1450"/>
                    <a:pt x="770" y="1450"/>
                    <a:pt x="795" y="1450"/>
                  </a:cubicBezTo>
                  <a:cubicBezTo>
                    <a:pt x="822" y="1447"/>
                    <a:pt x="843" y="1447"/>
                    <a:pt x="864" y="1447"/>
                  </a:cubicBezTo>
                  <a:cubicBezTo>
                    <a:pt x="949" y="1445"/>
                    <a:pt x="1007" y="1442"/>
                    <a:pt x="1107" y="1408"/>
                  </a:cubicBezTo>
                  <a:cubicBezTo>
                    <a:pt x="1150" y="1394"/>
                    <a:pt x="1205" y="1386"/>
                    <a:pt x="1258" y="1379"/>
                  </a:cubicBezTo>
                  <a:cubicBezTo>
                    <a:pt x="1311" y="1371"/>
                    <a:pt x="1364" y="1365"/>
                    <a:pt x="1406" y="1352"/>
                  </a:cubicBezTo>
                  <a:cubicBezTo>
                    <a:pt x="1465" y="1334"/>
                    <a:pt x="1541" y="1302"/>
                    <a:pt x="1531" y="1249"/>
                  </a:cubicBezTo>
                  <a:cubicBezTo>
                    <a:pt x="1517" y="1183"/>
                    <a:pt x="1483" y="1146"/>
                    <a:pt x="1425" y="1130"/>
                  </a:cubicBezTo>
                  <a:cubicBezTo>
                    <a:pt x="1404" y="1125"/>
                    <a:pt x="1393" y="1119"/>
                    <a:pt x="1390" y="1111"/>
                  </a:cubicBezTo>
                  <a:cubicBezTo>
                    <a:pt x="1385" y="1101"/>
                    <a:pt x="1393" y="1088"/>
                    <a:pt x="1401" y="1069"/>
                  </a:cubicBezTo>
                  <a:cubicBezTo>
                    <a:pt x="1404" y="1064"/>
                    <a:pt x="1406" y="1058"/>
                    <a:pt x="1409" y="1053"/>
                  </a:cubicBezTo>
                  <a:cubicBezTo>
                    <a:pt x="1412" y="1048"/>
                    <a:pt x="1414" y="1043"/>
                    <a:pt x="1417" y="1037"/>
                  </a:cubicBezTo>
                  <a:cubicBezTo>
                    <a:pt x="1425" y="1008"/>
                    <a:pt x="1435" y="979"/>
                    <a:pt x="1446" y="953"/>
                  </a:cubicBezTo>
                  <a:cubicBezTo>
                    <a:pt x="1472" y="881"/>
                    <a:pt x="1496" y="812"/>
                    <a:pt x="1507" y="701"/>
                  </a:cubicBezTo>
                  <a:cubicBezTo>
                    <a:pt x="1504" y="688"/>
                    <a:pt x="1507" y="670"/>
                    <a:pt x="1509" y="656"/>
                  </a:cubicBezTo>
                  <a:cubicBezTo>
                    <a:pt x="1509" y="648"/>
                    <a:pt x="1512" y="640"/>
                    <a:pt x="1512" y="633"/>
                  </a:cubicBezTo>
                  <a:cubicBezTo>
                    <a:pt x="1517" y="561"/>
                    <a:pt x="1512" y="511"/>
                    <a:pt x="1494" y="461"/>
                  </a:cubicBezTo>
                  <a:cubicBezTo>
                    <a:pt x="1470" y="384"/>
                    <a:pt x="1446" y="331"/>
                    <a:pt x="1398" y="265"/>
                  </a:cubicBezTo>
                  <a:moveTo>
                    <a:pt x="1369" y="688"/>
                  </a:moveTo>
                  <a:cubicBezTo>
                    <a:pt x="1367" y="704"/>
                    <a:pt x="1364" y="717"/>
                    <a:pt x="1359" y="733"/>
                  </a:cubicBezTo>
                  <a:cubicBezTo>
                    <a:pt x="1327" y="889"/>
                    <a:pt x="1301" y="1011"/>
                    <a:pt x="1234" y="1117"/>
                  </a:cubicBezTo>
                  <a:cubicBezTo>
                    <a:pt x="1105" y="1328"/>
                    <a:pt x="1068" y="1344"/>
                    <a:pt x="869" y="1357"/>
                  </a:cubicBezTo>
                  <a:cubicBezTo>
                    <a:pt x="867" y="1357"/>
                    <a:pt x="864" y="1357"/>
                    <a:pt x="861" y="1360"/>
                  </a:cubicBezTo>
                  <a:cubicBezTo>
                    <a:pt x="851" y="1363"/>
                    <a:pt x="832" y="1368"/>
                    <a:pt x="809" y="1357"/>
                  </a:cubicBezTo>
                  <a:cubicBezTo>
                    <a:pt x="787" y="1347"/>
                    <a:pt x="762" y="1344"/>
                    <a:pt x="746" y="1357"/>
                  </a:cubicBezTo>
                  <a:cubicBezTo>
                    <a:pt x="730" y="1376"/>
                    <a:pt x="690" y="1386"/>
                    <a:pt x="664" y="1386"/>
                  </a:cubicBezTo>
                  <a:cubicBezTo>
                    <a:pt x="656" y="1386"/>
                    <a:pt x="651" y="1386"/>
                    <a:pt x="645" y="1384"/>
                  </a:cubicBezTo>
                  <a:cubicBezTo>
                    <a:pt x="558" y="1360"/>
                    <a:pt x="484" y="1328"/>
                    <a:pt x="429" y="1289"/>
                  </a:cubicBezTo>
                  <a:lnTo>
                    <a:pt x="429" y="1289"/>
                  </a:lnTo>
                  <a:lnTo>
                    <a:pt x="429" y="1289"/>
                  </a:lnTo>
                  <a:cubicBezTo>
                    <a:pt x="421" y="1283"/>
                    <a:pt x="410" y="1278"/>
                    <a:pt x="402" y="1273"/>
                  </a:cubicBezTo>
                  <a:lnTo>
                    <a:pt x="399" y="1273"/>
                  </a:lnTo>
                  <a:cubicBezTo>
                    <a:pt x="397" y="1273"/>
                    <a:pt x="397" y="1270"/>
                    <a:pt x="394" y="1270"/>
                  </a:cubicBezTo>
                  <a:lnTo>
                    <a:pt x="378" y="1257"/>
                  </a:lnTo>
                  <a:lnTo>
                    <a:pt x="376" y="1254"/>
                  </a:lnTo>
                  <a:lnTo>
                    <a:pt x="376" y="1249"/>
                  </a:lnTo>
                  <a:cubicBezTo>
                    <a:pt x="373" y="1246"/>
                    <a:pt x="370" y="1244"/>
                    <a:pt x="370" y="1244"/>
                  </a:cubicBezTo>
                  <a:lnTo>
                    <a:pt x="352" y="1222"/>
                  </a:lnTo>
                  <a:cubicBezTo>
                    <a:pt x="352" y="1220"/>
                    <a:pt x="349" y="1220"/>
                    <a:pt x="349" y="1217"/>
                  </a:cubicBezTo>
                  <a:lnTo>
                    <a:pt x="347" y="1215"/>
                  </a:lnTo>
                  <a:lnTo>
                    <a:pt x="341" y="1207"/>
                  </a:lnTo>
                  <a:cubicBezTo>
                    <a:pt x="339" y="1204"/>
                    <a:pt x="339" y="1201"/>
                    <a:pt x="336" y="1199"/>
                  </a:cubicBezTo>
                  <a:cubicBezTo>
                    <a:pt x="331" y="1191"/>
                    <a:pt x="328" y="1183"/>
                    <a:pt x="323" y="1175"/>
                  </a:cubicBezTo>
                  <a:cubicBezTo>
                    <a:pt x="317" y="1167"/>
                    <a:pt x="315" y="1159"/>
                    <a:pt x="310" y="1151"/>
                  </a:cubicBezTo>
                  <a:cubicBezTo>
                    <a:pt x="302" y="1138"/>
                    <a:pt x="294" y="1125"/>
                    <a:pt x="286" y="1111"/>
                  </a:cubicBezTo>
                  <a:lnTo>
                    <a:pt x="280" y="1106"/>
                  </a:lnTo>
                  <a:cubicBezTo>
                    <a:pt x="259" y="1074"/>
                    <a:pt x="243" y="1045"/>
                    <a:pt x="228" y="1013"/>
                  </a:cubicBezTo>
                  <a:cubicBezTo>
                    <a:pt x="225" y="1008"/>
                    <a:pt x="222" y="1003"/>
                    <a:pt x="220" y="998"/>
                  </a:cubicBezTo>
                  <a:cubicBezTo>
                    <a:pt x="217" y="995"/>
                    <a:pt x="217" y="992"/>
                    <a:pt x="214" y="987"/>
                  </a:cubicBezTo>
                  <a:cubicBezTo>
                    <a:pt x="212" y="982"/>
                    <a:pt x="208" y="976"/>
                    <a:pt x="206" y="971"/>
                  </a:cubicBezTo>
                  <a:cubicBezTo>
                    <a:pt x="147" y="855"/>
                    <a:pt x="114" y="757"/>
                    <a:pt x="119" y="617"/>
                  </a:cubicBezTo>
                  <a:cubicBezTo>
                    <a:pt x="119" y="595"/>
                    <a:pt x="119" y="569"/>
                    <a:pt x="119" y="545"/>
                  </a:cubicBezTo>
                  <a:cubicBezTo>
                    <a:pt x="119" y="529"/>
                    <a:pt x="119" y="516"/>
                    <a:pt x="119" y="503"/>
                  </a:cubicBezTo>
                  <a:cubicBezTo>
                    <a:pt x="116" y="421"/>
                    <a:pt x="161" y="357"/>
                    <a:pt x="193" y="304"/>
                  </a:cubicBezTo>
                  <a:cubicBezTo>
                    <a:pt x="217" y="267"/>
                    <a:pt x="249" y="233"/>
                    <a:pt x="286" y="196"/>
                  </a:cubicBezTo>
                  <a:cubicBezTo>
                    <a:pt x="368" y="117"/>
                    <a:pt x="452" y="106"/>
                    <a:pt x="550" y="93"/>
                  </a:cubicBezTo>
                  <a:cubicBezTo>
                    <a:pt x="661" y="80"/>
                    <a:pt x="843" y="88"/>
                    <a:pt x="949" y="103"/>
                  </a:cubicBezTo>
                  <a:cubicBezTo>
                    <a:pt x="988" y="109"/>
                    <a:pt x="1007" y="114"/>
                    <a:pt x="1033" y="125"/>
                  </a:cubicBezTo>
                  <a:cubicBezTo>
                    <a:pt x="1041" y="127"/>
                    <a:pt x="1049" y="130"/>
                    <a:pt x="1060" y="133"/>
                  </a:cubicBezTo>
                  <a:cubicBezTo>
                    <a:pt x="1192" y="170"/>
                    <a:pt x="1274" y="244"/>
                    <a:pt x="1308" y="357"/>
                  </a:cubicBezTo>
                  <a:cubicBezTo>
                    <a:pt x="1308" y="363"/>
                    <a:pt x="1311" y="365"/>
                    <a:pt x="1311" y="368"/>
                  </a:cubicBezTo>
                  <a:lnTo>
                    <a:pt x="1311" y="371"/>
                  </a:lnTo>
                  <a:cubicBezTo>
                    <a:pt x="1377" y="474"/>
                    <a:pt x="1396" y="569"/>
                    <a:pt x="1369" y="688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</p:grpSp>
      <p:grpSp>
        <p:nvGrpSpPr>
          <p:cNvPr id="7" name="Group 6"/>
          <p:cNvGrpSpPr/>
          <p:nvPr/>
        </p:nvGrpSpPr>
        <p:grpSpPr>
          <a:xfrm>
            <a:off x="4112064" y="1572846"/>
            <a:ext cx="797280" cy="406984"/>
            <a:chOff x="3963788" y="1229949"/>
            <a:chExt cx="1348535" cy="688383"/>
          </a:xfrm>
        </p:grpSpPr>
        <p:sp>
          <p:nvSpPr>
            <p:cNvPr id="87" name="Rectangle 86"/>
            <p:cNvSpPr/>
            <p:nvPr/>
          </p:nvSpPr>
          <p:spPr>
            <a:xfrm rot="19800000">
              <a:off x="3963788" y="1789009"/>
              <a:ext cx="609970" cy="12932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88" name="Rectangle 87"/>
            <p:cNvSpPr/>
            <p:nvPr/>
          </p:nvSpPr>
          <p:spPr>
            <a:xfrm rot="19800000">
              <a:off x="4648799" y="1526172"/>
              <a:ext cx="150450" cy="129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89" name="Rectangle 88"/>
            <p:cNvSpPr/>
            <p:nvPr/>
          </p:nvSpPr>
          <p:spPr>
            <a:xfrm rot="19800000">
              <a:off x="4904799" y="1378371"/>
              <a:ext cx="150450" cy="129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90" name="Rectangle 89"/>
            <p:cNvSpPr/>
            <p:nvPr/>
          </p:nvSpPr>
          <p:spPr>
            <a:xfrm rot="19800000">
              <a:off x="5161873" y="1229949"/>
              <a:ext cx="150450" cy="12932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</p:grpSp>
    </p:spTree>
    <p:extLst>
      <p:ext uri="{BB962C8B-B14F-4D97-AF65-F5344CB8AC3E}">
        <p14:creationId xmlns:p14="http://schemas.microsoft.com/office/powerpoint/2010/main" val="159261378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Box 2"/>
          <p:cNvSpPr txBox="1">
            <a:spLocks noChangeArrowheads="1"/>
          </p:cNvSpPr>
          <p:nvPr/>
        </p:nvSpPr>
        <p:spPr bwMode="auto">
          <a:xfrm>
            <a:off x="0" y="962025"/>
            <a:ext cx="9144000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Look at the gap!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411480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 dirty="0" smtClean="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What gap</a:t>
            </a:r>
            <a:r>
              <a:rPr lang="en-US" sz="2800" dirty="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?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14300" y="133350"/>
            <a:ext cx="8915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1. </a:t>
            </a:r>
            <a:r>
              <a:rPr lang="en-US" sz="40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Locate the majority</a:t>
            </a:r>
          </a:p>
        </p:txBody>
      </p:sp>
      <p:sp>
        <p:nvSpPr>
          <p:cNvPr id="9" name="Freeform 7"/>
          <p:cNvSpPr>
            <a:spLocks noChangeArrowheads="1"/>
          </p:cNvSpPr>
          <p:nvPr/>
        </p:nvSpPr>
        <p:spPr bwMode="auto">
          <a:xfrm>
            <a:off x="2551113" y="41767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8"/>
          <p:cNvSpPr>
            <a:spLocks noChangeArrowheads="1"/>
          </p:cNvSpPr>
          <p:nvPr/>
        </p:nvSpPr>
        <p:spPr bwMode="auto">
          <a:xfrm>
            <a:off x="2551113" y="41767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659063" y="1495425"/>
            <a:ext cx="4217987" cy="2403475"/>
            <a:chOff x="2889234" y="1995994"/>
            <a:chExt cx="3222717" cy="1836306"/>
          </a:xfrm>
        </p:grpSpPr>
        <p:sp>
          <p:nvSpPr>
            <p:cNvPr id="13" name="Freeform 9"/>
            <p:cNvSpPr>
              <a:spLocks noChangeArrowheads="1"/>
            </p:cNvSpPr>
            <p:nvPr/>
          </p:nvSpPr>
          <p:spPr bwMode="auto">
            <a:xfrm>
              <a:off x="4250126" y="3114273"/>
              <a:ext cx="4852" cy="485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0"/>
            <p:cNvSpPr>
              <a:spLocks noChangeArrowheads="1"/>
            </p:cNvSpPr>
            <p:nvPr/>
          </p:nvSpPr>
          <p:spPr bwMode="auto">
            <a:xfrm>
              <a:off x="4250126" y="3114273"/>
              <a:ext cx="4852" cy="485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 w="12600" cap="flat">
              <a:solidFill>
                <a:srgbClr val="29ABE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4"/>
            <p:cNvSpPr>
              <a:spLocks noChangeArrowheads="1"/>
            </p:cNvSpPr>
            <p:nvPr/>
          </p:nvSpPr>
          <p:spPr bwMode="auto">
            <a:xfrm>
              <a:off x="3744339" y="3536356"/>
              <a:ext cx="4852" cy="37600"/>
            </a:xfrm>
            <a:custGeom>
              <a:avLst/>
              <a:gdLst>
                <a:gd name="T0" fmla="*/ 0 w 1"/>
                <a:gd name="T1" fmla="*/ 37177254 h 37"/>
                <a:gd name="T2" fmla="*/ 0 w 1"/>
                <a:gd name="T3" fmla="*/ 37177254 h 37"/>
                <a:gd name="T4" fmla="*/ 0 w 1"/>
                <a:gd name="T5" fmla="*/ 0 h 37"/>
                <a:gd name="T6" fmla="*/ 0 w 1"/>
                <a:gd name="T7" fmla="*/ 0 h 37"/>
                <a:gd name="T8" fmla="*/ 0 w 1"/>
                <a:gd name="T9" fmla="*/ 37177254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7">
                  <a:moveTo>
                    <a:pt x="0" y="36"/>
                  </a:moveTo>
                  <a:lnTo>
                    <a:pt x="0" y="36"/>
                  </a:lnTo>
                  <a:lnTo>
                    <a:pt x="0" y="0"/>
                  </a:lnTo>
                  <a:lnTo>
                    <a:pt x="0" y="36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5"/>
            <p:cNvSpPr>
              <a:spLocks noChangeArrowheads="1"/>
            </p:cNvSpPr>
            <p:nvPr/>
          </p:nvSpPr>
          <p:spPr bwMode="auto">
            <a:xfrm>
              <a:off x="3744339" y="3481777"/>
              <a:ext cx="4852" cy="18193"/>
            </a:xfrm>
            <a:custGeom>
              <a:avLst/>
              <a:gdLst>
                <a:gd name="T0" fmla="*/ 0 w 1"/>
                <a:gd name="T1" fmla="*/ 16502966 h 19"/>
                <a:gd name="T2" fmla="*/ 0 w 1"/>
                <a:gd name="T3" fmla="*/ 16502966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16502966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9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18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19"/>
            <p:cNvSpPr>
              <a:spLocks noChangeArrowheads="1"/>
            </p:cNvSpPr>
            <p:nvPr/>
          </p:nvSpPr>
          <p:spPr bwMode="auto">
            <a:xfrm>
              <a:off x="6104674" y="2471444"/>
              <a:ext cx="4852" cy="485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0"/>
            <p:cNvSpPr>
              <a:spLocks noChangeArrowheads="1"/>
            </p:cNvSpPr>
            <p:nvPr/>
          </p:nvSpPr>
          <p:spPr bwMode="auto">
            <a:xfrm>
              <a:off x="6104674" y="2471444"/>
              <a:ext cx="4852" cy="485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7"/>
            <p:cNvSpPr>
              <a:spLocks noChangeArrowheads="1"/>
            </p:cNvSpPr>
            <p:nvPr/>
          </p:nvSpPr>
          <p:spPr bwMode="auto">
            <a:xfrm>
              <a:off x="4330178" y="2482361"/>
              <a:ext cx="762924" cy="743497"/>
            </a:xfrm>
            <a:custGeom>
              <a:avLst/>
              <a:gdLst>
                <a:gd name="T0" fmla="*/ 563323098 w 733"/>
                <a:gd name="T1" fmla="*/ 741858399 h 716"/>
                <a:gd name="T2" fmla="*/ 382410191 w 733"/>
                <a:gd name="T3" fmla="*/ 761267201 h 716"/>
                <a:gd name="T4" fmla="*/ 362910353 w 733"/>
                <a:gd name="T5" fmla="*/ 770972122 h 716"/>
                <a:gd name="T6" fmla="*/ 353160954 w 733"/>
                <a:gd name="T7" fmla="*/ 751562281 h 716"/>
                <a:gd name="T8" fmla="*/ 267579200 w 733"/>
                <a:gd name="T9" fmla="*/ 704118657 h 716"/>
                <a:gd name="T10" fmla="*/ 248079362 w 733"/>
                <a:gd name="T11" fmla="*/ 694413737 h 716"/>
                <a:gd name="T12" fmla="*/ 219912583 w 733"/>
                <a:gd name="T13" fmla="*/ 646969075 h 716"/>
                <a:gd name="T14" fmla="*/ 210163184 w 733"/>
                <a:gd name="T15" fmla="*/ 637265193 h 716"/>
                <a:gd name="T16" fmla="*/ 210163184 w 733"/>
                <a:gd name="T17" fmla="*/ 599524413 h 716"/>
                <a:gd name="T18" fmla="*/ 190663346 w 733"/>
                <a:gd name="T19" fmla="*/ 504636128 h 716"/>
                <a:gd name="T20" fmla="*/ 162497608 w 733"/>
                <a:gd name="T21" fmla="*/ 447487584 h 716"/>
                <a:gd name="T22" fmla="*/ 75832356 w 733"/>
                <a:gd name="T23" fmla="*/ 333189458 h 716"/>
                <a:gd name="T24" fmla="*/ 18416340 w 733"/>
                <a:gd name="T25" fmla="*/ 294370815 h 716"/>
                <a:gd name="T26" fmla="*/ 18416340 w 733"/>
                <a:gd name="T27" fmla="*/ 294370815 h 716"/>
                <a:gd name="T28" fmla="*/ 0 w 733"/>
                <a:gd name="T29" fmla="*/ 266335994 h 716"/>
                <a:gd name="T30" fmla="*/ 0 w 733"/>
                <a:gd name="T31" fmla="*/ 238300134 h 716"/>
                <a:gd name="T32" fmla="*/ 18416340 w 733"/>
                <a:gd name="T33" fmla="*/ 152037868 h 716"/>
                <a:gd name="T34" fmla="*/ 28165739 w 733"/>
                <a:gd name="T35" fmla="*/ 94889324 h 716"/>
                <a:gd name="T36" fmla="*/ 57416016 w 733"/>
                <a:gd name="T37" fmla="*/ 47444662 h 716"/>
                <a:gd name="T38" fmla="*/ 105081592 w 733"/>
                <a:gd name="T39" fmla="*/ 28034821 h 716"/>
                <a:gd name="T40" fmla="*/ 190663346 w 733"/>
                <a:gd name="T41" fmla="*/ 9704920 h 716"/>
                <a:gd name="T42" fmla="*/ 277328599 w 733"/>
                <a:gd name="T43" fmla="*/ 0 h 716"/>
                <a:gd name="T44" fmla="*/ 391076091 w 733"/>
                <a:gd name="T45" fmla="*/ 28034821 h 716"/>
                <a:gd name="T46" fmla="*/ 563323098 w 733"/>
                <a:gd name="T47" fmla="*/ 104593206 h 716"/>
                <a:gd name="T48" fmla="*/ 649988350 w 733"/>
                <a:gd name="T49" fmla="*/ 152037868 h 716"/>
                <a:gd name="T50" fmla="*/ 716071307 w 733"/>
                <a:gd name="T51" fmla="*/ 218891332 h 716"/>
                <a:gd name="T52" fmla="*/ 764820381 w 733"/>
                <a:gd name="T53" fmla="*/ 276039876 h 716"/>
                <a:gd name="T54" fmla="*/ 792986120 w 733"/>
                <a:gd name="T55" fmla="*/ 342893340 h 716"/>
                <a:gd name="T56" fmla="*/ 792986120 w 733"/>
                <a:gd name="T57" fmla="*/ 390338002 h 716"/>
                <a:gd name="T58" fmla="*/ 783236721 w 733"/>
                <a:gd name="T59" fmla="*/ 437782664 h 716"/>
                <a:gd name="T60" fmla="*/ 783236721 w 733"/>
                <a:gd name="T61" fmla="*/ 542375869 h 716"/>
                <a:gd name="T62" fmla="*/ 773486282 w 733"/>
                <a:gd name="T63" fmla="*/ 599524413 h 716"/>
                <a:gd name="T64" fmla="*/ 764820381 w 733"/>
                <a:gd name="T65" fmla="*/ 646969075 h 716"/>
                <a:gd name="T66" fmla="*/ 716071307 w 733"/>
                <a:gd name="T67" fmla="*/ 694413737 h 716"/>
                <a:gd name="T68" fmla="*/ 668404690 w 733"/>
                <a:gd name="T69" fmla="*/ 723527460 h 716"/>
                <a:gd name="T70" fmla="*/ 610989715 w 733"/>
                <a:gd name="T71" fmla="*/ 732153479 h 7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33" h="716">
                  <a:moveTo>
                    <a:pt x="520" y="688"/>
                  </a:moveTo>
                  <a:lnTo>
                    <a:pt x="520" y="688"/>
                  </a:lnTo>
                  <a:lnTo>
                    <a:pt x="441" y="688"/>
                  </a:lnTo>
                  <a:lnTo>
                    <a:pt x="353" y="706"/>
                  </a:lnTo>
                  <a:lnTo>
                    <a:pt x="335" y="715"/>
                  </a:lnTo>
                  <a:lnTo>
                    <a:pt x="326" y="697"/>
                  </a:lnTo>
                  <a:lnTo>
                    <a:pt x="291" y="671"/>
                  </a:lnTo>
                  <a:lnTo>
                    <a:pt x="247" y="653"/>
                  </a:lnTo>
                  <a:lnTo>
                    <a:pt x="229" y="644"/>
                  </a:lnTo>
                  <a:lnTo>
                    <a:pt x="203" y="600"/>
                  </a:lnTo>
                  <a:lnTo>
                    <a:pt x="194" y="591"/>
                  </a:lnTo>
                  <a:lnTo>
                    <a:pt x="194" y="556"/>
                  </a:lnTo>
                  <a:lnTo>
                    <a:pt x="194" y="529"/>
                  </a:lnTo>
                  <a:lnTo>
                    <a:pt x="176" y="468"/>
                  </a:lnTo>
                  <a:lnTo>
                    <a:pt x="150" y="415"/>
                  </a:lnTo>
                  <a:lnTo>
                    <a:pt x="114" y="362"/>
                  </a:lnTo>
                  <a:lnTo>
                    <a:pt x="70" y="309"/>
                  </a:lnTo>
                  <a:lnTo>
                    <a:pt x="17" y="273"/>
                  </a:lnTo>
                  <a:lnTo>
                    <a:pt x="0" y="265"/>
                  </a:lnTo>
                  <a:lnTo>
                    <a:pt x="0" y="247"/>
                  </a:lnTo>
                  <a:lnTo>
                    <a:pt x="0" y="221"/>
                  </a:lnTo>
                  <a:lnTo>
                    <a:pt x="17" y="141"/>
                  </a:lnTo>
                  <a:lnTo>
                    <a:pt x="26" y="88"/>
                  </a:lnTo>
                  <a:lnTo>
                    <a:pt x="44" y="62"/>
                  </a:lnTo>
                  <a:lnTo>
                    <a:pt x="53" y="44"/>
                  </a:lnTo>
                  <a:lnTo>
                    <a:pt x="70" y="35"/>
                  </a:lnTo>
                  <a:lnTo>
                    <a:pt x="97" y="26"/>
                  </a:lnTo>
                  <a:lnTo>
                    <a:pt x="176" y="9"/>
                  </a:lnTo>
                  <a:lnTo>
                    <a:pt x="256" y="0"/>
                  </a:lnTo>
                  <a:lnTo>
                    <a:pt x="309" y="9"/>
                  </a:lnTo>
                  <a:lnTo>
                    <a:pt x="361" y="26"/>
                  </a:lnTo>
                  <a:lnTo>
                    <a:pt x="520" y="97"/>
                  </a:lnTo>
                  <a:lnTo>
                    <a:pt x="600" y="141"/>
                  </a:lnTo>
                  <a:lnTo>
                    <a:pt x="635" y="168"/>
                  </a:lnTo>
                  <a:lnTo>
                    <a:pt x="661" y="203"/>
                  </a:lnTo>
                  <a:lnTo>
                    <a:pt x="706" y="256"/>
                  </a:lnTo>
                  <a:lnTo>
                    <a:pt x="723" y="282"/>
                  </a:lnTo>
                  <a:lnTo>
                    <a:pt x="732" y="318"/>
                  </a:lnTo>
                  <a:lnTo>
                    <a:pt x="732" y="362"/>
                  </a:lnTo>
                  <a:lnTo>
                    <a:pt x="723" y="406"/>
                  </a:lnTo>
                  <a:lnTo>
                    <a:pt x="723" y="459"/>
                  </a:lnTo>
                  <a:lnTo>
                    <a:pt x="723" y="503"/>
                  </a:lnTo>
                  <a:lnTo>
                    <a:pt x="714" y="556"/>
                  </a:lnTo>
                  <a:lnTo>
                    <a:pt x="706" y="600"/>
                  </a:lnTo>
                  <a:lnTo>
                    <a:pt x="688" y="618"/>
                  </a:lnTo>
                  <a:lnTo>
                    <a:pt x="661" y="644"/>
                  </a:lnTo>
                  <a:lnTo>
                    <a:pt x="617" y="671"/>
                  </a:lnTo>
                  <a:lnTo>
                    <a:pt x="564" y="679"/>
                  </a:lnTo>
                  <a:lnTo>
                    <a:pt x="520" y="688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8"/>
            <p:cNvSpPr>
              <a:spLocks noChangeArrowheads="1"/>
            </p:cNvSpPr>
            <p:nvPr/>
          </p:nvSpPr>
          <p:spPr bwMode="auto">
            <a:xfrm>
              <a:off x="3146372" y="3271948"/>
              <a:ext cx="807802" cy="560352"/>
            </a:xfrm>
            <a:custGeom>
              <a:avLst/>
              <a:gdLst>
                <a:gd name="T0" fmla="*/ 362086590 w 777"/>
                <a:gd name="T1" fmla="*/ 581468642 h 539"/>
                <a:gd name="T2" fmla="*/ 362086590 w 777"/>
                <a:gd name="T3" fmla="*/ 581468642 h 539"/>
                <a:gd name="T4" fmla="*/ 229141302 w 777"/>
                <a:gd name="T5" fmla="*/ 581468642 h 539"/>
                <a:gd name="T6" fmla="*/ 229141302 w 777"/>
                <a:gd name="T7" fmla="*/ 581468642 h 539"/>
                <a:gd name="T8" fmla="*/ 134026516 w 777"/>
                <a:gd name="T9" fmla="*/ 571742012 h 539"/>
                <a:gd name="T10" fmla="*/ 134026516 w 777"/>
                <a:gd name="T11" fmla="*/ 571742012 h 539"/>
                <a:gd name="T12" fmla="*/ 76741190 w 777"/>
                <a:gd name="T13" fmla="*/ 562014343 h 539"/>
                <a:gd name="T14" fmla="*/ 38910689 w 777"/>
                <a:gd name="T15" fmla="*/ 533913574 h 539"/>
                <a:gd name="T16" fmla="*/ 9727932 w 777"/>
                <a:gd name="T17" fmla="*/ 486358506 h 539"/>
                <a:gd name="T18" fmla="*/ 0 w 777"/>
                <a:gd name="T19" fmla="*/ 438803438 h 539"/>
                <a:gd name="T20" fmla="*/ 0 w 777"/>
                <a:gd name="T21" fmla="*/ 438803438 h 539"/>
                <a:gd name="T22" fmla="*/ 0 w 777"/>
                <a:gd name="T23" fmla="*/ 371794072 h 539"/>
                <a:gd name="T24" fmla="*/ 0 w 777"/>
                <a:gd name="T25" fmla="*/ 295058076 h 539"/>
                <a:gd name="T26" fmla="*/ 0 w 777"/>
                <a:gd name="T27" fmla="*/ 295058076 h 539"/>
                <a:gd name="T28" fmla="*/ 9727932 w 777"/>
                <a:gd name="T29" fmla="*/ 219402239 h 539"/>
                <a:gd name="T30" fmla="*/ 9727932 w 777"/>
                <a:gd name="T31" fmla="*/ 219402239 h 539"/>
                <a:gd name="T32" fmla="*/ 19455864 w 777"/>
                <a:gd name="T33" fmla="*/ 180493642 h 539"/>
                <a:gd name="T34" fmla="*/ 29182757 w 777"/>
                <a:gd name="T35" fmla="*/ 152392872 h 539"/>
                <a:gd name="T36" fmla="*/ 57285326 w 777"/>
                <a:gd name="T37" fmla="*/ 132938574 h 539"/>
                <a:gd name="T38" fmla="*/ 86468083 w 777"/>
                <a:gd name="T39" fmla="*/ 114564434 h 539"/>
                <a:gd name="T40" fmla="*/ 86468083 w 777"/>
                <a:gd name="T41" fmla="*/ 114564434 h 539"/>
                <a:gd name="T42" fmla="*/ 238869235 w 777"/>
                <a:gd name="T43" fmla="*/ 57282737 h 539"/>
                <a:gd name="T44" fmla="*/ 315610425 w 777"/>
                <a:gd name="T45" fmla="*/ 37827399 h 539"/>
                <a:gd name="T46" fmla="*/ 399917091 w 777"/>
                <a:gd name="T47" fmla="*/ 18373100 h 539"/>
                <a:gd name="T48" fmla="*/ 399917091 w 777"/>
                <a:gd name="T49" fmla="*/ 18373100 h 539"/>
                <a:gd name="T50" fmla="*/ 533942567 w 777"/>
                <a:gd name="T51" fmla="*/ 0 h 539"/>
                <a:gd name="T52" fmla="*/ 533942567 w 777"/>
                <a:gd name="T53" fmla="*/ 0 h 539"/>
                <a:gd name="T54" fmla="*/ 581501000 w 777"/>
                <a:gd name="T55" fmla="*/ 0 h 539"/>
                <a:gd name="T56" fmla="*/ 629058393 w 777"/>
                <a:gd name="T57" fmla="*/ 18373100 h 539"/>
                <a:gd name="T58" fmla="*/ 629058393 w 777"/>
                <a:gd name="T59" fmla="*/ 18373100 h 539"/>
                <a:gd name="T60" fmla="*/ 704718356 w 777"/>
                <a:gd name="T61" fmla="*/ 67009366 h 539"/>
                <a:gd name="T62" fmla="*/ 781458506 w 777"/>
                <a:gd name="T63" fmla="*/ 114564434 h 539"/>
                <a:gd name="T64" fmla="*/ 781458506 w 777"/>
                <a:gd name="T65" fmla="*/ 114564434 h 539"/>
                <a:gd name="T66" fmla="*/ 809561075 w 777"/>
                <a:gd name="T67" fmla="*/ 142665203 h 539"/>
                <a:gd name="T68" fmla="*/ 829016939 w 777"/>
                <a:gd name="T69" fmla="*/ 180493642 h 539"/>
                <a:gd name="T70" fmla="*/ 838743832 w 777"/>
                <a:gd name="T71" fmla="*/ 219402239 h 539"/>
                <a:gd name="T72" fmla="*/ 838743832 w 777"/>
                <a:gd name="T73" fmla="*/ 266957307 h 539"/>
                <a:gd name="T74" fmla="*/ 838743832 w 777"/>
                <a:gd name="T75" fmla="*/ 266957307 h 539"/>
                <a:gd name="T76" fmla="*/ 838743832 w 777"/>
                <a:gd name="T77" fmla="*/ 381521741 h 539"/>
                <a:gd name="T78" fmla="*/ 838743832 w 777"/>
                <a:gd name="T79" fmla="*/ 381521741 h 539"/>
                <a:gd name="T80" fmla="*/ 838743832 w 777"/>
                <a:gd name="T81" fmla="*/ 419349140 h 539"/>
                <a:gd name="T82" fmla="*/ 838743832 w 777"/>
                <a:gd name="T83" fmla="*/ 419349140 h 539"/>
                <a:gd name="T84" fmla="*/ 838743832 w 777"/>
                <a:gd name="T85" fmla="*/ 438803438 h 539"/>
                <a:gd name="T86" fmla="*/ 819289007 w 777"/>
                <a:gd name="T87" fmla="*/ 457177578 h 539"/>
                <a:gd name="T88" fmla="*/ 819289007 w 777"/>
                <a:gd name="T89" fmla="*/ 457177578 h 539"/>
                <a:gd name="T90" fmla="*/ 762003681 w 777"/>
                <a:gd name="T91" fmla="*/ 524186944 h 539"/>
                <a:gd name="T92" fmla="*/ 762003681 w 777"/>
                <a:gd name="T93" fmla="*/ 524186944 h 539"/>
                <a:gd name="T94" fmla="*/ 714446288 w 777"/>
                <a:gd name="T95" fmla="*/ 553367872 h 539"/>
                <a:gd name="T96" fmla="*/ 657159923 w 777"/>
                <a:gd name="T97" fmla="*/ 571742012 h 539"/>
                <a:gd name="T98" fmla="*/ 657159923 w 777"/>
                <a:gd name="T99" fmla="*/ 571742012 h 539"/>
                <a:gd name="T100" fmla="*/ 552317203 w 777"/>
                <a:gd name="T101" fmla="*/ 581468642 h 539"/>
                <a:gd name="T102" fmla="*/ 552317203 w 777"/>
                <a:gd name="T103" fmla="*/ 581468642 h 539"/>
                <a:gd name="T104" fmla="*/ 362086590 w 777"/>
                <a:gd name="T105" fmla="*/ 581468642 h 53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777" h="539">
                  <a:moveTo>
                    <a:pt x="335" y="538"/>
                  </a:moveTo>
                  <a:lnTo>
                    <a:pt x="335" y="538"/>
                  </a:lnTo>
                  <a:lnTo>
                    <a:pt x="212" y="538"/>
                  </a:lnTo>
                  <a:lnTo>
                    <a:pt x="124" y="529"/>
                  </a:lnTo>
                  <a:lnTo>
                    <a:pt x="71" y="520"/>
                  </a:lnTo>
                  <a:lnTo>
                    <a:pt x="36" y="494"/>
                  </a:lnTo>
                  <a:lnTo>
                    <a:pt x="9" y="450"/>
                  </a:lnTo>
                  <a:lnTo>
                    <a:pt x="0" y="406"/>
                  </a:lnTo>
                  <a:lnTo>
                    <a:pt x="0" y="344"/>
                  </a:lnTo>
                  <a:lnTo>
                    <a:pt x="0" y="273"/>
                  </a:lnTo>
                  <a:lnTo>
                    <a:pt x="9" y="203"/>
                  </a:lnTo>
                  <a:lnTo>
                    <a:pt x="18" y="167"/>
                  </a:lnTo>
                  <a:lnTo>
                    <a:pt x="27" y="141"/>
                  </a:lnTo>
                  <a:lnTo>
                    <a:pt x="53" y="123"/>
                  </a:lnTo>
                  <a:lnTo>
                    <a:pt x="80" y="106"/>
                  </a:lnTo>
                  <a:lnTo>
                    <a:pt x="221" y="53"/>
                  </a:lnTo>
                  <a:lnTo>
                    <a:pt x="292" y="35"/>
                  </a:lnTo>
                  <a:lnTo>
                    <a:pt x="370" y="17"/>
                  </a:lnTo>
                  <a:lnTo>
                    <a:pt x="494" y="0"/>
                  </a:lnTo>
                  <a:lnTo>
                    <a:pt x="538" y="0"/>
                  </a:lnTo>
                  <a:lnTo>
                    <a:pt x="582" y="17"/>
                  </a:lnTo>
                  <a:lnTo>
                    <a:pt x="652" y="62"/>
                  </a:lnTo>
                  <a:lnTo>
                    <a:pt x="723" y="106"/>
                  </a:lnTo>
                  <a:lnTo>
                    <a:pt x="749" y="132"/>
                  </a:lnTo>
                  <a:lnTo>
                    <a:pt x="767" y="167"/>
                  </a:lnTo>
                  <a:lnTo>
                    <a:pt x="776" y="203"/>
                  </a:lnTo>
                  <a:lnTo>
                    <a:pt x="776" y="247"/>
                  </a:lnTo>
                  <a:lnTo>
                    <a:pt x="776" y="353"/>
                  </a:lnTo>
                  <a:lnTo>
                    <a:pt x="776" y="388"/>
                  </a:lnTo>
                  <a:lnTo>
                    <a:pt x="776" y="406"/>
                  </a:lnTo>
                  <a:lnTo>
                    <a:pt x="758" y="423"/>
                  </a:lnTo>
                  <a:lnTo>
                    <a:pt x="705" y="485"/>
                  </a:lnTo>
                  <a:lnTo>
                    <a:pt x="661" y="512"/>
                  </a:lnTo>
                  <a:lnTo>
                    <a:pt x="608" y="529"/>
                  </a:lnTo>
                  <a:lnTo>
                    <a:pt x="511" y="538"/>
                  </a:lnTo>
                  <a:lnTo>
                    <a:pt x="335" y="538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 noChangeArrowheads="1"/>
            </p:cNvSpPr>
            <p:nvPr/>
          </p:nvSpPr>
          <p:spPr bwMode="auto">
            <a:xfrm>
              <a:off x="4413869" y="3263458"/>
              <a:ext cx="789609" cy="532456"/>
            </a:xfrm>
            <a:custGeom>
              <a:avLst/>
              <a:gdLst>
                <a:gd name="T0" fmla="*/ 533241659 w 760"/>
                <a:gd name="T1" fmla="*/ 551572520 h 513"/>
                <a:gd name="T2" fmla="*/ 533241659 w 760"/>
                <a:gd name="T3" fmla="*/ 551572520 h 513"/>
                <a:gd name="T4" fmla="*/ 428536389 w 760"/>
                <a:gd name="T5" fmla="*/ 541877254 h 513"/>
                <a:gd name="T6" fmla="*/ 428536389 w 760"/>
                <a:gd name="T7" fmla="*/ 541877254 h 513"/>
                <a:gd name="T8" fmla="*/ 295765713 w 760"/>
                <a:gd name="T9" fmla="*/ 551572520 h 513"/>
                <a:gd name="T10" fmla="*/ 295765713 w 760"/>
                <a:gd name="T11" fmla="*/ 551572520 h 513"/>
                <a:gd name="T12" fmla="*/ 219125848 w 760"/>
                <a:gd name="T13" fmla="*/ 541877254 h 513"/>
                <a:gd name="T14" fmla="*/ 181345135 w 760"/>
                <a:gd name="T15" fmla="*/ 532180950 h 513"/>
                <a:gd name="T16" fmla="*/ 142485983 w 760"/>
                <a:gd name="T17" fmla="*/ 512790417 h 513"/>
                <a:gd name="T18" fmla="*/ 142485983 w 760"/>
                <a:gd name="T19" fmla="*/ 512790417 h 513"/>
                <a:gd name="T20" fmla="*/ 114420578 w 760"/>
                <a:gd name="T21" fmla="*/ 494476215 h 513"/>
                <a:gd name="T22" fmla="*/ 85275694 w 760"/>
                <a:gd name="T23" fmla="*/ 465389378 h 513"/>
                <a:gd name="T24" fmla="*/ 85275694 w 760"/>
                <a:gd name="T25" fmla="*/ 465389378 h 513"/>
                <a:gd name="T26" fmla="*/ 37780713 w 760"/>
                <a:gd name="T27" fmla="*/ 380283604 h 513"/>
                <a:gd name="T28" fmla="*/ 37780713 w 760"/>
                <a:gd name="T29" fmla="*/ 380283604 h 513"/>
                <a:gd name="T30" fmla="*/ 9715308 w 760"/>
                <a:gd name="T31" fmla="*/ 332882565 h 513"/>
                <a:gd name="T32" fmla="*/ 9715308 w 760"/>
                <a:gd name="T33" fmla="*/ 332882565 h 513"/>
                <a:gd name="T34" fmla="*/ 0 w 760"/>
                <a:gd name="T35" fmla="*/ 294100463 h 513"/>
                <a:gd name="T36" fmla="*/ 0 w 760"/>
                <a:gd name="T37" fmla="*/ 266090994 h 513"/>
                <a:gd name="T38" fmla="*/ 0 w 760"/>
                <a:gd name="T39" fmla="*/ 228385221 h 513"/>
                <a:gd name="T40" fmla="*/ 9715308 w 760"/>
                <a:gd name="T41" fmla="*/ 189603119 h 513"/>
                <a:gd name="T42" fmla="*/ 9715308 w 760"/>
                <a:gd name="T43" fmla="*/ 189603119 h 513"/>
                <a:gd name="T44" fmla="*/ 66924558 w 760"/>
                <a:gd name="T45" fmla="*/ 114192610 h 513"/>
                <a:gd name="T46" fmla="*/ 66924558 w 760"/>
                <a:gd name="T47" fmla="*/ 114192610 h 513"/>
                <a:gd name="T48" fmla="*/ 85275694 w 760"/>
                <a:gd name="T49" fmla="*/ 94801040 h 513"/>
                <a:gd name="T50" fmla="*/ 114420578 w 760"/>
                <a:gd name="T51" fmla="*/ 85105774 h 513"/>
                <a:gd name="T52" fmla="*/ 114420578 w 760"/>
                <a:gd name="T53" fmla="*/ 85105774 h 513"/>
                <a:gd name="T54" fmla="*/ 248270732 w 760"/>
                <a:gd name="T55" fmla="*/ 37704735 h 513"/>
                <a:gd name="T56" fmla="*/ 248270732 w 760"/>
                <a:gd name="T57" fmla="*/ 37704735 h 513"/>
                <a:gd name="T58" fmla="*/ 323831118 w 760"/>
                <a:gd name="T59" fmla="*/ 19391570 h 513"/>
                <a:gd name="T60" fmla="*/ 410185252 w 760"/>
                <a:gd name="T61" fmla="*/ 0 h 513"/>
                <a:gd name="T62" fmla="*/ 410185252 w 760"/>
                <a:gd name="T63" fmla="*/ 0 h 513"/>
                <a:gd name="T64" fmla="*/ 485746678 w 760"/>
                <a:gd name="T65" fmla="*/ 0 h 513"/>
                <a:gd name="T66" fmla="*/ 572100811 w 760"/>
                <a:gd name="T67" fmla="*/ 9695266 h 513"/>
                <a:gd name="T68" fmla="*/ 572100811 w 760"/>
                <a:gd name="T69" fmla="*/ 9695266 h 513"/>
                <a:gd name="T70" fmla="*/ 600166217 w 760"/>
                <a:gd name="T71" fmla="*/ 19391570 h 513"/>
                <a:gd name="T72" fmla="*/ 628231622 w 760"/>
                <a:gd name="T73" fmla="*/ 37704735 h 513"/>
                <a:gd name="T74" fmla="*/ 628231622 w 760"/>
                <a:gd name="T75" fmla="*/ 37704735 h 513"/>
                <a:gd name="T76" fmla="*/ 704871487 w 760"/>
                <a:gd name="T77" fmla="*/ 85105774 h 513"/>
                <a:gd name="T78" fmla="*/ 704871487 w 760"/>
                <a:gd name="T79" fmla="*/ 85105774 h 513"/>
                <a:gd name="T80" fmla="*/ 752367507 w 760"/>
                <a:gd name="T81" fmla="*/ 132506813 h 513"/>
                <a:gd name="T82" fmla="*/ 781511352 w 760"/>
                <a:gd name="T83" fmla="*/ 171288916 h 513"/>
                <a:gd name="T84" fmla="*/ 781511352 w 760"/>
                <a:gd name="T85" fmla="*/ 171288916 h 513"/>
                <a:gd name="T86" fmla="*/ 799862488 w 760"/>
                <a:gd name="T87" fmla="*/ 218689955 h 513"/>
                <a:gd name="T88" fmla="*/ 809576757 w 760"/>
                <a:gd name="T89" fmla="*/ 256394690 h 513"/>
                <a:gd name="T90" fmla="*/ 809576757 w 760"/>
                <a:gd name="T91" fmla="*/ 256394690 h 513"/>
                <a:gd name="T92" fmla="*/ 819292065 w 760"/>
                <a:gd name="T93" fmla="*/ 323187299 h 513"/>
                <a:gd name="T94" fmla="*/ 799862488 w 760"/>
                <a:gd name="T95" fmla="*/ 389978870 h 513"/>
                <a:gd name="T96" fmla="*/ 799862488 w 760"/>
                <a:gd name="T97" fmla="*/ 389978870 h 513"/>
                <a:gd name="T98" fmla="*/ 771797083 w 760"/>
                <a:gd name="T99" fmla="*/ 437379909 h 513"/>
                <a:gd name="T100" fmla="*/ 734016371 w 760"/>
                <a:gd name="T101" fmla="*/ 484780948 h 513"/>
                <a:gd name="T102" fmla="*/ 734016371 w 760"/>
                <a:gd name="T103" fmla="*/ 484780948 h 513"/>
                <a:gd name="T104" fmla="*/ 676806082 w 760"/>
                <a:gd name="T105" fmla="*/ 522485684 h 513"/>
                <a:gd name="T106" fmla="*/ 609881524 w 760"/>
                <a:gd name="T107" fmla="*/ 541877254 h 513"/>
                <a:gd name="T108" fmla="*/ 609881524 w 760"/>
                <a:gd name="T109" fmla="*/ 541877254 h 513"/>
                <a:gd name="T110" fmla="*/ 533241659 w 760"/>
                <a:gd name="T111" fmla="*/ 551572520 h 513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760" h="513">
                  <a:moveTo>
                    <a:pt x="494" y="512"/>
                  </a:moveTo>
                  <a:lnTo>
                    <a:pt x="494" y="512"/>
                  </a:lnTo>
                  <a:lnTo>
                    <a:pt x="397" y="503"/>
                  </a:lnTo>
                  <a:lnTo>
                    <a:pt x="274" y="512"/>
                  </a:lnTo>
                  <a:lnTo>
                    <a:pt x="203" y="503"/>
                  </a:lnTo>
                  <a:lnTo>
                    <a:pt x="168" y="494"/>
                  </a:lnTo>
                  <a:lnTo>
                    <a:pt x="132" y="476"/>
                  </a:lnTo>
                  <a:lnTo>
                    <a:pt x="106" y="459"/>
                  </a:lnTo>
                  <a:lnTo>
                    <a:pt x="79" y="432"/>
                  </a:lnTo>
                  <a:lnTo>
                    <a:pt x="35" y="353"/>
                  </a:lnTo>
                  <a:lnTo>
                    <a:pt x="9" y="309"/>
                  </a:lnTo>
                  <a:lnTo>
                    <a:pt x="0" y="273"/>
                  </a:lnTo>
                  <a:lnTo>
                    <a:pt x="0" y="247"/>
                  </a:lnTo>
                  <a:lnTo>
                    <a:pt x="0" y="212"/>
                  </a:lnTo>
                  <a:lnTo>
                    <a:pt x="9" y="176"/>
                  </a:lnTo>
                  <a:lnTo>
                    <a:pt x="62" y="106"/>
                  </a:lnTo>
                  <a:lnTo>
                    <a:pt x="79" y="88"/>
                  </a:lnTo>
                  <a:lnTo>
                    <a:pt x="106" y="79"/>
                  </a:lnTo>
                  <a:lnTo>
                    <a:pt x="230" y="35"/>
                  </a:lnTo>
                  <a:lnTo>
                    <a:pt x="300" y="18"/>
                  </a:lnTo>
                  <a:lnTo>
                    <a:pt x="380" y="0"/>
                  </a:lnTo>
                  <a:lnTo>
                    <a:pt x="450" y="0"/>
                  </a:lnTo>
                  <a:lnTo>
                    <a:pt x="530" y="9"/>
                  </a:lnTo>
                  <a:lnTo>
                    <a:pt x="556" y="18"/>
                  </a:lnTo>
                  <a:lnTo>
                    <a:pt x="582" y="35"/>
                  </a:lnTo>
                  <a:lnTo>
                    <a:pt x="653" y="79"/>
                  </a:lnTo>
                  <a:lnTo>
                    <a:pt x="697" y="123"/>
                  </a:lnTo>
                  <a:lnTo>
                    <a:pt x="724" y="159"/>
                  </a:lnTo>
                  <a:lnTo>
                    <a:pt x="741" y="203"/>
                  </a:lnTo>
                  <a:lnTo>
                    <a:pt x="750" y="238"/>
                  </a:lnTo>
                  <a:lnTo>
                    <a:pt x="759" y="300"/>
                  </a:lnTo>
                  <a:lnTo>
                    <a:pt x="741" y="362"/>
                  </a:lnTo>
                  <a:lnTo>
                    <a:pt x="715" y="406"/>
                  </a:lnTo>
                  <a:lnTo>
                    <a:pt x="680" y="450"/>
                  </a:lnTo>
                  <a:lnTo>
                    <a:pt x="627" y="485"/>
                  </a:lnTo>
                  <a:lnTo>
                    <a:pt x="565" y="503"/>
                  </a:lnTo>
                  <a:lnTo>
                    <a:pt x="494" y="512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 noChangeArrowheads="1"/>
            </p:cNvSpPr>
            <p:nvPr/>
          </p:nvSpPr>
          <p:spPr bwMode="auto">
            <a:xfrm>
              <a:off x="3945683" y="3180982"/>
              <a:ext cx="669530" cy="623422"/>
            </a:xfrm>
            <a:custGeom>
              <a:avLst/>
              <a:gdLst>
                <a:gd name="T0" fmla="*/ 693915424 w 645"/>
                <a:gd name="T1" fmla="*/ 65636690 h 601"/>
                <a:gd name="T2" fmla="*/ 693915424 w 645"/>
                <a:gd name="T3" fmla="*/ 65636690 h 601"/>
                <a:gd name="T4" fmla="*/ 608792730 w 645"/>
                <a:gd name="T5" fmla="*/ 94688570 h 601"/>
                <a:gd name="T6" fmla="*/ 608792730 w 645"/>
                <a:gd name="T7" fmla="*/ 94688570 h 601"/>
                <a:gd name="T8" fmla="*/ 561381701 w 645"/>
                <a:gd name="T9" fmla="*/ 112980456 h 601"/>
                <a:gd name="T10" fmla="*/ 513971711 w 645"/>
                <a:gd name="T11" fmla="*/ 142033373 h 601"/>
                <a:gd name="T12" fmla="*/ 513971711 w 645"/>
                <a:gd name="T13" fmla="*/ 142033373 h 601"/>
                <a:gd name="T14" fmla="*/ 465483207 w 645"/>
                <a:gd name="T15" fmla="*/ 199061445 h 601"/>
                <a:gd name="T16" fmla="*/ 465483207 w 645"/>
                <a:gd name="T17" fmla="*/ 199061445 h 601"/>
                <a:gd name="T18" fmla="*/ 437468826 w 645"/>
                <a:gd name="T19" fmla="*/ 256089517 h 601"/>
                <a:gd name="T20" fmla="*/ 418073217 w 645"/>
                <a:gd name="T21" fmla="*/ 322801895 h 601"/>
                <a:gd name="T22" fmla="*/ 418073217 w 645"/>
                <a:gd name="T23" fmla="*/ 322801895 h 601"/>
                <a:gd name="T24" fmla="*/ 418073217 w 645"/>
                <a:gd name="T25" fmla="*/ 388438585 h 601"/>
                <a:gd name="T26" fmla="*/ 427770502 w 645"/>
                <a:gd name="T27" fmla="*/ 417490465 h 601"/>
                <a:gd name="T28" fmla="*/ 447166112 w 645"/>
                <a:gd name="T29" fmla="*/ 455150963 h 601"/>
                <a:gd name="T30" fmla="*/ 447166112 w 645"/>
                <a:gd name="T31" fmla="*/ 455150963 h 601"/>
                <a:gd name="T32" fmla="*/ 522591521 w 645"/>
                <a:gd name="T33" fmla="*/ 588575718 h 601"/>
                <a:gd name="T34" fmla="*/ 522591521 w 645"/>
                <a:gd name="T35" fmla="*/ 588575718 h 601"/>
                <a:gd name="T36" fmla="*/ 551684416 w 645"/>
                <a:gd name="T37" fmla="*/ 635920522 h 601"/>
                <a:gd name="T38" fmla="*/ 551684416 w 645"/>
                <a:gd name="T39" fmla="*/ 635920522 h 601"/>
                <a:gd name="T40" fmla="*/ 513971711 w 645"/>
                <a:gd name="T41" fmla="*/ 635920522 h 601"/>
                <a:gd name="T42" fmla="*/ 513971711 w 645"/>
                <a:gd name="T43" fmla="*/ 635920522 h 601"/>
                <a:gd name="T44" fmla="*/ 246749313 w 645"/>
                <a:gd name="T45" fmla="*/ 635920522 h 601"/>
                <a:gd name="T46" fmla="*/ 246749313 w 645"/>
                <a:gd name="T47" fmla="*/ 635920522 h 601"/>
                <a:gd name="T48" fmla="*/ 199339323 w 645"/>
                <a:gd name="T49" fmla="*/ 645604828 h 601"/>
                <a:gd name="T50" fmla="*/ 199339323 w 645"/>
                <a:gd name="T51" fmla="*/ 645604828 h 601"/>
                <a:gd name="T52" fmla="*/ 161626618 w 645"/>
                <a:gd name="T53" fmla="*/ 635920522 h 601"/>
                <a:gd name="T54" fmla="*/ 123913914 w 645"/>
                <a:gd name="T55" fmla="*/ 626236216 h 601"/>
                <a:gd name="T56" fmla="*/ 94821018 w 645"/>
                <a:gd name="T57" fmla="*/ 606868642 h 601"/>
                <a:gd name="T58" fmla="*/ 66805600 w 645"/>
                <a:gd name="T59" fmla="*/ 578892450 h 601"/>
                <a:gd name="T60" fmla="*/ 66805600 w 645"/>
                <a:gd name="T61" fmla="*/ 578892450 h 601"/>
                <a:gd name="T62" fmla="*/ 66805600 w 645"/>
                <a:gd name="T63" fmla="*/ 569208144 h 601"/>
                <a:gd name="T64" fmla="*/ 66805600 w 645"/>
                <a:gd name="T65" fmla="*/ 569208144 h 601"/>
                <a:gd name="T66" fmla="*/ 76502885 w 645"/>
                <a:gd name="T67" fmla="*/ 521863341 h 601"/>
                <a:gd name="T68" fmla="*/ 76502885 w 645"/>
                <a:gd name="T69" fmla="*/ 464835269 h 601"/>
                <a:gd name="T70" fmla="*/ 76502885 w 645"/>
                <a:gd name="T71" fmla="*/ 464835269 h 601"/>
                <a:gd name="T72" fmla="*/ 76502885 w 645"/>
                <a:gd name="T73" fmla="*/ 360462393 h 601"/>
                <a:gd name="T74" fmla="*/ 76502885 w 645"/>
                <a:gd name="T75" fmla="*/ 360462393 h 601"/>
                <a:gd name="T76" fmla="*/ 76502885 w 645"/>
                <a:gd name="T77" fmla="*/ 303434321 h 601"/>
                <a:gd name="T78" fmla="*/ 66805600 w 645"/>
                <a:gd name="T79" fmla="*/ 256089517 h 601"/>
                <a:gd name="T80" fmla="*/ 47409990 w 645"/>
                <a:gd name="T81" fmla="*/ 208745751 h 601"/>
                <a:gd name="T82" fmla="*/ 9697286 w 645"/>
                <a:gd name="T83" fmla="*/ 170009565 h 601"/>
                <a:gd name="T84" fmla="*/ 9697286 w 645"/>
                <a:gd name="T85" fmla="*/ 170009565 h 601"/>
                <a:gd name="T86" fmla="*/ 0 w 645"/>
                <a:gd name="T87" fmla="*/ 161400948 h 601"/>
                <a:gd name="T88" fmla="*/ 9697286 w 645"/>
                <a:gd name="T89" fmla="*/ 151716642 h 601"/>
                <a:gd name="T90" fmla="*/ 9697286 w 645"/>
                <a:gd name="T91" fmla="*/ 151716642 h 601"/>
                <a:gd name="T92" fmla="*/ 37712705 w 645"/>
                <a:gd name="T93" fmla="*/ 112980456 h 601"/>
                <a:gd name="T94" fmla="*/ 37712705 w 645"/>
                <a:gd name="T95" fmla="*/ 112980456 h 601"/>
                <a:gd name="T96" fmla="*/ 114215590 w 645"/>
                <a:gd name="T97" fmla="*/ 37660498 h 601"/>
                <a:gd name="T98" fmla="*/ 114215590 w 645"/>
                <a:gd name="T99" fmla="*/ 37660498 h 601"/>
                <a:gd name="T100" fmla="*/ 151928294 w 645"/>
                <a:gd name="T101" fmla="*/ 8607580 h 601"/>
                <a:gd name="T102" fmla="*/ 199339323 w 645"/>
                <a:gd name="T103" fmla="*/ 0 h 601"/>
                <a:gd name="T104" fmla="*/ 199339323 w 645"/>
                <a:gd name="T105" fmla="*/ 0 h 601"/>
                <a:gd name="T106" fmla="*/ 303857627 w 645"/>
                <a:gd name="T107" fmla="*/ 8607580 h 601"/>
                <a:gd name="T108" fmla="*/ 303857627 w 645"/>
                <a:gd name="T109" fmla="*/ 8607580 h 601"/>
                <a:gd name="T110" fmla="*/ 390057798 w 645"/>
                <a:gd name="T111" fmla="*/ 8607580 h 601"/>
                <a:gd name="T112" fmla="*/ 390057798 w 645"/>
                <a:gd name="T113" fmla="*/ 8607580 h 601"/>
                <a:gd name="T114" fmla="*/ 494576102 w 645"/>
                <a:gd name="T115" fmla="*/ 18291886 h 601"/>
                <a:gd name="T116" fmla="*/ 608792730 w 645"/>
                <a:gd name="T117" fmla="*/ 37660498 h 601"/>
                <a:gd name="T118" fmla="*/ 608792730 w 645"/>
                <a:gd name="T119" fmla="*/ 37660498 h 601"/>
                <a:gd name="T120" fmla="*/ 675597291 w 645"/>
                <a:gd name="T121" fmla="*/ 65636690 h 601"/>
                <a:gd name="T122" fmla="*/ 675597291 w 645"/>
                <a:gd name="T123" fmla="*/ 65636690 h 601"/>
                <a:gd name="T124" fmla="*/ 693915424 w 645"/>
                <a:gd name="T125" fmla="*/ 65636690 h 60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645" h="601">
                  <a:moveTo>
                    <a:pt x="644" y="61"/>
                  </a:moveTo>
                  <a:lnTo>
                    <a:pt x="644" y="61"/>
                  </a:lnTo>
                  <a:lnTo>
                    <a:pt x="565" y="88"/>
                  </a:lnTo>
                  <a:lnTo>
                    <a:pt x="521" y="105"/>
                  </a:lnTo>
                  <a:lnTo>
                    <a:pt x="477" y="132"/>
                  </a:lnTo>
                  <a:lnTo>
                    <a:pt x="432" y="185"/>
                  </a:lnTo>
                  <a:lnTo>
                    <a:pt x="406" y="238"/>
                  </a:lnTo>
                  <a:lnTo>
                    <a:pt x="388" y="300"/>
                  </a:lnTo>
                  <a:lnTo>
                    <a:pt x="388" y="361"/>
                  </a:lnTo>
                  <a:lnTo>
                    <a:pt x="397" y="388"/>
                  </a:lnTo>
                  <a:lnTo>
                    <a:pt x="415" y="423"/>
                  </a:lnTo>
                  <a:lnTo>
                    <a:pt x="485" y="547"/>
                  </a:lnTo>
                  <a:lnTo>
                    <a:pt x="512" y="591"/>
                  </a:lnTo>
                  <a:lnTo>
                    <a:pt x="477" y="591"/>
                  </a:lnTo>
                  <a:lnTo>
                    <a:pt x="229" y="591"/>
                  </a:lnTo>
                  <a:lnTo>
                    <a:pt x="185" y="600"/>
                  </a:lnTo>
                  <a:lnTo>
                    <a:pt x="150" y="591"/>
                  </a:lnTo>
                  <a:lnTo>
                    <a:pt x="115" y="582"/>
                  </a:lnTo>
                  <a:lnTo>
                    <a:pt x="88" y="564"/>
                  </a:lnTo>
                  <a:lnTo>
                    <a:pt x="62" y="538"/>
                  </a:lnTo>
                  <a:lnTo>
                    <a:pt x="62" y="529"/>
                  </a:lnTo>
                  <a:lnTo>
                    <a:pt x="71" y="485"/>
                  </a:lnTo>
                  <a:lnTo>
                    <a:pt x="71" y="432"/>
                  </a:lnTo>
                  <a:lnTo>
                    <a:pt x="71" y="335"/>
                  </a:lnTo>
                  <a:lnTo>
                    <a:pt x="71" y="282"/>
                  </a:lnTo>
                  <a:lnTo>
                    <a:pt x="62" y="238"/>
                  </a:lnTo>
                  <a:lnTo>
                    <a:pt x="44" y="194"/>
                  </a:lnTo>
                  <a:lnTo>
                    <a:pt x="9" y="158"/>
                  </a:lnTo>
                  <a:lnTo>
                    <a:pt x="0" y="150"/>
                  </a:lnTo>
                  <a:lnTo>
                    <a:pt x="9" y="141"/>
                  </a:lnTo>
                  <a:lnTo>
                    <a:pt x="35" y="105"/>
                  </a:lnTo>
                  <a:lnTo>
                    <a:pt x="106" y="35"/>
                  </a:lnTo>
                  <a:lnTo>
                    <a:pt x="141" y="8"/>
                  </a:lnTo>
                  <a:lnTo>
                    <a:pt x="185" y="0"/>
                  </a:lnTo>
                  <a:lnTo>
                    <a:pt x="282" y="8"/>
                  </a:lnTo>
                  <a:lnTo>
                    <a:pt x="362" y="8"/>
                  </a:lnTo>
                  <a:lnTo>
                    <a:pt x="459" y="17"/>
                  </a:lnTo>
                  <a:lnTo>
                    <a:pt x="565" y="35"/>
                  </a:lnTo>
                  <a:lnTo>
                    <a:pt x="627" y="61"/>
                  </a:lnTo>
                  <a:lnTo>
                    <a:pt x="644" y="61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ChangeArrowheads="1"/>
            </p:cNvSpPr>
            <p:nvPr/>
          </p:nvSpPr>
          <p:spPr bwMode="auto">
            <a:xfrm>
              <a:off x="3710378" y="2731002"/>
              <a:ext cx="753221" cy="568843"/>
            </a:xfrm>
            <a:custGeom>
              <a:avLst/>
              <a:gdLst>
                <a:gd name="T0" fmla="*/ 181333021 w 725"/>
                <a:gd name="T1" fmla="*/ 589401277 h 548"/>
                <a:gd name="T2" fmla="*/ 181333021 w 725"/>
                <a:gd name="T3" fmla="*/ 589401277 h 548"/>
                <a:gd name="T4" fmla="*/ 96063209 w 725"/>
                <a:gd name="T5" fmla="*/ 532292761 h 548"/>
                <a:gd name="T6" fmla="*/ 48571846 w 725"/>
                <a:gd name="T7" fmla="*/ 513975601 h 548"/>
                <a:gd name="T8" fmla="*/ 0 w 725"/>
                <a:gd name="T9" fmla="*/ 494579924 h 548"/>
                <a:gd name="T10" fmla="*/ 0 w 725"/>
                <a:gd name="T11" fmla="*/ 494579924 h 548"/>
                <a:gd name="T12" fmla="*/ 9713954 w 725"/>
                <a:gd name="T13" fmla="*/ 456867086 h 548"/>
                <a:gd name="T14" fmla="*/ 9713954 w 725"/>
                <a:gd name="T15" fmla="*/ 456867086 h 548"/>
                <a:gd name="T16" fmla="*/ 19428946 w 725"/>
                <a:gd name="T17" fmla="*/ 390061250 h 548"/>
                <a:gd name="T18" fmla="*/ 19428946 w 725"/>
                <a:gd name="T19" fmla="*/ 390061250 h 548"/>
                <a:gd name="T20" fmla="*/ 19428946 w 725"/>
                <a:gd name="T21" fmla="*/ 380362893 h 548"/>
                <a:gd name="T22" fmla="*/ 19428946 w 725"/>
                <a:gd name="T23" fmla="*/ 380362893 h 548"/>
                <a:gd name="T24" fmla="*/ 66920309 w 725"/>
                <a:gd name="T25" fmla="*/ 323254377 h 548"/>
                <a:gd name="T26" fmla="*/ 66920309 w 725"/>
                <a:gd name="T27" fmla="*/ 323254377 h 548"/>
                <a:gd name="T28" fmla="*/ 86349255 w 725"/>
                <a:gd name="T29" fmla="*/ 275844220 h 548"/>
                <a:gd name="T30" fmla="*/ 86349255 w 725"/>
                <a:gd name="T31" fmla="*/ 275844220 h 548"/>
                <a:gd name="T32" fmla="*/ 96063209 w 725"/>
                <a:gd name="T33" fmla="*/ 247828702 h 548"/>
                <a:gd name="T34" fmla="*/ 96063209 w 725"/>
                <a:gd name="T35" fmla="*/ 247828702 h 548"/>
                <a:gd name="T36" fmla="*/ 105778202 w 725"/>
                <a:gd name="T37" fmla="*/ 209038384 h 548"/>
                <a:gd name="T38" fmla="*/ 133841658 w 725"/>
                <a:gd name="T39" fmla="*/ 181022866 h 548"/>
                <a:gd name="T40" fmla="*/ 133841658 w 725"/>
                <a:gd name="T41" fmla="*/ 181022866 h 548"/>
                <a:gd name="T42" fmla="*/ 200761967 w 725"/>
                <a:gd name="T43" fmla="*/ 104518673 h 548"/>
                <a:gd name="T44" fmla="*/ 238540416 w 725"/>
                <a:gd name="T45" fmla="*/ 76503155 h 548"/>
                <a:gd name="T46" fmla="*/ 276317825 w 725"/>
                <a:gd name="T47" fmla="*/ 47411196 h 548"/>
                <a:gd name="T48" fmla="*/ 276317825 w 725"/>
                <a:gd name="T49" fmla="*/ 47411196 h 548"/>
                <a:gd name="T50" fmla="*/ 333524181 w 725"/>
                <a:gd name="T51" fmla="*/ 29092998 h 548"/>
                <a:gd name="T52" fmla="*/ 390730537 w 725"/>
                <a:gd name="T53" fmla="*/ 9697320 h 548"/>
                <a:gd name="T54" fmla="*/ 390730537 w 725"/>
                <a:gd name="T55" fmla="*/ 9697320 h 548"/>
                <a:gd name="T56" fmla="*/ 457650846 w 725"/>
                <a:gd name="T57" fmla="*/ 0 h 548"/>
                <a:gd name="T58" fmla="*/ 514857202 w 725"/>
                <a:gd name="T59" fmla="*/ 19395678 h 548"/>
                <a:gd name="T60" fmla="*/ 514857202 w 725"/>
                <a:gd name="T61" fmla="*/ 19395678 h 548"/>
                <a:gd name="T62" fmla="*/ 572064596 w 725"/>
                <a:gd name="T63" fmla="*/ 57108515 h 548"/>
                <a:gd name="T64" fmla="*/ 629270952 w 725"/>
                <a:gd name="T65" fmla="*/ 94821353 h 548"/>
                <a:gd name="T66" fmla="*/ 629270952 w 725"/>
                <a:gd name="T67" fmla="*/ 94821353 h 548"/>
                <a:gd name="T68" fmla="*/ 667048362 w 725"/>
                <a:gd name="T69" fmla="*/ 133611671 h 548"/>
                <a:gd name="T70" fmla="*/ 704825772 w 725"/>
                <a:gd name="T71" fmla="*/ 171325546 h 548"/>
                <a:gd name="T72" fmla="*/ 733968671 w 725"/>
                <a:gd name="T73" fmla="*/ 218735704 h 548"/>
                <a:gd name="T74" fmla="*/ 762032127 w 725"/>
                <a:gd name="T75" fmla="*/ 266146900 h 548"/>
                <a:gd name="T76" fmla="*/ 762032127 w 725"/>
                <a:gd name="T77" fmla="*/ 266146900 h 548"/>
                <a:gd name="T78" fmla="*/ 781461073 w 725"/>
                <a:gd name="T79" fmla="*/ 313557057 h 548"/>
                <a:gd name="T80" fmla="*/ 781461073 w 725"/>
                <a:gd name="T81" fmla="*/ 360968253 h 548"/>
                <a:gd name="T82" fmla="*/ 781461073 w 725"/>
                <a:gd name="T83" fmla="*/ 360968253 h 548"/>
                <a:gd name="T84" fmla="*/ 781461073 w 725"/>
                <a:gd name="T85" fmla="*/ 418075730 h 548"/>
                <a:gd name="T86" fmla="*/ 781461073 w 725"/>
                <a:gd name="T87" fmla="*/ 418075730 h 548"/>
                <a:gd name="T88" fmla="*/ 781461073 w 725"/>
                <a:gd name="T89" fmla="*/ 418075730 h 548"/>
                <a:gd name="T90" fmla="*/ 771747120 w 725"/>
                <a:gd name="T91" fmla="*/ 418075730 h 548"/>
                <a:gd name="T92" fmla="*/ 771747120 w 725"/>
                <a:gd name="T93" fmla="*/ 418075730 h 548"/>
                <a:gd name="T94" fmla="*/ 591492504 w 725"/>
                <a:gd name="T95" fmla="*/ 409455890 h 548"/>
                <a:gd name="T96" fmla="*/ 591492504 w 725"/>
                <a:gd name="T97" fmla="*/ 409455890 h 548"/>
                <a:gd name="T98" fmla="*/ 438222939 w 725"/>
                <a:gd name="T99" fmla="*/ 399758570 h 548"/>
                <a:gd name="T100" fmla="*/ 438222939 w 725"/>
                <a:gd name="T101" fmla="*/ 399758570 h 548"/>
                <a:gd name="T102" fmla="*/ 400444490 w 725"/>
                <a:gd name="T103" fmla="*/ 409455890 h 548"/>
                <a:gd name="T104" fmla="*/ 372381034 w 725"/>
                <a:gd name="T105" fmla="*/ 418075730 h 548"/>
                <a:gd name="T106" fmla="*/ 343238135 w 725"/>
                <a:gd name="T107" fmla="*/ 427774088 h 548"/>
                <a:gd name="T108" fmla="*/ 315174678 w 725"/>
                <a:gd name="T109" fmla="*/ 456867086 h 548"/>
                <a:gd name="T110" fmla="*/ 315174678 w 725"/>
                <a:gd name="T111" fmla="*/ 456867086 h 548"/>
                <a:gd name="T112" fmla="*/ 276317825 w 725"/>
                <a:gd name="T113" fmla="*/ 484882604 h 548"/>
                <a:gd name="T114" fmla="*/ 276317825 w 725"/>
                <a:gd name="T115" fmla="*/ 484882604 h 548"/>
                <a:gd name="T116" fmla="*/ 238540416 w 725"/>
                <a:gd name="T117" fmla="*/ 532292761 h 548"/>
                <a:gd name="T118" fmla="*/ 238540416 w 725"/>
                <a:gd name="T119" fmla="*/ 532292761 h 548"/>
                <a:gd name="T120" fmla="*/ 210475921 w 725"/>
                <a:gd name="T121" fmla="*/ 561385759 h 548"/>
                <a:gd name="T122" fmla="*/ 181333021 w 725"/>
                <a:gd name="T123" fmla="*/ 589401277 h 54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25" h="548">
                  <a:moveTo>
                    <a:pt x="168" y="547"/>
                  </a:moveTo>
                  <a:lnTo>
                    <a:pt x="168" y="547"/>
                  </a:lnTo>
                  <a:lnTo>
                    <a:pt x="89" y="494"/>
                  </a:lnTo>
                  <a:lnTo>
                    <a:pt x="45" y="477"/>
                  </a:lnTo>
                  <a:lnTo>
                    <a:pt x="0" y="459"/>
                  </a:lnTo>
                  <a:lnTo>
                    <a:pt x="9" y="424"/>
                  </a:lnTo>
                  <a:lnTo>
                    <a:pt x="18" y="362"/>
                  </a:lnTo>
                  <a:lnTo>
                    <a:pt x="18" y="353"/>
                  </a:lnTo>
                  <a:lnTo>
                    <a:pt x="62" y="300"/>
                  </a:lnTo>
                  <a:lnTo>
                    <a:pt x="80" y="256"/>
                  </a:lnTo>
                  <a:lnTo>
                    <a:pt x="89" y="230"/>
                  </a:lnTo>
                  <a:lnTo>
                    <a:pt x="98" y="194"/>
                  </a:lnTo>
                  <a:lnTo>
                    <a:pt x="124" y="168"/>
                  </a:lnTo>
                  <a:lnTo>
                    <a:pt x="186" y="97"/>
                  </a:lnTo>
                  <a:lnTo>
                    <a:pt x="221" y="71"/>
                  </a:lnTo>
                  <a:lnTo>
                    <a:pt x="256" y="44"/>
                  </a:lnTo>
                  <a:lnTo>
                    <a:pt x="309" y="27"/>
                  </a:lnTo>
                  <a:lnTo>
                    <a:pt x="362" y="9"/>
                  </a:lnTo>
                  <a:lnTo>
                    <a:pt x="424" y="0"/>
                  </a:lnTo>
                  <a:lnTo>
                    <a:pt x="477" y="18"/>
                  </a:lnTo>
                  <a:lnTo>
                    <a:pt x="530" y="53"/>
                  </a:lnTo>
                  <a:lnTo>
                    <a:pt x="583" y="88"/>
                  </a:lnTo>
                  <a:lnTo>
                    <a:pt x="618" y="124"/>
                  </a:lnTo>
                  <a:lnTo>
                    <a:pt x="653" y="159"/>
                  </a:lnTo>
                  <a:lnTo>
                    <a:pt x="680" y="203"/>
                  </a:lnTo>
                  <a:lnTo>
                    <a:pt x="706" y="247"/>
                  </a:lnTo>
                  <a:lnTo>
                    <a:pt x="724" y="291"/>
                  </a:lnTo>
                  <a:lnTo>
                    <a:pt x="724" y="335"/>
                  </a:lnTo>
                  <a:lnTo>
                    <a:pt x="724" y="388"/>
                  </a:lnTo>
                  <a:lnTo>
                    <a:pt x="715" y="388"/>
                  </a:lnTo>
                  <a:lnTo>
                    <a:pt x="548" y="380"/>
                  </a:lnTo>
                  <a:lnTo>
                    <a:pt x="406" y="371"/>
                  </a:lnTo>
                  <a:lnTo>
                    <a:pt x="371" y="380"/>
                  </a:lnTo>
                  <a:lnTo>
                    <a:pt x="345" y="388"/>
                  </a:lnTo>
                  <a:lnTo>
                    <a:pt x="318" y="397"/>
                  </a:lnTo>
                  <a:lnTo>
                    <a:pt x="292" y="424"/>
                  </a:lnTo>
                  <a:lnTo>
                    <a:pt x="256" y="450"/>
                  </a:lnTo>
                  <a:lnTo>
                    <a:pt x="221" y="494"/>
                  </a:lnTo>
                  <a:lnTo>
                    <a:pt x="195" y="521"/>
                  </a:lnTo>
                  <a:lnTo>
                    <a:pt x="168" y="547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 noChangeArrowheads="1"/>
            </p:cNvSpPr>
            <p:nvPr/>
          </p:nvSpPr>
          <p:spPr bwMode="auto">
            <a:xfrm>
              <a:off x="3843798" y="2088173"/>
              <a:ext cx="514276" cy="614932"/>
            </a:xfrm>
            <a:custGeom>
              <a:avLst/>
              <a:gdLst>
                <a:gd name="T0" fmla="*/ 266612107 w 495"/>
                <a:gd name="T1" fmla="*/ 0 h 592"/>
                <a:gd name="T2" fmla="*/ 361598364 w 495"/>
                <a:gd name="T3" fmla="*/ 8631900 h 592"/>
                <a:gd name="T4" fmla="*/ 390742749 w 495"/>
                <a:gd name="T5" fmla="*/ 28053156 h 592"/>
                <a:gd name="T6" fmla="*/ 447951019 w 495"/>
                <a:gd name="T7" fmla="*/ 75528607 h 592"/>
                <a:gd name="T8" fmla="*/ 495444148 w 495"/>
                <a:gd name="T9" fmla="*/ 132714167 h 592"/>
                <a:gd name="T10" fmla="*/ 523509072 w 495"/>
                <a:gd name="T11" fmla="*/ 189899727 h 592"/>
                <a:gd name="T12" fmla="*/ 523509072 w 495"/>
                <a:gd name="T13" fmla="*/ 199609836 h 592"/>
                <a:gd name="T14" fmla="*/ 523509072 w 495"/>
                <a:gd name="T15" fmla="*/ 342034112 h 592"/>
                <a:gd name="T16" fmla="*/ 533223175 w 495"/>
                <a:gd name="T17" fmla="*/ 389509563 h 592"/>
                <a:gd name="T18" fmla="*/ 533223175 w 495"/>
                <a:gd name="T19" fmla="*/ 399220710 h 592"/>
                <a:gd name="T20" fmla="*/ 505159289 w 495"/>
                <a:gd name="T21" fmla="*/ 418641966 h 592"/>
                <a:gd name="T22" fmla="*/ 466300802 w 495"/>
                <a:gd name="T23" fmla="*/ 503880682 h 592"/>
                <a:gd name="T24" fmla="*/ 438235878 w 495"/>
                <a:gd name="T25" fmla="*/ 627962949 h 592"/>
                <a:gd name="T26" fmla="*/ 438235878 w 495"/>
                <a:gd name="T27" fmla="*/ 637673058 h 592"/>
                <a:gd name="T28" fmla="*/ 418806635 w 495"/>
                <a:gd name="T29" fmla="*/ 637673058 h 592"/>
                <a:gd name="T30" fmla="*/ 286040311 w 495"/>
                <a:gd name="T31" fmla="*/ 598830546 h 592"/>
                <a:gd name="T32" fmla="*/ 238547182 w 495"/>
                <a:gd name="T33" fmla="*/ 608540654 h 592"/>
                <a:gd name="T34" fmla="*/ 228833080 w 495"/>
                <a:gd name="T35" fmla="*/ 608540654 h 592"/>
                <a:gd name="T36" fmla="*/ 189974593 w 495"/>
                <a:gd name="T37" fmla="*/ 590198646 h 592"/>
                <a:gd name="T38" fmla="*/ 189974593 w 495"/>
                <a:gd name="T39" fmla="*/ 580487498 h 592"/>
                <a:gd name="T40" fmla="*/ 181338912 w 495"/>
                <a:gd name="T41" fmla="*/ 523301938 h 592"/>
                <a:gd name="T42" fmla="*/ 161909669 w 495"/>
                <a:gd name="T43" fmla="*/ 466116379 h 592"/>
                <a:gd name="T44" fmla="*/ 104701399 w 495"/>
                <a:gd name="T45" fmla="*/ 371166515 h 592"/>
                <a:gd name="T46" fmla="*/ 76637513 w 495"/>
                <a:gd name="T47" fmla="*/ 323692103 h 592"/>
                <a:gd name="T48" fmla="*/ 19429243 w 495"/>
                <a:gd name="T49" fmla="*/ 304270847 h 592"/>
                <a:gd name="T50" fmla="*/ 9714102 w 495"/>
                <a:gd name="T51" fmla="*/ 294559699 h 592"/>
                <a:gd name="T52" fmla="*/ 0 w 495"/>
                <a:gd name="T53" fmla="*/ 266506543 h 592"/>
                <a:gd name="T54" fmla="*/ 9714102 w 495"/>
                <a:gd name="T55" fmla="*/ 227662992 h 592"/>
                <a:gd name="T56" fmla="*/ 66922372 w 495"/>
                <a:gd name="T57" fmla="*/ 113291872 h 592"/>
                <a:gd name="T58" fmla="*/ 85272156 w 495"/>
                <a:gd name="T59" fmla="*/ 85238716 h 592"/>
                <a:gd name="T60" fmla="*/ 104701399 w 495"/>
                <a:gd name="T61" fmla="*/ 75528607 h 592"/>
                <a:gd name="T62" fmla="*/ 181338912 w 495"/>
                <a:gd name="T63" fmla="*/ 18343048 h 592"/>
                <a:gd name="T64" fmla="*/ 266612107 w 495"/>
                <a:gd name="T65" fmla="*/ 0 h 59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95" h="592">
                  <a:moveTo>
                    <a:pt x="247" y="0"/>
                  </a:moveTo>
                  <a:lnTo>
                    <a:pt x="247" y="0"/>
                  </a:lnTo>
                  <a:lnTo>
                    <a:pt x="335" y="8"/>
                  </a:lnTo>
                  <a:lnTo>
                    <a:pt x="353" y="17"/>
                  </a:lnTo>
                  <a:lnTo>
                    <a:pt x="362" y="26"/>
                  </a:lnTo>
                  <a:lnTo>
                    <a:pt x="415" y="70"/>
                  </a:lnTo>
                  <a:lnTo>
                    <a:pt x="459" y="123"/>
                  </a:lnTo>
                  <a:lnTo>
                    <a:pt x="485" y="176"/>
                  </a:lnTo>
                  <a:lnTo>
                    <a:pt x="485" y="185"/>
                  </a:lnTo>
                  <a:lnTo>
                    <a:pt x="476" y="255"/>
                  </a:lnTo>
                  <a:lnTo>
                    <a:pt x="485" y="317"/>
                  </a:lnTo>
                  <a:lnTo>
                    <a:pt x="494" y="361"/>
                  </a:lnTo>
                  <a:lnTo>
                    <a:pt x="494" y="370"/>
                  </a:lnTo>
                  <a:lnTo>
                    <a:pt x="468" y="388"/>
                  </a:lnTo>
                  <a:lnTo>
                    <a:pt x="459" y="414"/>
                  </a:lnTo>
                  <a:lnTo>
                    <a:pt x="432" y="467"/>
                  </a:lnTo>
                  <a:lnTo>
                    <a:pt x="406" y="582"/>
                  </a:lnTo>
                  <a:lnTo>
                    <a:pt x="406" y="591"/>
                  </a:lnTo>
                  <a:lnTo>
                    <a:pt x="388" y="591"/>
                  </a:lnTo>
                  <a:lnTo>
                    <a:pt x="326" y="564"/>
                  </a:lnTo>
                  <a:lnTo>
                    <a:pt x="265" y="555"/>
                  </a:lnTo>
                  <a:lnTo>
                    <a:pt x="221" y="564"/>
                  </a:lnTo>
                  <a:lnTo>
                    <a:pt x="212" y="564"/>
                  </a:lnTo>
                  <a:lnTo>
                    <a:pt x="176" y="547"/>
                  </a:lnTo>
                  <a:lnTo>
                    <a:pt x="176" y="538"/>
                  </a:lnTo>
                  <a:lnTo>
                    <a:pt x="168" y="485"/>
                  </a:lnTo>
                  <a:lnTo>
                    <a:pt x="150" y="432"/>
                  </a:lnTo>
                  <a:lnTo>
                    <a:pt x="97" y="344"/>
                  </a:lnTo>
                  <a:lnTo>
                    <a:pt x="88" y="317"/>
                  </a:lnTo>
                  <a:lnTo>
                    <a:pt x="71" y="300"/>
                  </a:lnTo>
                  <a:lnTo>
                    <a:pt x="44" y="291"/>
                  </a:lnTo>
                  <a:lnTo>
                    <a:pt x="18" y="282"/>
                  </a:lnTo>
                  <a:lnTo>
                    <a:pt x="9" y="273"/>
                  </a:lnTo>
                  <a:lnTo>
                    <a:pt x="0" y="247"/>
                  </a:lnTo>
                  <a:lnTo>
                    <a:pt x="9" y="211"/>
                  </a:lnTo>
                  <a:lnTo>
                    <a:pt x="62" y="105"/>
                  </a:lnTo>
                  <a:lnTo>
                    <a:pt x="79" y="79"/>
                  </a:lnTo>
                  <a:lnTo>
                    <a:pt x="97" y="70"/>
                  </a:lnTo>
                  <a:lnTo>
                    <a:pt x="168" y="17"/>
                  </a:lnTo>
                  <a:lnTo>
                    <a:pt x="212" y="0"/>
                  </a:lnTo>
                  <a:lnTo>
                    <a:pt x="247" y="0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33"/>
            <p:cNvSpPr>
              <a:spLocks noChangeArrowheads="1"/>
            </p:cNvSpPr>
            <p:nvPr/>
          </p:nvSpPr>
          <p:spPr bwMode="auto">
            <a:xfrm>
              <a:off x="3431407" y="2427781"/>
              <a:ext cx="532470" cy="522753"/>
            </a:xfrm>
            <a:custGeom>
              <a:avLst/>
              <a:gdLst>
                <a:gd name="T0" fmla="*/ 552676821 w 512"/>
                <a:gd name="T1" fmla="*/ 237752006 h 504"/>
                <a:gd name="T2" fmla="*/ 552676821 w 512"/>
                <a:gd name="T3" fmla="*/ 237752006 h 504"/>
                <a:gd name="T4" fmla="*/ 542942603 w 512"/>
                <a:gd name="T5" fmla="*/ 294769422 h 504"/>
                <a:gd name="T6" fmla="*/ 542942603 w 512"/>
                <a:gd name="T7" fmla="*/ 294769422 h 504"/>
                <a:gd name="T8" fmla="*/ 533208386 w 512"/>
                <a:gd name="T9" fmla="*/ 313058517 h 504"/>
                <a:gd name="T10" fmla="*/ 533208386 w 512"/>
                <a:gd name="T11" fmla="*/ 313058517 h 504"/>
                <a:gd name="T12" fmla="*/ 485619920 w 512"/>
                <a:gd name="T13" fmla="*/ 342104499 h 504"/>
                <a:gd name="T14" fmla="*/ 447765671 w 512"/>
                <a:gd name="T15" fmla="*/ 370075933 h 504"/>
                <a:gd name="T16" fmla="*/ 370974553 w 512"/>
                <a:gd name="T17" fmla="*/ 446456992 h 504"/>
                <a:gd name="T18" fmla="*/ 370974553 w 512"/>
                <a:gd name="T19" fmla="*/ 446456992 h 504"/>
                <a:gd name="T20" fmla="*/ 351507159 w 512"/>
                <a:gd name="T21" fmla="*/ 484110766 h 504"/>
                <a:gd name="T22" fmla="*/ 333120304 w 512"/>
                <a:gd name="T23" fmla="*/ 512081163 h 504"/>
                <a:gd name="T24" fmla="*/ 333120304 w 512"/>
                <a:gd name="T25" fmla="*/ 512081163 h 504"/>
                <a:gd name="T26" fmla="*/ 323386087 w 512"/>
                <a:gd name="T27" fmla="*/ 521763503 h 504"/>
                <a:gd name="T28" fmla="*/ 323386087 w 512"/>
                <a:gd name="T29" fmla="*/ 521763503 h 504"/>
                <a:gd name="T30" fmla="*/ 285531838 w 512"/>
                <a:gd name="T31" fmla="*/ 541128183 h 504"/>
                <a:gd name="T32" fmla="*/ 285531838 w 512"/>
                <a:gd name="T33" fmla="*/ 541128183 h 504"/>
                <a:gd name="T34" fmla="*/ 275797620 w 512"/>
                <a:gd name="T35" fmla="*/ 531445843 h 504"/>
                <a:gd name="T36" fmla="*/ 275797620 w 512"/>
                <a:gd name="T37" fmla="*/ 531445843 h 504"/>
                <a:gd name="T38" fmla="*/ 246596009 w 512"/>
                <a:gd name="T39" fmla="*/ 503474409 h 504"/>
                <a:gd name="T40" fmla="*/ 218474937 w 512"/>
                <a:gd name="T41" fmla="*/ 474428427 h 504"/>
                <a:gd name="T42" fmla="*/ 180620688 w 512"/>
                <a:gd name="T43" fmla="*/ 446456992 h 504"/>
                <a:gd name="T44" fmla="*/ 141683819 w 512"/>
                <a:gd name="T45" fmla="*/ 427093350 h 504"/>
                <a:gd name="T46" fmla="*/ 141683819 w 512"/>
                <a:gd name="T47" fmla="*/ 427093350 h 504"/>
                <a:gd name="T48" fmla="*/ 19468434 w 512"/>
                <a:gd name="T49" fmla="*/ 370075933 h 504"/>
                <a:gd name="T50" fmla="*/ 19468434 w 512"/>
                <a:gd name="T51" fmla="*/ 370075933 h 504"/>
                <a:gd name="T52" fmla="*/ 19468434 w 512"/>
                <a:gd name="T53" fmla="*/ 370075933 h 504"/>
                <a:gd name="T54" fmla="*/ 19468434 w 512"/>
                <a:gd name="T55" fmla="*/ 370075933 h 504"/>
                <a:gd name="T56" fmla="*/ 0 w 512"/>
                <a:gd name="T57" fmla="*/ 360393594 h 504"/>
                <a:gd name="T58" fmla="*/ 0 w 512"/>
                <a:gd name="T59" fmla="*/ 342104499 h 504"/>
                <a:gd name="T60" fmla="*/ 0 w 512"/>
                <a:gd name="T61" fmla="*/ 342104499 h 504"/>
                <a:gd name="T62" fmla="*/ 0 w 512"/>
                <a:gd name="T63" fmla="*/ 285087083 h 504"/>
                <a:gd name="T64" fmla="*/ 9734217 w 512"/>
                <a:gd name="T65" fmla="*/ 228069666 h 504"/>
                <a:gd name="T66" fmla="*/ 9734217 w 512"/>
                <a:gd name="T67" fmla="*/ 228069666 h 504"/>
                <a:gd name="T68" fmla="*/ 27039492 w 512"/>
                <a:gd name="T69" fmla="*/ 180734589 h 504"/>
                <a:gd name="T70" fmla="*/ 56241104 w 512"/>
                <a:gd name="T71" fmla="*/ 133399513 h 504"/>
                <a:gd name="T72" fmla="*/ 84361136 w 512"/>
                <a:gd name="T73" fmla="*/ 104352493 h 504"/>
                <a:gd name="T74" fmla="*/ 123298004 w 512"/>
                <a:gd name="T75" fmla="*/ 66699756 h 504"/>
                <a:gd name="T76" fmla="*/ 123298004 w 512"/>
                <a:gd name="T77" fmla="*/ 66699756 h 504"/>
                <a:gd name="T78" fmla="*/ 180620688 w 512"/>
                <a:gd name="T79" fmla="*/ 37652737 h 504"/>
                <a:gd name="T80" fmla="*/ 180620688 w 512"/>
                <a:gd name="T81" fmla="*/ 37652737 h 504"/>
                <a:gd name="T82" fmla="*/ 285531838 w 512"/>
                <a:gd name="T83" fmla="*/ 0 h 504"/>
                <a:gd name="T84" fmla="*/ 285531838 w 512"/>
                <a:gd name="T85" fmla="*/ 0 h 504"/>
                <a:gd name="T86" fmla="*/ 333120304 w 512"/>
                <a:gd name="T87" fmla="*/ 0 h 504"/>
                <a:gd name="T88" fmla="*/ 333120304 w 512"/>
                <a:gd name="T89" fmla="*/ 0 h 504"/>
                <a:gd name="T90" fmla="*/ 390442987 w 512"/>
                <a:gd name="T91" fmla="*/ 9682340 h 504"/>
                <a:gd name="T92" fmla="*/ 390442987 w 512"/>
                <a:gd name="T93" fmla="*/ 9682340 h 504"/>
                <a:gd name="T94" fmla="*/ 447765671 w 512"/>
                <a:gd name="T95" fmla="*/ 19364680 h 504"/>
                <a:gd name="T96" fmla="*/ 447765671 w 512"/>
                <a:gd name="T97" fmla="*/ 19364680 h 504"/>
                <a:gd name="T98" fmla="*/ 466152525 w 512"/>
                <a:gd name="T99" fmla="*/ 27970397 h 504"/>
                <a:gd name="T100" fmla="*/ 475885703 w 512"/>
                <a:gd name="T101" fmla="*/ 37652737 h 504"/>
                <a:gd name="T102" fmla="*/ 475885703 w 512"/>
                <a:gd name="T103" fmla="*/ 37652737 h 504"/>
                <a:gd name="T104" fmla="*/ 513740992 w 512"/>
                <a:gd name="T105" fmla="*/ 114034833 h 504"/>
                <a:gd name="T106" fmla="*/ 542942603 w 512"/>
                <a:gd name="T107" fmla="*/ 189341344 h 504"/>
                <a:gd name="T108" fmla="*/ 542942603 w 512"/>
                <a:gd name="T109" fmla="*/ 189341344 h 504"/>
                <a:gd name="T110" fmla="*/ 552676821 w 512"/>
                <a:gd name="T111" fmla="*/ 237752006 h 50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2" h="504">
                  <a:moveTo>
                    <a:pt x="511" y="221"/>
                  </a:moveTo>
                  <a:lnTo>
                    <a:pt x="511" y="221"/>
                  </a:lnTo>
                  <a:lnTo>
                    <a:pt x="502" y="274"/>
                  </a:lnTo>
                  <a:lnTo>
                    <a:pt x="493" y="291"/>
                  </a:lnTo>
                  <a:lnTo>
                    <a:pt x="449" y="318"/>
                  </a:lnTo>
                  <a:lnTo>
                    <a:pt x="414" y="344"/>
                  </a:lnTo>
                  <a:lnTo>
                    <a:pt x="343" y="415"/>
                  </a:lnTo>
                  <a:lnTo>
                    <a:pt x="325" y="450"/>
                  </a:lnTo>
                  <a:lnTo>
                    <a:pt x="308" y="476"/>
                  </a:lnTo>
                  <a:lnTo>
                    <a:pt x="299" y="485"/>
                  </a:lnTo>
                  <a:lnTo>
                    <a:pt x="264" y="503"/>
                  </a:lnTo>
                  <a:lnTo>
                    <a:pt x="255" y="494"/>
                  </a:lnTo>
                  <a:lnTo>
                    <a:pt x="228" y="468"/>
                  </a:lnTo>
                  <a:lnTo>
                    <a:pt x="202" y="441"/>
                  </a:lnTo>
                  <a:lnTo>
                    <a:pt x="167" y="415"/>
                  </a:lnTo>
                  <a:lnTo>
                    <a:pt x="131" y="397"/>
                  </a:lnTo>
                  <a:lnTo>
                    <a:pt x="18" y="344"/>
                  </a:lnTo>
                  <a:lnTo>
                    <a:pt x="0" y="335"/>
                  </a:lnTo>
                  <a:lnTo>
                    <a:pt x="0" y="318"/>
                  </a:lnTo>
                  <a:lnTo>
                    <a:pt x="0" y="265"/>
                  </a:lnTo>
                  <a:lnTo>
                    <a:pt x="9" y="212"/>
                  </a:lnTo>
                  <a:lnTo>
                    <a:pt x="25" y="168"/>
                  </a:lnTo>
                  <a:lnTo>
                    <a:pt x="52" y="124"/>
                  </a:lnTo>
                  <a:lnTo>
                    <a:pt x="78" y="97"/>
                  </a:lnTo>
                  <a:lnTo>
                    <a:pt x="114" y="62"/>
                  </a:lnTo>
                  <a:lnTo>
                    <a:pt x="167" y="35"/>
                  </a:lnTo>
                  <a:lnTo>
                    <a:pt x="264" y="0"/>
                  </a:lnTo>
                  <a:lnTo>
                    <a:pt x="308" y="0"/>
                  </a:lnTo>
                  <a:lnTo>
                    <a:pt x="361" y="9"/>
                  </a:lnTo>
                  <a:lnTo>
                    <a:pt x="414" y="18"/>
                  </a:lnTo>
                  <a:lnTo>
                    <a:pt x="431" y="26"/>
                  </a:lnTo>
                  <a:lnTo>
                    <a:pt x="440" y="35"/>
                  </a:lnTo>
                  <a:lnTo>
                    <a:pt x="475" y="106"/>
                  </a:lnTo>
                  <a:lnTo>
                    <a:pt x="502" y="176"/>
                  </a:lnTo>
                  <a:lnTo>
                    <a:pt x="511" y="221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34"/>
            <p:cNvSpPr>
              <a:spLocks noChangeArrowheads="1"/>
            </p:cNvSpPr>
            <p:nvPr/>
          </p:nvSpPr>
          <p:spPr bwMode="auto">
            <a:xfrm>
              <a:off x="4404165" y="2096664"/>
              <a:ext cx="679233" cy="395400"/>
            </a:xfrm>
            <a:custGeom>
              <a:avLst/>
              <a:gdLst>
                <a:gd name="T0" fmla="*/ 704360467 w 654"/>
                <a:gd name="T1" fmla="*/ 332799151 h 381"/>
                <a:gd name="T2" fmla="*/ 704360467 w 654"/>
                <a:gd name="T3" fmla="*/ 332799151 h 381"/>
                <a:gd name="T4" fmla="*/ 532855173 w 654"/>
                <a:gd name="T5" fmla="*/ 361878175 h 381"/>
                <a:gd name="T6" fmla="*/ 532855173 w 654"/>
                <a:gd name="T7" fmla="*/ 361878175 h 381"/>
                <a:gd name="T8" fmla="*/ 485394027 w 654"/>
                <a:gd name="T9" fmla="*/ 380187997 h 381"/>
                <a:gd name="T10" fmla="*/ 447641550 w 654"/>
                <a:gd name="T11" fmla="*/ 409267020 h 381"/>
                <a:gd name="T12" fmla="*/ 447641550 w 654"/>
                <a:gd name="T13" fmla="*/ 409267020 h 381"/>
                <a:gd name="T14" fmla="*/ 437933919 w 654"/>
                <a:gd name="T15" fmla="*/ 409267020 h 381"/>
                <a:gd name="T16" fmla="*/ 437933919 w 654"/>
                <a:gd name="T17" fmla="*/ 409267020 h 381"/>
                <a:gd name="T18" fmla="*/ 352720296 w 654"/>
                <a:gd name="T19" fmla="*/ 370494989 h 381"/>
                <a:gd name="T20" fmla="*/ 352720296 w 654"/>
                <a:gd name="T21" fmla="*/ 370494989 h 381"/>
                <a:gd name="T22" fmla="*/ 305259150 w 654"/>
                <a:gd name="T23" fmla="*/ 352185167 h 381"/>
                <a:gd name="T24" fmla="*/ 266427586 w 654"/>
                <a:gd name="T25" fmla="*/ 342492159 h 381"/>
                <a:gd name="T26" fmla="*/ 218966440 w 654"/>
                <a:gd name="T27" fmla="*/ 332799151 h 381"/>
                <a:gd name="T28" fmla="*/ 171506333 w 654"/>
                <a:gd name="T29" fmla="*/ 332799151 h 381"/>
                <a:gd name="T30" fmla="*/ 171506333 w 654"/>
                <a:gd name="T31" fmla="*/ 332799151 h 381"/>
                <a:gd name="T32" fmla="*/ 29123932 w 654"/>
                <a:gd name="T33" fmla="*/ 361878175 h 381"/>
                <a:gd name="T34" fmla="*/ 29123932 w 654"/>
                <a:gd name="T35" fmla="*/ 361878175 h 381"/>
                <a:gd name="T36" fmla="*/ 19415263 w 654"/>
                <a:gd name="T37" fmla="*/ 361878175 h 381"/>
                <a:gd name="T38" fmla="*/ 19415263 w 654"/>
                <a:gd name="T39" fmla="*/ 361878175 h 381"/>
                <a:gd name="T40" fmla="*/ 0 w 654"/>
                <a:gd name="T41" fmla="*/ 275717298 h 381"/>
                <a:gd name="T42" fmla="*/ 9707631 w 654"/>
                <a:gd name="T43" fmla="*/ 238021460 h 381"/>
                <a:gd name="T44" fmla="*/ 19415263 w 654"/>
                <a:gd name="T45" fmla="*/ 200325622 h 381"/>
                <a:gd name="T46" fmla="*/ 19415263 w 654"/>
                <a:gd name="T47" fmla="*/ 200325622 h 381"/>
                <a:gd name="T48" fmla="*/ 47461146 w 654"/>
                <a:gd name="T49" fmla="*/ 152936776 h 381"/>
                <a:gd name="T50" fmla="*/ 86292710 w 654"/>
                <a:gd name="T51" fmla="*/ 114163707 h 381"/>
                <a:gd name="T52" fmla="*/ 86292710 w 654"/>
                <a:gd name="T53" fmla="*/ 114163707 h 381"/>
                <a:gd name="T54" fmla="*/ 114337555 w 654"/>
                <a:gd name="T55" fmla="*/ 86161915 h 381"/>
                <a:gd name="T56" fmla="*/ 143460449 w 654"/>
                <a:gd name="T57" fmla="*/ 66774861 h 381"/>
                <a:gd name="T58" fmla="*/ 209258809 w 654"/>
                <a:gd name="T59" fmla="*/ 38773069 h 381"/>
                <a:gd name="T60" fmla="*/ 209258809 w 654"/>
                <a:gd name="T61" fmla="*/ 38773069 h 381"/>
                <a:gd name="T62" fmla="*/ 285842849 w 654"/>
                <a:gd name="T63" fmla="*/ 9693008 h 381"/>
                <a:gd name="T64" fmla="*/ 285842849 w 654"/>
                <a:gd name="T65" fmla="*/ 9693008 h 381"/>
                <a:gd name="T66" fmla="*/ 313888733 w 654"/>
                <a:gd name="T67" fmla="*/ 0 h 381"/>
                <a:gd name="T68" fmla="*/ 352720296 w 654"/>
                <a:gd name="T69" fmla="*/ 0 h 381"/>
                <a:gd name="T70" fmla="*/ 352720296 w 654"/>
                <a:gd name="T71" fmla="*/ 0 h 381"/>
                <a:gd name="T72" fmla="*/ 437933919 w 654"/>
                <a:gd name="T73" fmla="*/ 9693008 h 381"/>
                <a:gd name="T74" fmla="*/ 437933919 w 654"/>
                <a:gd name="T75" fmla="*/ 9693008 h 381"/>
                <a:gd name="T76" fmla="*/ 467056813 w 654"/>
                <a:gd name="T77" fmla="*/ 9693008 h 381"/>
                <a:gd name="T78" fmla="*/ 504810328 w 654"/>
                <a:gd name="T79" fmla="*/ 29079024 h 381"/>
                <a:gd name="T80" fmla="*/ 532855173 w 654"/>
                <a:gd name="T81" fmla="*/ 47388846 h 381"/>
                <a:gd name="T82" fmla="*/ 561979105 w 654"/>
                <a:gd name="T83" fmla="*/ 66774861 h 381"/>
                <a:gd name="T84" fmla="*/ 561979105 w 654"/>
                <a:gd name="T85" fmla="*/ 66774861 h 381"/>
                <a:gd name="T86" fmla="*/ 599731582 w 654"/>
                <a:gd name="T87" fmla="*/ 114163707 h 381"/>
                <a:gd name="T88" fmla="*/ 637484058 w 654"/>
                <a:gd name="T89" fmla="*/ 152936776 h 381"/>
                <a:gd name="T90" fmla="*/ 637484058 w 654"/>
                <a:gd name="T91" fmla="*/ 152936776 h 381"/>
                <a:gd name="T92" fmla="*/ 666607990 w 654"/>
                <a:gd name="T93" fmla="*/ 180939606 h 381"/>
                <a:gd name="T94" fmla="*/ 686024291 w 654"/>
                <a:gd name="T95" fmla="*/ 218634406 h 381"/>
                <a:gd name="T96" fmla="*/ 686024291 w 654"/>
                <a:gd name="T97" fmla="*/ 218634406 h 381"/>
                <a:gd name="T98" fmla="*/ 694652835 w 654"/>
                <a:gd name="T99" fmla="*/ 275717298 h 381"/>
                <a:gd name="T100" fmla="*/ 704360467 w 654"/>
                <a:gd name="T101" fmla="*/ 332799151 h 38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54" h="381">
                  <a:moveTo>
                    <a:pt x="653" y="309"/>
                  </a:moveTo>
                  <a:lnTo>
                    <a:pt x="653" y="309"/>
                  </a:lnTo>
                  <a:lnTo>
                    <a:pt x="494" y="336"/>
                  </a:lnTo>
                  <a:lnTo>
                    <a:pt x="450" y="353"/>
                  </a:lnTo>
                  <a:lnTo>
                    <a:pt x="415" y="380"/>
                  </a:lnTo>
                  <a:lnTo>
                    <a:pt x="406" y="380"/>
                  </a:lnTo>
                  <a:lnTo>
                    <a:pt x="327" y="344"/>
                  </a:lnTo>
                  <a:lnTo>
                    <a:pt x="283" y="327"/>
                  </a:lnTo>
                  <a:lnTo>
                    <a:pt x="247" y="318"/>
                  </a:lnTo>
                  <a:lnTo>
                    <a:pt x="203" y="309"/>
                  </a:lnTo>
                  <a:lnTo>
                    <a:pt x="159" y="309"/>
                  </a:lnTo>
                  <a:lnTo>
                    <a:pt x="27" y="336"/>
                  </a:lnTo>
                  <a:lnTo>
                    <a:pt x="18" y="336"/>
                  </a:lnTo>
                  <a:lnTo>
                    <a:pt x="0" y="256"/>
                  </a:lnTo>
                  <a:lnTo>
                    <a:pt x="9" y="221"/>
                  </a:lnTo>
                  <a:lnTo>
                    <a:pt x="18" y="186"/>
                  </a:lnTo>
                  <a:lnTo>
                    <a:pt x="44" y="142"/>
                  </a:lnTo>
                  <a:lnTo>
                    <a:pt x="80" y="106"/>
                  </a:lnTo>
                  <a:lnTo>
                    <a:pt x="106" y="80"/>
                  </a:lnTo>
                  <a:lnTo>
                    <a:pt x="133" y="62"/>
                  </a:lnTo>
                  <a:lnTo>
                    <a:pt x="194" y="36"/>
                  </a:lnTo>
                  <a:lnTo>
                    <a:pt x="265" y="9"/>
                  </a:lnTo>
                  <a:lnTo>
                    <a:pt x="291" y="0"/>
                  </a:lnTo>
                  <a:lnTo>
                    <a:pt x="327" y="0"/>
                  </a:lnTo>
                  <a:lnTo>
                    <a:pt x="406" y="9"/>
                  </a:lnTo>
                  <a:lnTo>
                    <a:pt x="433" y="9"/>
                  </a:lnTo>
                  <a:lnTo>
                    <a:pt x="468" y="27"/>
                  </a:lnTo>
                  <a:lnTo>
                    <a:pt x="494" y="44"/>
                  </a:lnTo>
                  <a:lnTo>
                    <a:pt x="521" y="62"/>
                  </a:lnTo>
                  <a:lnTo>
                    <a:pt x="556" y="106"/>
                  </a:lnTo>
                  <a:lnTo>
                    <a:pt x="591" y="142"/>
                  </a:lnTo>
                  <a:lnTo>
                    <a:pt x="618" y="168"/>
                  </a:lnTo>
                  <a:lnTo>
                    <a:pt x="636" y="203"/>
                  </a:lnTo>
                  <a:lnTo>
                    <a:pt x="644" y="256"/>
                  </a:lnTo>
                  <a:lnTo>
                    <a:pt x="653" y="309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Freeform 35"/>
            <p:cNvSpPr>
              <a:spLocks noChangeArrowheads="1"/>
            </p:cNvSpPr>
            <p:nvPr/>
          </p:nvSpPr>
          <p:spPr bwMode="auto">
            <a:xfrm>
              <a:off x="4890545" y="2482361"/>
              <a:ext cx="505786" cy="403890"/>
            </a:xfrm>
            <a:custGeom>
              <a:avLst/>
              <a:gdLst>
                <a:gd name="T0" fmla="*/ 0 w 486"/>
                <a:gd name="T1" fmla="*/ 47432675 h 389"/>
                <a:gd name="T2" fmla="*/ 0 w 486"/>
                <a:gd name="T3" fmla="*/ 47432675 h 389"/>
                <a:gd name="T4" fmla="*/ 37907932 w 486"/>
                <a:gd name="T5" fmla="*/ 28028305 h 389"/>
                <a:gd name="T6" fmla="*/ 76899246 w 486"/>
                <a:gd name="T7" fmla="*/ 19404371 h 389"/>
                <a:gd name="T8" fmla="*/ 76899246 w 486"/>
                <a:gd name="T9" fmla="*/ 19404371 h 389"/>
                <a:gd name="T10" fmla="*/ 200370350 w 486"/>
                <a:gd name="T11" fmla="*/ 0 h 389"/>
                <a:gd name="T12" fmla="*/ 200370350 w 486"/>
                <a:gd name="T13" fmla="*/ 0 h 389"/>
                <a:gd name="T14" fmla="*/ 277268555 w 486"/>
                <a:gd name="T15" fmla="*/ 0 h 389"/>
                <a:gd name="T16" fmla="*/ 353084419 w 486"/>
                <a:gd name="T17" fmla="*/ 19404371 h 389"/>
                <a:gd name="T18" fmla="*/ 353084419 w 486"/>
                <a:gd name="T19" fmla="*/ 19404371 h 389"/>
                <a:gd name="T20" fmla="*/ 372580076 w 486"/>
                <a:gd name="T21" fmla="*/ 28028305 h 389"/>
                <a:gd name="T22" fmla="*/ 401823041 w 486"/>
                <a:gd name="T23" fmla="*/ 47432675 h 389"/>
                <a:gd name="T24" fmla="*/ 401823041 w 486"/>
                <a:gd name="T25" fmla="*/ 47432675 h 389"/>
                <a:gd name="T26" fmla="*/ 487386213 w 486"/>
                <a:gd name="T27" fmla="*/ 161703435 h 389"/>
                <a:gd name="T28" fmla="*/ 487386213 w 486"/>
                <a:gd name="T29" fmla="*/ 161703435 h 389"/>
                <a:gd name="T30" fmla="*/ 515546837 w 486"/>
                <a:gd name="T31" fmla="*/ 218837777 h 389"/>
                <a:gd name="T32" fmla="*/ 525294145 w 486"/>
                <a:gd name="T33" fmla="*/ 246867120 h 389"/>
                <a:gd name="T34" fmla="*/ 525294145 w 486"/>
                <a:gd name="T35" fmla="*/ 285675862 h 389"/>
                <a:gd name="T36" fmla="*/ 525294145 w 486"/>
                <a:gd name="T37" fmla="*/ 285675862 h 389"/>
                <a:gd name="T38" fmla="*/ 525294145 w 486"/>
                <a:gd name="T39" fmla="*/ 304001462 h 389"/>
                <a:gd name="T40" fmla="*/ 525294145 w 486"/>
                <a:gd name="T41" fmla="*/ 304001462 h 389"/>
                <a:gd name="T42" fmla="*/ 515546837 w 486"/>
                <a:gd name="T43" fmla="*/ 313704166 h 389"/>
                <a:gd name="T44" fmla="*/ 515546837 w 486"/>
                <a:gd name="T45" fmla="*/ 313704166 h 389"/>
                <a:gd name="T46" fmla="*/ 449478281 w 486"/>
                <a:gd name="T47" fmla="*/ 323405833 h 389"/>
                <a:gd name="T48" fmla="*/ 392075733 w 486"/>
                <a:gd name="T49" fmla="*/ 351435176 h 389"/>
                <a:gd name="T50" fmla="*/ 334672144 w 486"/>
                <a:gd name="T51" fmla="*/ 380541213 h 389"/>
                <a:gd name="T52" fmla="*/ 277268555 w 486"/>
                <a:gd name="T53" fmla="*/ 418272222 h 389"/>
                <a:gd name="T54" fmla="*/ 277268555 w 486"/>
                <a:gd name="T55" fmla="*/ 418272222 h 389"/>
                <a:gd name="T56" fmla="*/ 277268555 w 486"/>
                <a:gd name="T57" fmla="*/ 418272222 h 389"/>
                <a:gd name="T58" fmla="*/ 277268555 w 486"/>
                <a:gd name="T59" fmla="*/ 418272222 h 389"/>
                <a:gd name="T60" fmla="*/ 277268555 w 486"/>
                <a:gd name="T61" fmla="*/ 408569517 h 389"/>
                <a:gd name="T62" fmla="*/ 277268555 w 486"/>
                <a:gd name="T63" fmla="*/ 408569517 h 389"/>
                <a:gd name="T64" fmla="*/ 277268555 w 486"/>
                <a:gd name="T65" fmla="*/ 342810203 h 389"/>
                <a:gd name="T66" fmla="*/ 257772898 w 486"/>
                <a:gd name="T67" fmla="*/ 294299796 h 389"/>
                <a:gd name="T68" fmla="*/ 239360623 w 486"/>
                <a:gd name="T69" fmla="*/ 238242148 h 389"/>
                <a:gd name="T70" fmla="*/ 210117658 w 486"/>
                <a:gd name="T71" fmla="*/ 189731740 h 389"/>
                <a:gd name="T72" fmla="*/ 210117658 w 486"/>
                <a:gd name="T73" fmla="*/ 189731740 h 389"/>
                <a:gd name="T74" fmla="*/ 172209726 w 486"/>
                <a:gd name="T75" fmla="*/ 152000731 h 389"/>
                <a:gd name="T76" fmla="*/ 133219453 w 486"/>
                <a:gd name="T77" fmla="*/ 114269722 h 389"/>
                <a:gd name="T78" fmla="*/ 37907932 w 486"/>
                <a:gd name="T79" fmla="*/ 66837046 h 389"/>
                <a:gd name="T80" fmla="*/ 37907932 w 486"/>
                <a:gd name="T81" fmla="*/ 66837046 h 389"/>
                <a:gd name="T82" fmla="*/ 0 w 486"/>
                <a:gd name="T83" fmla="*/ 47432675 h 3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486" h="389">
                  <a:moveTo>
                    <a:pt x="0" y="44"/>
                  </a:moveTo>
                  <a:lnTo>
                    <a:pt x="0" y="44"/>
                  </a:lnTo>
                  <a:lnTo>
                    <a:pt x="35" y="26"/>
                  </a:lnTo>
                  <a:lnTo>
                    <a:pt x="71" y="18"/>
                  </a:lnTo>
                  <a:lnTo>
                    <a:pt x="185" y="0"/>
                  </a:lnTo>
                  <a:lnTo>
                    <a:pt x="256" y="0"/>
                  </a:lnTo>
                  <a:lnTo>
                    <a:pt x="326" y="18"/>
                  </a:lnTo>
                  <a:lnTo>
                    <a:pt x="344" y="26"/>
                  </a:lnTo>
                  <a:lnTo>
                    <a:pt x="371" y="44"/>
                  </a:lnTo>
                  <a:lnTo>
                    <a:pt x="450" y="150"/>
                  </a:lnTo>
                  <a:lnTo>
                    <a:pt x="476" y="203"/>
                  </a:lnTo>
                  <a:lnTo>
                    <a:pt x="485" y="229"/>
                  </a:lnTo>
                  <a:lnTo>
                    <a:pt x="485" y="265"/>
                  </a:lnTo>
                  <a:lnTo>
                    <a:pt x="485" y="282"/>
                  </a:lnTo>
                  <a:lnTo>
                    <a:pt x="476" y="291"/>
                  </a:lnTo>
                  <a:lnTo>
                    <a:pt x="415" y="300"/>
                  </a:lnTo>
                  <a:lnTo>
                    <a:pt x="362" y="326"/>
                  </a:lnTo>
                  <a:lnTo>
                    <a:pt x="309" y="353"/>
                  </a:lnTo>
                  <a:lnTo>
                    <a:pt x="256" y="388"/>
                  </a:lnTo>
                  <a:lnTo>
                    <a:pt x="256" y="379"/>
                  </a:lnTo>
                  <a:lnTo>
                    <a:pt x="256" y="318"/>
                  </a:lnTo>
                  <a:lnTo>
                    <a:pt x="238" y="273"/>
                  </a:lnTo>
                  <a:lnTo>
                    <a:pt x="221" y="221"/>
                  </a:lnTo>
                  <a:lnTo>
                    <a:pt x="194" y="176"/>
                  </a:lnTo>
                  <a:lnTo>
                    <a:pt x="159" y="141"/>
                  </a:lnTo>
                  <a:lnTo>
                    <a:pt x="123" y="106"/>
                  </a:lnTo>
                  <a:lnTo>
                    <a:pt x="35" y="62"/>
                  </a:lnTo>
                  <a:lnTo>
                    <a:pt x="0" y="44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6"/>
            <p:cNvSpPr>
              <a:spLocks noChangeArrowheads="1"/>
            </p:cNvSpPr>
            <p:nvPr/>
          </p:nvSpPr>
          <p:spPr bwMode="auto">
            <a:xfrm>
              <a:off x="4247700" y="1995994"/>
              <a:ext cx="312932" cy="211042"/>
            </a:xfrm>
            <a:custGeom>
              <a:avLst/>
              <a:gdLst>
                <a:gd name="T0" fmla="*/ 324255772 w 301"/>
                <a:gd name="T1" fmla="*/ 95250289 h 204"/>
                <a:gd name="T2" fmla="*/ 324255772 w 301"/>
                <a:gd name="T3" fmla="*/ 95250289 h 204"/>
                <a:gd name="T4" fmla="*/ 276698425 w 301"/>
                <a:gd name="T5" fmla="*/ 113444386 h 204"/>
                <a:gd name="T6" fmla="*/ 229141078 w 301"/>
                <a:gd name="T7" fmla="*/ 142340587 h 204"/>
                <a:gd name="T8" fmla="*/ 191310614 w 301"/>
                <a:gd name="T9" fmla="*/ 179798473 h 204"/>
                <a:gd name="T10" fmla="*/ 152399963 w 301"/>
                <a:gd name="T11" fmla="*/ 217256359 h 204"/>
                <a:gd name="T12" fmla="*/ 152399963 w 301"/>
                <a:gd name="T13" fmla="*/ 217256359 h 204"/>
                <a:gd name="T14" fmla="*/ 124298462 w 301"/>
                <a:gd name="T15" fmla="*/ 179798473 h 204"/>
                <a:gd name="T16" fmla="*/ 124298462 w 301"/>
                <a:gd name="T17" fmla="*/ 179798473 h 204"/>
                <a:gd name="T18" fmla="*/ 47557347 w 301"/>
                <a:gd name="T19" fmla="*/ 103811974 h 204"/>
                <a:gd name="T20" fmla="*/ 47557347 w 301"/>
                <a:gd name="T21" fmla="*/ 103811974 h 204"/>
                <a:gd name="T22" fmla="*/ 0 w 301"/>
                <a:gd name="T23" fmla="*/ 56722710 h 204"/>
                <a:gd name="T24" fmla="*/ 0 w 301"/>
                <a:gd name="T25" fmla="*/ 56722710 h 204"/>
                <a:gd name="T26" fmla="*/ 29182728 w 301"/>
                <a:gd name="T27" fmla="*/ 38528614 h 204"/>
                <a:gd name="T28" fmla="*/ 67013192 w 301"/>
                <a:gd name="T29" fmla="*/ 19263790 h 204"/>
                <a:gd name="T30" fmla="*/ 67013192 w 301"/>
                <a:gd name="T31" fmla="*/ 19263790 h 204"/>
                <a:gd name="T32" fmla="*/ 104842616 w 301"/>
                <a:gd name="T33" fmla="*/ 0 h 204"/>
                <a:gd name="T34" fmla="*/ 152399963 w 301"/>
                <a:gd name="T35" fmla="*/ 0 h 204"/>
                <a:gd name="T36" fmla="*/ 152399963 w 301"/>
                <a:gd name="T37" fmla="*/ 0 h 204"/>
                <a:gd name="T38" fmla="*/ 181583731 w 301"/>
                <a:gd name="T39" fmla="*/ 0 h 204"/>
                <a:gd name="T40" fmla="*/ 181583731 w 301"/>
                <a:gd name="T41" fmla="*/ 0 h 204"/>
                <a:gd name="T42" fmla="*/ 219413155 w 301"/>
                <a:gd name="T43" fmla="*/ 0 h 204"/>
                <a:gd name="T44" fmla="*/ 248595884 w 301"/>
                <a:gd name="T45" fmla="*/ 9632412 h 204"/>
                <a:gd name="T46" fmla="*/ 305881153 w 301"/>
                <a:gd name="T47" fmla="*/ 47090298 h 204"/>
                <a:gd name="T48" fmla="*/ 305881153 w 301"/>
                <a:gd name="T49" fmla="*/ 47090298 h 204"/>
                <a:gd name="T50" fmla="*/ 314528889 w 301"/>
                <a:gd name="T51" fmla="*/ 66354088 h 204"/>
                <a:gd name="T52" fmla="*/ 324255772 w 301"/>
                <a:gd name="T53" fmla="*/ 95250289 h 20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301" h="204">
                  <a:moveTo>
                    <a:pt x="300" y="89"/>
                  </a:moveTo>
                  <a:lnTo>
                    <a:pt x="300" y="89"/>
                  </a:lnTo>
                  <a:lnTo>
                    <a:pt x="256" y="106"/>
                  </a:lnTo>
                  <a:lnTo>
                    <a:pt x="212" y="133"/>
                  </a:lnTo>
                  <a:lnTo>
                    <a:pt x="177" y="168"/>
                  </a:lnTo>
                  <a:lnTo>
                    <a:pt x="141" y="203"/>
                  </a:lnTo>
                  <a:lnTo>
                    <a:pt x="115" y="168"/>
                  </a:lnTo>
                  <a:lnTo>
                    <a:pt x="44" y="97"/>
                  </a:lnTo>
                  <a:lnTo>
                    <a:pt x="0" y="53"/>
                  </a:lnTo>
                  <a:lnTo>
                    <a:pt x="27" y="36"/>
                  </a:lnTo>
                  <a:lnTo>
                    <a:pt x="62" y="18"/>
                  </a:lnTo>
                  <a:lnTo>
                    <a:pt x="97" y="0"/>
                  </a:lnTo>
                  <a:lnTo>
                    <a:pt x="141" y="0"/>
                  </a:lnTo>
                  <a:lnTo>
                    <a:pt x="168" y="0"/>
                  </a:lnTo>
                  <a:lnTo>
                    <a:pt x="203" y="0"/>
                  </a:lnTo>
                  <a:lnTo>
                    <a:pt x="230" y="9"/>
                  </a:lnTo>
                  <a:lnTo>
                    <a:pt x="283" y="44"/>
                  </a:lnTo>
                  <a:lnTo>
                    <a:pt x="291" y="62"/>
                  </a:lnTo>
                  <a:lnTo>
                    <a:pt x="300" y="89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7"/>
            <p:cNvSpPr>
              <a:spLocks noChangeArrowheads="1"/>
            </p:cNvSpPr>
            <p:nvPr/>
          </p:nvSpPr>
          <p:spPr bwMode="auto">
            <a:xfrm>
              <a:off x="5065205" y="2821968"/>
              <a:ext cx="1046746" cy="624635"/>
            </a:xfrm>
            <a:custGeom>
              <a:avLst/>
              <a:gdLst>
                <a:gd name="T0" fmla="*/ 802241326 w 1006"/>
                <a:gd name="T1" fmla="*/ 648119613 h 601"/>
                <a:gd name="T2" fmla="*/ 887769630 w 1006"/>
                <a:gd name="T3" fmla="*/ 582227376 h 601"/>
                <a:gd name="T4" fmla="*/ 1002530866 w 1006"/>
                <a:gd name="T5" fmla="*/ 543339950 h 601"/>
                <a:gd name="T6" fmla="*/ 1069654754 w 1006"/>
                <a:gd name="T7" fmla="*/ 543339950 h 601"/>
                <a:gd name="T8" fmla="*/ 1088059171 w 1006"/>
                <a:gd name="T9" fmla="*/ 467725857 h 601"/>
                <a:gd name="T10" fmla="*/ 1079398024 w 1006"/>
                <a:gd name="T11" fmla="*/ 391031903 h 601"/>
                <a:gd name="T12" fmla="*/ 1059910444 w 1006"/>
                <a:gd name="T13" fmla="*/ 324059807 h 601"/>
                <a:gd name="T14" fmla="*/ 1022018447 w 1006"/>
                <a:gd name="T15" fmla="*/ 276530384 h 601"/>
                <a:gd name="T16" fmla="*/ 992786556 w 1006"/>
                <a:gd name="T17" fmla="*/ 238723857 h 601"/>
                <a:gd name="T18" fmla="*/ 878026360 w 1006"/>
                <a:gd name="T19" fmla="*/ 143666050 h 601"/>
                <a:gd name="T20" fmla="*/ 763266165 w 1006"/>
                <a:gd name="T21" fmla="*/ 76693953 h 601"/>
                <a:gd name="T22" fmla="*/ 658249240 w 1006"/>
                <a:gd name="T23" fmla="*/ 38887426 h 601"/>
                <a:gd name="T24" fmla="*/ 572719894 w 1006"/>
                <a:gd name="T25" fmla="*/ 9721857 h 601"/>
                <a:gd name="T26" fmla="*/ 515339276 w 1006"/>
                <a:gd name="T27" fmla="*/ 0 h 601"/>
                <a:gd name="T28" fmla="*/ 457959699 w 1006"/>
                <a:gd name="T29" fmla="*/ 0 h 601"/>
                <a:gd name="T30" fmla="*/ 315049736 w 1006"/>
                <a:gd name="T31" fmla="*/ 29165570 h 601"/>
                <a:gd name="T32" fmla="*/ 247925848 w 1006"/>
                <a:gd name="T33" fmla="*/ 57250240 h 601"/>
                <a:gd name="T34" fmla="*/ 95272615 w 1006"/>
                <a:gd name="T35" fmla="*/ 153387907 h 601"/>
                <a:gd name="T36" fmla="*/ 85529345 w 1006"/>
                <a:gd name="T37" fmla="*/ 162029903 h 601"/>
                <a:gd name="T38" fmla="*/ 85529345 w 1006"/>
                <a:gd name="T39" fmla="*/ 181473616 h 601"/>
                <a:gd name="T40" fmla="*/ 85529345 w 1006"/>
                <a:gd name="T41" fmla="*/ 200917329 h 601"/>
                <a:gd name="T42" fmla="*/ 66041765 w 1006"/>
                <a:gd name="T43" fmla="*/ 286252240 h 601"/>
                <a:gd name="T44" fmla="*/ 18405457 w 1006"/>
                <a:gd name="T45" fmla="*/ 372669089 h 601"/>
                <a:gd name="T46" fmla="*/ 18405457 w 1006"/>
                <a:gd name="T47" fmla="*/ 372669089 h 601"/>
                <a:gd name="T48" fmla="*/ 0 w 1006"/>
                <a:gd name="T49" fmla="*/ 438560287 h 601"/>
                <a:gd name="T50" fmla="*/ 8661147 w 1006"/>
                <a:gd name="T51" fmla="*/ 448282143 h 601"/>
                <a:gd name="T52" fmla="*/ 47636308 w 1006"/>
                <a:gd name="T53" fmla="*/ 477447713 h 601"/>
                <a:gd name="T54" fmla="*/ 95272615 w 1006"/>
                <a:gd name="T55" fmla="*/ 515255279 h 601"/>
                <a:gd name="T56" fmla="*/ 133165653 w 1006"/>
                <a:gd name="T57" fmla="*/ 562783663 h 601"/>
                <a:gd name="T58" fmla="*/ 162396503 w 1006"/>
                <a:gd name="T59" fmla="*/ 600590190 h 601"/>
                <a:gd name="T60" fmla="*/ 162396503 w 1006"/>
                <a:gd name="T61" fmla="*/ 600590190 h 601"/>
                <a:gd name="T62" fmla="*/ 171057650 w 1006"/>
                <a:gd name="T63" fmla="*/ 590868334 h 601"/>
                <a:gd name="T64" fmla="*/ 200289541 w 1006"/>
                <a:gd name="T65" fmla="*/ 524976097 h 601"/>
                <a:gd name="T66" fmla="*/ 257670158 w 1006"/>
                <a:gd name="T67" fmla="*/ 486089710 h 601"/>
                <a:gd name="T68" fmla="*/ 343198463 w 1006"/>
                <a:gd name="T69" fmla="*/ 458004000 h 601"/>
                <a:gd name="T70" fmla="*/ 429810972 w 1006"/>
                <a:gd name="T71" fmla="*/ 448282143 h 601"/>
                <a:gd name="T72" fmla="*/ 544571167 w 1006"/>
                <a:gd name="T73" fmla="*/ 448282143 h 601"/>
                <a:gd name="T74" fmla="*/ 592207475 w 1006"/>
                <a:gd name="T75" fmla="*/ 467725857 h 601"/>
                <a:gd name="T76" fmla="*/ 630100512 w 1006"/>
                <a:gd name="T77" fmla="*/ 495811566 h 601"/>
                <a:gd name="T78" fmla="*/ 735117438 w 1006"/>
                <a:gd name="T79" fmla="*/ 572505520 h 601"/>
                <a:gd name="T80" fmla="*/ 763266165 w 1006"/>
                <a:gd name="T81" fmla="*/ 600590190 h 60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06" h="601">
                  <a:moveTo>
                    <a:pt x="741" y="600"/>
                  </a:moveTo>
                  <a:lnTo>
                    <a:pt x="741" y="600"/>
                  </a:lnTo>
                  <a:lnTo>
                    <a:pt x="776" y="565"/>
                  </a:lnTo>
                  <a:lnTo>
                    <a:pt x="820" y="539"/>
                  </a:lnTo>
                  <a:lnTo>
                    <a:pt x="873" y="512"/>
                  </a:lnTo>
                  <a:lnTo>
                    <a:pt x="926" y="503"/>
                  </a:lnTo>
                  <a:lnTo>
                    <a:pt x="988" y="503"/>
                  </a:lnTo>
                  <a:lnTo>
                    <a:pt x="1005" y="433"/>
                  </a:lnTo>
                  <a:lnTo>
                    <a:pt x="997" y="362"/>
                  </a:lnTo>
                  <a:lnTo>
                    <a:pt x="988" y="327"/>
                  </a:lnTo>
                  <a:lnTo>
                    <a:pt x="979" y="300"/>
                  </a:lnTo>
                  <a:lnTo>
                    <a:pt x="944" y="256"/>
                  </a:lnTo>
                  <a:lnTo>
                    <a:pt x="917" y="221"/>
                  </a:lnTo>
                  <a:lnTo>
                    <a:pt x="811" y="133"/>
                  </a:lnTo>
                  <a:lnTo>
                    <a:pt x="758" y="97"/>
                  </a:lnTo>
                  <a:lnTo>
                    <a:pt x="705" y="71"/>
                  </a:lnTo>
                  <a:lnTo>
                    <a:pt x="608" y="36"/>
                  </a:lnTo>
                  <a:lnTo>
                    <a:pt x="529" y="9"/>
                  </a:lnTo>
                  <a:lnTo>
                    <a:pt x="476" y="0"/>
                  </a:lnTo>
                  <a:lnTo>
                    <a:pt x="423" y="0"/>
                  </a:lnTo>
                  <a:lnTo>
                    <a:pt x="353" y="18"/>
                  </a:lnTo>
                  <a:lnTo>
                    <a:pt x="291" y="27"/>
                  </a:lnTo>
                  <a:lnTo>
                    <a:pt x="229" y="53"/>
                  </a:lnTo>
                  <a:lnTo>
                    <a:pt x="185" y="80"/>
                  </a:lnTo>
                  <a:lnTo>
                    <a:pt x="88" y="142"/>
                  </a:lnTo>
                  <a:lnTo>
                    <a:pt x="79" y="150"/>
                  </a:lnTo>
                  <a:lnTo>
                    <a:pt x="79" y="168"/>
                  </a:lnTo>
                  <a:lnTo>
                    <a:pt x="79" y="186"/>
                  </a:lnTo>
                  <a:lnTo>
                    <a:pt x="70" y="230"/>
                  </a:lnTo>
                  <a:lnTo>
                    <a:pt x="61" y="265"/>
                  </a:lnTo>
                  <a:lnTo>
                    <a:pt x="44" y="309"/>
                  </a:lnTo>
                  <a:lnTo>
                    <a:pt x="17" y="345"/>
                  </a:lnTo>
                  <a:lnTo>
                    <a:pt x="0" y="406"/>
                  </a:lnTo>
                  <a:lnTo>
                    <a:pt x="8" y="415"/>
                  </a:lnTo>
                  <a:lnTo>
                    <a:pt x="44" y="442"/>
                  </a:lnTo>
                  <a:lnTo>
                    <a:pt x="88" y="477"/>
                  </a:lnTo>
                  <a:lnTo>
                    <a:pt x="123" y="521"/>
                  </a:lnTo>
                  <a:lnTo>
                    <a:pt x="150" y="556"/>
                  </a:lnTo>
                  <a:lnTo>
                    <a:pt x="158" y="547"/>
                  </a:lnTo>
                  <a:lnTo>
                    <a:pt x="167" y="512"/>
                  </a:lnTo>
                  <a:lnTo>
                    <a:pt x="185" y="486"/>
                  </a:lnTo>
                  <a:lnTo>
                    <a:pt x="211" y="468"/>
                  </a:lnTo>
                  <a:lnTo>
                    <a:pt x="238" y="450"/>
                  </a:lnTo>
                  <a:lnTo>
                    <a:pt x="317" y="424"/>
                  </a:lnTo>
                  <a:lnTo>
                    <a:pt x="397" y="415"/>
                  </a:lnTo>
                  <a:lnTo>
                    <a:pt x="450" y="415"/>
                  </a:lnTo>
                  <a:lnTo>
                    <a:pt x="503" y="415"/>
                  </a:lnTo>
                  <a:lnTo>
                    <a:pt x="547" y="433"/>
                  </a:lnTo>
                  <a:lnTo>
                    <a:pt x="582" y="459"/>
                  </a:lnTo>
                  <a:lnTo>
                    <a:pt x="653" y="503"/>
                  </a:lnTo>
                  <a:lnTo>
                    <a:pt x="679" y="530"/>
                  </a:lnTo>
                  <a:lnTo>
                    <a:pt x="705" y="556"/>
                  </a:lnTo>
                  <a:lnTo>
                    <a:pt x="741" y="600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8"/>
            <p:cNvSpPr>
              <a:spLocks noChangeArrowheads="1"/>
            </p:cNvSpPr>
            <p:nvPr/>
          </p:nvSpPr>
          <p:spPr bwMode="auto">
            <a:xfrm>
              <a:off x="5258058" y="3318037"/>
              <a:ext cx="550664" cy="477876"/>
            </a:xfrm>
            <a:custGeom>
              <a:avLst/>
              <a:gdLst>
                <a:gd name="T0" fmla="*/ 542986913 w 530"/>
                <a:gd name="T1" fmla="*/ 314056991 h 460"/>
                <a:gd name="T2" fmla="*/ 542986913 w 530"/>
                <a:gd name="T3" fmla="*/ 314056991 h 460"/>
                <a:gd name="T4" fmla="*/ 552702496 w 530"/>
                <a:gd name="T5" fmla="*/ 276282971 h 460"/>
                <a:gd name="T6" fmla="*/ 552702496 w 530"/>
                <a:gd name="T7" fmla="*/ 266570660 h 460"/>
                <a:gd name="T8" fmla="*/ 552702496 w 530"/>
                <a:gd name="T9" fmla="*/ 266570660 h 460"/>
                <a:gd name="T10" fmla="*/ 552702496 w 530"/>
                <a:gd name="T11" fmla="*/ 266570660 h 460"/>
                <a:gd name="T12" fmla="*/ 571054153 w 530"/>
                <a:gd name="T13" fmla="*/ 199657632 h 460"/>
                <a:gd name="T14" fmla="*/ 571054153 w 530"/>
                <a:gd name="T15" fmla="*/ 199657632 h 460"/>
                <a:gd name="T16" fmla="*/ 561338570 w 530"/>
                <a:gd name="T17" fmla="*/ 189945321 h 460"/>
                <a:gd name="T18" fmla="*/ 561338570 w 530"/>
                <a:gd name="T19" fmla="*/ 189945321 h 460"/>
                <a:gd name="T20" fmla="*/ 505205128 w 530"/>
                <a:gd name="T21" fmla="*/ 114398320 h 460"/>
                <a:gd name="T22" fmla="*/ 505205128 w 530"/>
                <a:gd name="T23" fmla="*/ 114398320 h 460"/>
                <a:gd name="T24" fmla="*/ 476058379 w 530"/>
                <a:gd name="T25" fmla="*/ 85259312 h 460"/>
                <a:gd name="T26" fmla="*/ 447991139 w 530"/>
                <a:gd name="T27" fmla="*/ 66911990 h 460"/>
                <a:gd name="T28" fmla="*/ 447991139 w 530"/>
                <a:gd name="T29" fmla="*/ 66911990 h 460"/>
                <a:gd name="T30" fmla="*/ 381062605 w 530"/>
                <a:gd name="T31" fmla="*/ 28059632 h 460"/>
                <a:gd name="T32" fmla="*/ 381062605 w 530"/>
                <a:gd name="T33" fmla="*/ 28059632 h 460"/>
                <a:gd name="T34" fmla="*/ 343279782 w 530"/>
                <a:gd name="T35" fmla="*/ 9713349 h 460"/>
                <a:gd name="T36" fmla="*/ 294702905 w 530"/>
                <a:gd name="T37" fmla="*/ 0 h 460"/>
                <a:gd name="T38" fmla="*/ 294702905 w 530"/>
                <a:gd name="T39" fmla="*/ 0 h 460"/>
                <a:gd name="T40" fmla="*/ 237489954 w 530"/>
                <a:gd name="T41" fmla="*/ 0 h 460"/>
                <a:gd name="T42" fmla="*/ 181355474 w 530"/>
                <a:gd name="T43" fmla="*/ 0 h 460"/>
                <a:gd name="T44" fmla="*/ 132778597 w 530"/>
                <a:gd name="T45" fmla="*/ 19425659 h 460"/>
                <a:gd name="T46" fmla="*/ 75564608 w 530"/>
                <a:gd name="T47" fmla="*/ 37772981 h 460"/>
                <a:gd name="T48" fmla="*/ 75564608 w 530"/>
                <a:gd name="T49" fmla="*/ 37772981 h 460"/>
                <a:gd name="T50" fmla="*/ 57212951 w 530"/>
                <a:gd name="T51" fmla="*/ 57199679 h 460"/>
                <a:gd name="T52" fmla="*/ 37782823 w 530"/>
                <a:gd name="T53" fmla="*/ 85259312 h 460"/>
                <a:gd name="T54" fmla="*/ 37782823 w 530"/>
                <a:gd name="T55" fmla="*/ 85259312 h 460"/>
                <a:gd name="T56" fmla="*/ 0 w 530"/>
                <a:gd name="T57" fmla="*/ 171598000 h 460"/>
                <a:gd name="T58" fmla="*/ 0 w 530"/>
                <a:gd name="T59" fmla="*/ 171598000 h 460"/>
                <a:gd name="T60" fmla="*/ 0 w 530"/>
                <a:gd name="T61" fmla="*/ 181311349 h 460"/>
                <a:gd name="T62" fmla="*/ 0 w 530"/>
                <a:gd name="T63" fmla="*/ 181311349 h 460"/>
                <a:gd name="T64" fmla="*/ 9715583 w 530"/>
                <a:gd name="T65" fmla="*/ 237430613 h 460"/>
                <a:gd name="T66" fmla="*/ 0 w 530"/>
                <a:gd name="T67" fmla="*/ 294630292 h 460"/>
                <a:gd name="T68" fmla="*/ 0 w 530"/>
                <a:gd name="T69" fmla="*/ 294630292 h 460"/>
                <a:gd name="T70" fmla="*/ 0 w 530"/>
                <a:gd name="T71" fmla="*/ 314056991 h 460"/>
                <a:gd name="T72" fmla="*/ 9715583 w 530"/>
                <a:gd name="T73" fmla="*/ 333482650 h 460"/>
                <a:gd name="T74" fmla="*/ 9715583 w 530"/>
                <a:gd name="T75" fmla="*/ 333482650 h 460"/>
                <a:gd name="T76" fmla="*/ 19431166 w 530"/>
                <a:gd name="T77" fmla="*/ 343195999 h 460"/>
                <a:gd name="T78" fmla="*/ 19431166 w 530"/>
                <a:gd name="T79" fmla="*/ 343195999 h 460"/>
                <a:gd name="T80" fmla="*/ 85280191 w 530"/>
                <a:gd name="T81" fmla="*/ 428455311 h 460"/>
                <a:gd name="T82" fmla="*/ 85280191 w 530"/>
                <a:gd name="T83" fmla="*/ 428455311 h 460"/>
                <a:gd name="T84" fmla="*/ 124142523 w 530"/>
                <a:gd name="T85" fmla="*/ 466228292 h 460"/>
                <a:gd name="T86" fmla="*/ 171639891 w 530"/>
                <a:gd name="T87" fmla="*/ 485653951 h 460"/>
                <a:gd name="T88" fmla="*/ 171639891 w 530"/>
                <a:gd name="T89" fmla="*/ 485653951 h 460"/>
                <a:gd name="T90" fmla="*/ 228853880 w 530"/>
                <a:gd name="T91" fmla="*/ 495367300 h 460"/>
                <a:gd name="T92" fmla="*/ 286066831 w 530"/>
                <a:gd name="T93" fmla="*/ 495367300 h 460"/>
                <a:gd name="T94" fmla="*/ 286066831 w 530"/>
                <a:gd name="T95" fmla="*/ 495367300 h 460"/>
                <a:gd name="T96" fmla="*/ 409129845 w 530"/>
                <a:gd name="T97" fmla="*/ 495367300 h 460"/>
                <a:gd name="T98" fmla="*/ 409129845 w 530"/>
                <a:gd name="T99" fmla="*/ 495367300 h 460"/>
                <a:gd name="T100" fmla="*/ 447991139 w 530"/>
                <a:gd name="T101" fmla="*/ 485653951 h 460"/>
                <a:gd name="T102" fmla="*/ 485773962 w 530"/>
                <a:gd name="T103" fmla="*/ 466228292 h 460"/>
                <a:gd name="T104" fmla="*/ 485773962 w 530"/>
                <a:gd name="T105" fmla="*/ 466228292 h 460"/>
                <a:gd name="T106" fmla="*/ 523556785 w 530"/>
                <a:gd name="T107" fmla="*/ 438168660 h 460"/>
                <a:gd name="T108" fmla="*/ 552702496 w 530"/>
                <a:gd name="T109" fmla="*/ 409028612 h 460"/>
                <a:gd name="T110" fmla="*/ 552702496 w 530"/>
                <a:gd name="T111" fmla="*/ 409028612 h 460"/>
                <a:gd name="T112" fmla="*/ 542986913 w 530"/>
                <a:gd name="T113" fmla="*/ 361542282 h 460"/>
                <a:gd name="T114" fmla="*/ 542986913 w 530"/>
                <a:gd name="T115" fmla="*/ 314056991 h 46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530" h="460">
                  <a:moveTo>
                    <a:pt x="503" y="291"/>
                  </a:moveTo>
                  <a:lnTo>
                    <a:pt x="503" y="291"/>
                  </a:lnTo>
                  <a:lnTo>
                    <a:pt x="512" y="256"/>
                  </a:lnTo>
                  <a:lnTo>
                    <a:pt x="512" y="247"/>
                  </a:lnTo>
                  <a:lnTo>
                    <a:pt x="529" y="185"/>
                  </a:lnTo>
                  <a:lnTo>
                    <a:pt x="520" y="176"/>
                  </a:lnTo>
                  <a:lnTo>
                    <a:pt x="468" y="106"/>
                  </a:lnTo>
                  <a:lnTo>
                    <a:pt x="441" y="79"/>
                  </a:lnTo>
                  <a:lnTo>
                    <a:pt x="415" y="62"/>
                  </a:lnTo>
                  <a:lnTo>
                    <a:pt x="353" y="26"/>
                  </a:lnTo>
                  <a:lnTo>
                    <a:pt x="318" y="9"/>
                  </a:lnTo>
                  <a:lnTo>
                    <a:pt x="273" y="0"/>
                  </a:lnTo>
                  <a:lnTo>
                    <a:pt x="220" y="0"/>
                  </a:lnTo>
                  <a:lnTo>
                    <a:pt x="168" y="0"/>
                  </a:lnTo>
                  <a:lnTo>
                    <a:pt x="123" y="18"/>
                  </a:lnTo>
                  <a:lnTo>
                    <a:pt x="70" y="35"/>
                  </a:lnTo>
                  <a:lnTo>
                    <a:pt x="53" y="53"/>
                  </a:lnTo>
                  <a:lnTo>
                    <a:pt x="35" y="79"/>
                  </a:lnTo>
                  <a:lnTo>
                    <a:pt x="0" y="159"/>
                  </a:lnTo>
                  <a:lnTo>
                    <a:pt x="0" y="168"/>
                  </a:lnTo>
                  <a:lnTo>
                    <a:pt x="9" y="220"/>
                  </a:lnTo>
                  <a:lnTo>
                    <a:pt x="0" y="273"/>
                  </a:lnTo>
                  <a:lnTo>
                    <a:pt x="0" y="291"/>
                  </a:lnTo>
                  <a:lnTo>
                    <a:pt x="9" y="309"/>
                  </a:lnTo>
                  <a:lnTo>
                    <a:pt x="18" y="318"/>
                  </a:lnTo>
                  <a:lnTo>
                    <a:pt x="79" y="397"/>
                  </a:lnTo>
                  <a:lnTo>
                    <a:pt x="115" y="432"/>
                  </a:lnTo>
                  <a:lnTo>
                    <a:pt x="159" y="450"/>
                  </a:lnTo>
                  <a:lnTo>
                    <a:pt x="212" y="459"/>
                  </a:lnTo>
                  <a:lnTo>
                    <a:pt x="265" y="459"/>
                  </a:lnTo>
                  <a:lnTo>
                    <a:pt x="379" y="459"/>
                  </a:lnTo>
                  <a:lnTo>
                    <a:pt x="415" y="450"/>
                  </a:lnTo>
                  <a:lnTo>
                    <a:pt x="450" y="432"/>
                  </a:lnTo>
                  <a:lnTo>
                    <a:pt x="485" y="406"/>
                  </a:lnTo>
                  <a:lnTo>
                    <a:pt x="512" y="379"/>
                  </a:lnTo>
                  <a:lnTo>
                    <a:pt x="503" y="335"/>
                  </a:lnTo>
                  <a:lnTo>
                    <a:pt x="503" y="291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39"/>
            <p:cNvSpPr>
              <a:spLocks noChangeArrowheads="1"/>
            </p:cNvSpPr>
            <p:nvPr/>
          </p:nvSpPr>
          <p:spPr bwMode="auto">
            <a:xfrm>
              <a:off x="2889234" y="2821968"/>
              <a:ext cx="779905" cy="624635"/>
            </a:xfrm>
            <a:custGeom>
              <a:avLst/>
              <a:gdLst>
                <a:gd name="T0" fmla="*/ 801270238 w 750"/>
                <a:gd name="T1" fmla="*/ 229002000 h 601"/>
                <a:gd name="T2" fmla="*/ 801270238 w 750"/>
                <a:gd name="T3" fmla="*/ 229002000 h 601"/>
                <a:gd name="T4" fmla="*/ 791538063 w 750"/>
                <a:gd name="T5" fmla="*/ 191195473 h 601"/>
                <a:gd name="T6" fmla="*/ 772074754 w 750"/>
                <a:gd name="T7" fmla="*/ 153387907 h 601"/>
                <a:gd name="T8" fmla="*/ 743959698 w 750"/>
                <a:gd name="T9" fmla="*/ 124223376 h 601"/>
                <a:gd name="T10" fmla="*/ 705031000 w 750"/>
                <a:gd name="T11" fmla="*/ 96137666 h 601"/>
                <a:gd name="T12" fmla="*/ 705031000 w 750"/>
                <a:gd name="T13" fmla="*/ 96137666 h 601"/>
                <a:gd name="T14" fmla="*/ 573108510 w 750"/>
                <a:gd name="T15" fmla="*/ 29165570 h 601"/>
                <a:gd name="T16" fmla="*/ 573108510 w 750"/>
                <a:gd name="T17" fmla="*/ 29165570 h 601"/>
                <a:gd name="T18" fmla="*/ 506065796 w 750"/>
                <a:gd name="T19" fmla="*/ 9721857 h 601"/>
                <a:gd name="T20" fmla="*/ 420640202 w 750"/>
                <a:gd name="T21" fmla="*/ 0 h 601"/>
                <a:gd name="T22" fmla="*/ 420640202 w 750"/>
                <a:gd name="T23" fmla="*/ 0 h 601"/>
                <a:gd name="T24" fmla="*/ 410908027 w 750"/>
                <a:gd name="T25" fmla="*/ 0 h 601"/>
                <a:gd name="T26" fmla="*/ 410908027 w 750"/>
                <a:gd name="T27" fmla="*/ 0 h 601"/>
                <a:gd name="T28" fmla="*/ 343865314 w 750"/>
                <a:gd name="T29" fmla="*/ 19443713 h 601"/>
                <a:gd name="T30" fmla="*/ 286553735 w 750"/>
                <a:gd name="T31" fmla="*/ 57250240 h 601"/>
                <a:gd name="T32" fmla="*/ 286553735 w 750"/>
                <a:gd name="T33" fmla="*/ 57250240 h 601"/>
                <a:gd name="T34" fmla="*/ 219511021 w 750"/>
                <a:gd name="T35" fmla="*/ 104779663 h 601"/>
                <a:gd name="T36" fmla="*/ 153549776 w 750"/>
                <a:gd name="T37" fmla="*/ 153387907 h 601"/>
                <a:gd name="T38" fmla="*/ 153549776 w 750"/>
                <a:gd name="T39" fmla="*/ 153387907 h 601"/>
                <a:gd name="T40" fmla="*/ 104889943 w 750"/>
                <a:gd name="T41" fmla="*/ 181473616 h 601"/>
                <a:gd name="T42" fmla="*/ 67042714 w 750"/>
                <a:gd name="T43" fmla="*/ 210639186 h 601"/>
                <a:gd name="T44" fmla="*/ 38927658 w 750"/>
                <a:gd name="T45" fmla="*/ 248445713 h 601"/>
                <a:gd name="T46" fmla="*/ 9732175 w 750"/>
                <a:gd name="T47" fmla="*/ 295974097 h 601"/>
                <a:gd name="T48" fmla="*/ 9732175 w 750"/>
                <a:gd name="T49" fmla="*/ 295974097 h 601"/>
                <a:gd name="T50" fmla="*/ 0 w 750"/>
                <a:gd name="T51" fmla="*/ 333781663 h 601"/>
                <a:gd name="T52" fmla="*/ 0 w 750"/>
                <a:gd name="T53" fmla="*/ 372669089 h 601"/>
                <a:gd name="T54" fmla="*/ 0 w 750"/>
                <a:gd name="T55" fmla="*/ 372669089 h 601"/>
                <a:gd name="T56" fmla="*/ 9732175 w 750"/>
                <a:gd name="T57" fmla="*/ 458004000 h 601"/>
                <a:gd name="T58" fmla="*/ 9732175 w 750"/>
                <a:gd name="T59" fmla="*/ 458004000 h 601"/>
                <a:gd name="T60" fmla="*/ 19464349 w 750"/>
                <a:gd name="T61" fmla="*/ 495811566 h 601"/>
                <a:gd name="T62" fmla="*/ 38927658 w 750"/>
                <a:gd name="T63" fmla="*/ 543339950 h 601"/>
                <a:gd name="T64" fmla="*/ 38927658 w 750"/>
                <a:gd name="T65" fmla="*/ 543339950 h 601"/>
                <a:gd name="T66" fmla="*/ 47578364 w 750"/>
                <a:gd name="T67" fmla="*/ 543339950 h 601"/>
                <a:gd name="T68" fmla="*/ 47578364 w 750"/>
                <a:gd name="T69" fmla="*/ 543339950 h 601"/>
                <a:gd name="T70" fmla="*/ 124353253 w 750"/>
                <a:gd name="T71" fmla="*/ 590868334 h 601"/>
                <a:gd name="T72" fmla="*/ 181664831 w 750"/>
                <a:gd name="T73" fmla="*/ 648119613 h 601"/>
                <a:gd name="T74" fmla="*/ 181664831 w 750"/>
                <a:gd name="T75" fmla="*/ 648119613 h 601"/>
                <a:gd name="T76" fmla="*/ 201128141 w 750"/>
                <a:gd name="T77" fmla="*/ 648119613 h 601"/>
                <a:gd name="T78" fmla="*/ 201128141 w 750"/>
                <a:gd name="T79" fmla="*/ 648119613 h 601"/>
                <a:gd name="T80" fmla="*/ 209778847 w 750"/>
                <a:gd name="T81" fmla="*/ 648119613 h 601"/>
                <a:gd name="T82" fmla="*/ 219511021 w 750"/>
                <a:gd name="T83" fmla="*/ 639477616 h 601"/>
                <a:gd name="T84" fmla="*/ 219511021 w 750"/>
                <a:gd name="T85" fmla="*/ 639477616 h 601"/>
                <a:gd name="T86" fmla="*/ 229243196 w 750"/>
                <a:gd name="T87" fmla="*/ 610312047 h 601"/>
                <a:gd name="T88" fmla="*/ 248707545 w 750"/>
                <a:gd name="T89" fmla="*/ 582227376 h 601"/>
                <a:gd name="T90" fmla="*/ 276822600 w 750"/>
                <a:gd name="T91" fmla="*/ 553061807 h 601"/>
                <a:gd name="T92" fmla="*/ 306018084 w 750"/>
                <a:gd name="T93" fmla="*/ 534697953 h 601"/>
                <a:gd name="T94" fmla="*/ 306018084 w 750"/>
                <a:gd name="T95" fmla="*/ 534697953 h 601"/>
                <a:gd name="T96" fmla="*/ 391443678 w 750"/>
                <a:gd name="T97" fmla="*/ 495811566 h 601"/>
                <a:gd name="T98" fmla="*/ 391443678 w 750"/>
                <a:gd name="T99" fmla="*/ 495811566 h 601"/>
                <a:gd name="T100" fmla="*/ 496333622 w 750"/>
                <a:gd name="T101" fmla="*/ 458004000 h 601"/>
                <a:gd name="T102" fmla="*/ 600142097 w 750"/>
                <a:gd name="T103" fmla="*/ 428838430 h 601"/>
                <a:gd name="T104" fmla="*/ 600142097 w 750"/>
                <a:gd name="T105" fmla="*/ 428838430 h 601"/>
                <a:gd name="T106" fmla="*/ 781805888 w 750"/>
                <a:gd name="T107" fmla="*/ 400753760 h 601"/>
                <a:gd name="T108" fmla="*/ 781805888 w 750"/>
                <a:gd name="T109" fmla="*/ 400753760 h 601"/>
                <a:gd name="T110" fmla="*/ 791538063 w 750"/>
                <a:gd name="T111" fmla="*/ 391031903 h 601"/>
                <a:gd name="T112" fmla="*/ 791538063 w 750"/>
                <a:gd name="T113" fmla="*/ 391031903 h 601"/>
                <a:gd name="T114" fmla="*/ 801270238 w 750"/>
                <a:gd name="T115" fmla="*/ 362947233 h 601"/>
                <a:gd name="T116" fmla="*/ 809920944 w 750"/>
                <a:gd name="T117" fmla="*/ 324059807 h 601"/>
                <a:gd name="T118" fmla="*/ 809920944 w 750"/>
                <a:gd name="T119" fmla="*/ 324059807 h 601"/>
                <a:gd name="T120" fmla="*/ 801270238 w 750"/>
                <a:gd name="T121" fmla="*/ 229002000 h 6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750" h="601">
                  <a:moveTo>
                    <a:pt x="741" y="212"/>
                  </a:moveTo>
                  <a:lnTo>
                    <a:pt x="741" y="212"/>
                  </a:lnTo>
                  <a:lnTo>
                    <a:pt x="732" y="177"/>
                  </a:lnTo>
                  <a:lnTo>
                    <a:pt x="714" y="142"/>
                  </a:lnTo>
                  <a:lnTo>
                    <a:pt x="688" y="115"/>
                  </a:lnTo>
                  <a:lnTo>
                    <a:pt x="652" y="89"/>
                  </a:lnTo>
                  <a:lnTo>
                    <a:pt x="530" y="27"/>
                  </a:lnTo>
                  <a:lnTo>
                    <a:pt x="468" y="9"/>
                  </a:lnTo>
                  <a:lnTo>
                    <a:pt x="389" y="0"/>
                  </a:lnTo>
                  <a:lnTo>
                    <a:pt x="380" y="0"/>
                  </a:lnTo>
                  <a:lnTo>
                    <a:pt x="318" y="18"/>
                  </a:lnTo>
                  <a:lnTo>
                    <a:pt x="265" y="53"/>
                  </a:lnTo>
                  <a:lnTo>
                    <a:pt x="203" y="97"/>
                  </a:lnTo>
                  <a:lnTo>
                    <a:pt x="142" y="142"/>
                  </a:lnTo>
                  <a:lnTo>
                    <a:pt x="97" y="168"/>
                  </a:lnTo>
                  <a:lnTo>
                    <a:pt x="62" y="195"/>
                  </a:lnTo>
                  <a:lnTo>
                    <a:pt x="36" y="230"/>
                  </a:lnTo>
                  <a:lnTo>
                    <a:pt x="9" y="274"/>
                  </a:lnTo>
                  <a:lnTo>
                    <a:pt x="0" y="309"/>
                  </a:lnTo>
                  <a:lnTo>
                    <a:pt x="0" y="345"/>
                  </a:lnTo>
                  <a:lnTo>
                    <a:pt x="9" y="424"/>
                  </a:lnTo>
                  <a:lnTo>
                    <a:pt x="18" y="459"/>
                  </a:lnTo>
                  <a:lnTo>
                    <a:pt x="36" y="503"/>
                  </a:lnTo>
                  <a:lnTo>
                    <a:pt x="44" y="503"/>
                  </a:lnTo>
                  <a:lnTo>
                    <a:pt x="115" y="547"/>
                  </a:lnTo>
                  <a:lnTo>
                    <a:pt x="168" y="600"/>
                  </a:lnTo>
                  <a:lnTo>
                    <a:pt x="186" y="600"/>
                  </a:lnTo>
                  <a:lnTo>
                    <a:pt x="194" y="600"/>
                  </a:lnTo>
                  <a:lnTo>
                    <a:pt x="203" y="592"/>
                  </a:lnTo>
                  <a:lnTo>
                    <a:pt x="212" y="565"/>
                  </a:lnTo>
                  <a:lnTo>
                    <a:pt x="230" y="539"/>
                  </a:lnTo>
                  <a:lnTo>
                    <a:pt x="256" y="512"/>
                  </a:lnTo>
                  <a:lnTo>
                    <a:pt x="283" y="495"/>
                  </a:lnTo>
                  <a:lnTo>
                    <a:pt x="362" y="459"/>
                  </a:lnTo>
                  <a:lnTo>
                    <a:pt x="459" y="424"/>
                  </a:lnTo>
                  <a:lnTo>
                    <a:pt x="555" y="397"/>
                  </a:lnTo>
                  <a:lnTo>
                    <a:pt x="723" y="371"/>
                  </a:lnTo>
                  <a:lnTo>
                    <a:pt x="732" y="362"/>
                  </a:lnTo>
                  <a:lnTo>
                    <a:pt x="741" y="336"/>
                  </a:lnTo>
                  <a:lnTo>
                    <a:pt x="749" y="300"/>
                  </a:lnTo>
                  <a:lnTo>
                    <a:pt x="741" y="212"/>
                  </a:lnTo>
                </a:path>
              </a:pathLst>
            </a:custGeom>
            <a:solidFill>
              <a:srgbClr val="29AAE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" name="Freeform 121"/>
          <p:cNvSpPr>
            <a:spLocks noChangeArrowheads="1"/>
          </p:cNvSpPr>
          <p:nvPr/>
        </p:nvSpPr>
        <p:spPr bwMode="auto">
          <a:xfrm>
            <a:off x="2057400" y="3275013"/>
            <a:ext cx="828675" cy="600075"/>
          </a:xfrm>
          <a:custGeom>
            <a:avLst/>
            <a:gdLst>
              <a:gd name="T0" fmla="*/ 863683123 w 610"/>
              <a:gd name="T1" fmla="*/ 97688680 h 442"/>
              <a:gd name="T2" fmla="*/ 863683123 w 610"/>
              <a:gd name="T3" fmla="*/ 97688680 h 442"/>
              <a:gd name="T4" fmla="*/ 716045841 w 610"/>
              <a:gd name="T5" fmla="*/ 33176545 h 442"/>
              <a:gd name="T6" fmla="*/ 603471022 w 610"/>
              <a:gd name="T7" fmla="*/ 0 h 442"/>
              <a:gd name="T8" fmla="*/ 472442561 w 610"/>
              <a:gd name="T9" fmla="*/ 0 h 442"/>
              <a:gd name="T10" fmla="*/ 326650100 w 610"/>
              <a:gd name="T11" fmla="*/ 49765496 h 442"/>
              <a:gd name="T12" fmla="*/ 326650100 w 610"/>
              <a:gd name="T13" fmla="*/ 49765496 h 442"/>
              <a:gd name="T14" fmla="*/ 195620281 w 610"/>
              <a:gd name="T15" fmla="*/ 114276274 h 442"/>
              <a:gd name="T16" fmla="*/ 131028461 w 610"/>
              <a:gd name="T17" fmla="*/ 162199458 h 442"/>
              <a:gd name="T18" fmla="*/ 64591820 w 610"/>
              <a:gd name="T19" fmla="*/ 211964954 h 442"/>
              <a:gd name="T20" fmla="*/ 33219000 w 610"/>
              <a:gd name="T21" fmla="*/ 276475732 h 442"/>
              <a:gd name="T22" fmla="*/ 0 w 610"/>
              <a:gd name="T23" fmla="*/ 357575461 h 442"/>
              <a:gd name="T24" fmla="*/ 0 w 610"/>
              <a:gd name="T25" fmla="*/ 423929908 h 442"/>
              <a:gd name="T26" fmla="*/ 16608821 w 610"/>
              <a:gd name="T27" fmla="*/ 505029637 h 442"/>
              <a:gd name="T28" fmla="*/ 16608821 w 610"/>
              <a:gd name="T29" fmla="*/ 505029637 h 442"/>
              <a:gd name="T30" fmla="*/ 33219000 w 610"/>
              <a:gd name="T31" fmla="*/ 569540414 h 442"/>
              <a:gd name="T32" fmla="*/ 81200641 w 610"/>
              <a:gd name="T33" fmla="*/ 634052550 h 442"/>
              <a:gd name="T34" fmla="*/ 162402640 w 610"/>
              <a:gd name="T35" fmla="*/ 715152279 h 442"/>
              <a:gd name="T36" fmla="*/ 276822280 w 610"/>
              <a:gd name="T37" fmla="*/ 764917775 h 442"/>
              <a:gd name="T38" fmla="*/ 391241920 w 610"/>
              <a:gd name="T39" fmla="*/ 798094319 h 442"/>
              <a:gd name="T40" fmla="*/ 522270381 w 610"/>
              <a:gd name="T41" fmla="*/ 812839601 h 442"/>
              <a:gd name="T42" fmla="*/ 651454021 w 610"/>
              <a:gd name="T43" fmla="*/ 798094319 h 442"/>
              <a:gd name="T44" fmla="*/ 895057301 w 610"/>
              <a:gd name="T45" fmla="*/ 764917775 h 442"/>
              <a:gd name="T46" fmla="*/ 895057301 w 610"/>
              <a:gd name="T47" fmla="*/ 764917775 h 442"/>
              <a:gd name="T48" fmla="*/ 961493942 w 610"/>
              <a:gd name="T49" fmla="*/ 748328824 h 442"/>
              <a:gd name="T50" fmla="*/ 1026085762 w 610"/>
              <a:gd name="T51" fmla="*/ 731739872 h 442"/>
              <a:gd name="T52" fmla="*/ 1059304762 w 610"/>
              <a:gd name="T53" fmla="*/ 700406997 h 442"/>
              <a:gd name="T54" fmla="*/ 1090677582 w 610"/>
              <a:gd name="T55" fmla="*/ 667229095 h 442"/>
              <a:gd name="T56" fmla="*/ 1123896582 w 610"/>
              <a:gd name="T57" fmla="*/ 617463599 h 442"/>
              <a:gd name="T58" fmla="*/ 1123896582 w 610"/>
              <a:gd name="T59" fmla="*/ 569540414 h 442"/>
              <a:gd name="T60" fmla="*/ 1123896582 w 610"/>
              <a:gd name="T61" fmla="*/ 455264141 h 442"/>
              <a:gd name="T62" fmla="*/ 1090677582 w 610"/>
              <a:gd name="T63" fmla="*/ 340987867 h 442"/>
              <a:gd name="T64" fmla="*/ 1026085762 w 610"/>
              <a:gd name="T65" fmla="*/ 245142856 h 442"/>
              <a:gd name="T66" fmla="*/ 944885122 w 610"/>
              <a:gd name="T67" fmla="*/ 147454176 h 442"/>
              <a:gd name="T68" fmla="*/ 863683123 w 610"/>
              <a:gd name="T69" fmla="*/ 97688680 h 442"/>
              <a:gd name="T70" fmla="*/ 863683123 w 610"/>
              <a:gd name="T71" fmla="*/ 97688680 h 442"/>
              <a:gd name="T72" fmla="*/ 880293302 w 610"/>
              <a:gd name="T73" fmla="*/ 97688680 h 442"/>
              <a:gd name="T74" fmla="*/ 863683123 w 610"/>
              <a:gd name="T75" fmla="*/ 97688680 h 44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10" h="442">
                <a:moveTo>
                  <a:pt x="468" y="53"/>
                </a:moveTo>
                <a:lnTo>
                  <a:pt x="468" y="53"/>
                </a:lnTo>
                <a:lnTo>
                  <a:pt x="388" y="18"/>
                </a:lnTo>
                <a:lnTo>
                  <a:pt x="327" y="0"/>
                </a:lnTo>
                <a:lnTo>
                  <a:pt x="256" y="0"/>
                </a:lnTo>
                <a:lnTo>
                  <a:pt x="177" y="27"/>
                </a:lnTo>
                <a:lnTo>
                  <a:pt x="106" y="62"/>
                </a:lnTo>
                <a:lnTo>
                  <a:pt x="71" y="88"/>
                </a:lnTo>
                <a:lnTo>
                  <a:pt x="35" y="115"/>
                </a:lnTo>
                <a:lnTo>
                  <a:pt x="18" y="150"/>
                </a:lnTo>
                <a:lnTo>
                  <a:pt x="0" y="194"/>
                </a:lnTo>
                <a:lnTo>
                  <a:pt x="0" y="230"/>
                </a:lnTo>
                <a:lnTo>
                  <a:pt x="9" y="274"/>
                </a:lnTo>
                <a:lnTo>
                  <a:pt x="18" y="309"/>
                </a:lnTo>
                <a:lnTo>
                  <a:pt x="44" y="344"/>
                </a:lnTo>
                <a:lnTo>
                  <a:pt x="88" y="388"/>
                </a:lnTo>
                <a:lnTo>
                  <a:pt x="150" y="415"/>
                </a:lnTo>
                <a:lnTo>
                  <a:pt x="212" y="433"/>
                </a:lnTo>
                <a:lnTo>
                  <a:pt x="283" y="441"/>
                </a:lnTo>
                <a:lnTo>
                  <a:pt x="353" y="433"/>
                </a:lnTo>
                <a:lnTo>
                  <a:pt x="485" y="415"/>
                </a:lnTo>
                <a:lnTo>
                  <a:pt x="521" y="406"/>
                </a:lnTo>
                <a:lnTo>
                  <a:pt x="556" y="397"/>
                </a:lnTo>
                <a:lnTo>
                  <a:pt x="574" y="380"/>
                </a:lnTo>
                <a:lnTo>
                  <a:pt x="591" y="362"/>
                </a:lnTo>
                <a:lnTo>
                  <a:pt x="609" y="335"/>
                </a:lnTo>
                <a:lnTo>
                  <a:pt x="609" y="309"/>
                </a:lnTo>
                <a:lnTo>
                  <a:pt x="609" y="247"/>
                </a:lnTo>
                <a:lnTo>
                  <a:pt x="591" y="185"/>
                </a:lnTo>
                <a:lnTo>
                  <a:pt x="556" y="133"/>
                </a:lnTo>
                <a:lnTo>
                  <a:pt x="512" y="80"/>
                </a:lnTo>
                <a:lnTo>
                  <a:pt x="468" y="53"/>
                </a:lnTo>
                <a:lnTo>
                  <a:pt x="477" y="53"/>
                </a:lnTo>
                <a:lnTo>
                  <a:pt x="468" y="53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Freeform 122"/>
          <p:cNvSpPr>
            <a:spLocks noChangeArrowheads="1"/>
          </p:cNvSpPr>
          <p:nvPr/>
        </p:nvSpPr>
        <p:spPr bwMode="auto">
          <a:xfrm>
            <a:off x="6529388" y="3346450"/>
            <a:ext cx="841375" cy="517525"/>
          </a:xfrm>
          <a:custGeom>
            <a:avLst/>
            <a:gdLst>
              <a:gd name="T0" fmla="*/ 848921507 w 618"/>
              <a:gd name="T1" fmla="*/ 49816875 h 381"/>
              <a:gd name="T2" fmla="*/ 848921507 w 618"/>
              <a:gd name="T3" fmla="*/ 49816875 h 381"/>
              <a:gd name="T4" fmla="*/ 719174131 w 618"/>
              <a:gd name="T5" fmla="*/ 16605625 h 381"/>
              <a:gd name="T6" fmla="*/ 587572461 w 618"/>
              <a:gd name="T7" fmla="*/ 0 h 381"/>
              <a:gd name="T8" fmla="*/ 457825085 w 618"/>
              <a:gd name="T9" fmla="*/ 0 h 381"/>
              <a:gd name="T10" fmla="*/ 342905240 w 618"/>
              <a:gd name="T11" fmla="*/ 0 h 381"/>
              <a:gd name="T12" fmla="*/ 342905240 w 618"/>
              <a:gd name="T13" fmla="*/ 0 h 381"/>
              <a:gd name="T14" fmla="*/ 211303571 w 618"/>
              <a:gd name="T15" fmla="*/ 33211250 h 381"/>
              <a:gd name="T16" fmla="*/ 163111027 w 618"/>
              <a:gd name="T17" fmla="*/ 64577883 h 381"/>
              <a:gd name="T18" fmla="*/ 113065552 w 618"/>
              <a:gd name="T19" fmla="*/ 97789133 h 381"/>
              <a:gd name="T20" fmla="*/ 81556194 w 618"/>
              <a:gd name="T21" fmla="*/ 131000383 h 381"/>
              <a:gd name="T22" fmla="*/ 48192544 w 618"/>
              <a:gd name="T23" fmla="*/ 178971283 h 381"/>
              <a:gd name="T24" fmla="*/ 14828894 w 618"/>
              <a:gd name="T25" fmla="*/ 309971667 h 381"/>
              <a:gd name="T26" fmla="*/ 14828894 w 618"/>
              <a:gd name="T27" fmla="*/ 309971667 h 381"/>
              <a:gd name="T28" fmla="*/ 0 w 618"/>
              <a:gd name="T29" fmla="*/ 391155175 h 381"/>
              <a:gd name="T30" fmla="*/ 0 w 618"/>
              <a:gd name="T31" fmla="*/ 391155175 h 381"/>
              <a:gd name="T32" fmla="*/ 0 w 618"/>
              <a:gd name="T33" fmla="*/ 455731700 h 381"/>
              <a:gd name="T34" fmla="*/ 0 w 618"/>
              <a:gd name="T35" fmla="*/ 505548575 h 381"/>
              <a:gd name="T36" fmla="*/ 0 w 618"/>
              <a:gd name="T37" fmla="*/ 505548575 h 381"/>
              <a:gd name="T38" fmla="*/ 81556194 w 618"/>
              <a:gd name="T39" fmla="*/ 586732083 h 381"/>
              <a:gd name="T40" fmla="*/ 163111027 w 618"/>
              <a:gd name="T41" fmla="*/ 651309967 h 381"/>
              <a:gd name="T42" fmla="*/ 261349046 w 618"/>
              <a:gd name="T43" fmla="*/ 684521217 h 381"/>
              <a:gd name="T44" fmla="*/ 309541590 w 618"/>
              <a:gd name="T45" fmla="*/ 701126842 h 381"/>
              <a:gd name="T46" fmla="*/ 376268890 w 618"/>
              <a:gd name="T47" fmla="*/ 701126842 h 381"/>
              <a:gd name="T48" fmla="*/ 376268890 w 618"/>
              <a:gd name="T49" fmla="*/ 701126842 h 381"/>
              <a:gd name="T50" fmla="*/ 800730325 w 618"/>
              <a:gd name="T51" fmla="*/ 701126842 h 381"/>
              <a:gd name="T52" fmla="*/ 800730325 w 618"/>
              <a:gd name="T53" fmla="*/ 701126842 h 381"/>
              <a:gd name="T54" fmla="*/ 834093975 w 618"/>
              <a:gd name="T55" fmla="*/ 684521217 h 381"/>
              <a:gd name="T56" fmla="*/ 834093975 w 618"/>
              <a:gd name="T57" fmla="*/ 684521217 h 381"/>
              <a:gd name="T58" fmla="*/ 932330633 w 618"/>
              <a:gd name="T59" fmla="*/ 634704342 h 381"/>
              <a:gd name="T60" fmla="*/ 1013886827 w 618"/>
              <a:gd name="T61" fmla="*/ 586732083 h 381"/>
              <a:gd name="T62" fmla="*/ 1078761196 w 618"/>
              <a:gd name="T63" fmla="*/ 520309583 h 381"/>
              <a:gd name="T64" fmla="*/ 1112124846 w 618"/>
              <a:gd name="T65" fmla="*/ 439126075 h 381"/>
              <a:gd name="T66" fmla="*/ 1112124846 w 618"/>
              <a:gd name="T67" fmla="*/ 439126075 h 381"/>
              <a:gd name="T68" fmla="*/ 1143635565 w 618"/>
              <a:gd name="T69" fmla="*/ 326577292 h 381"/>
              <a:gd name="T70" fmla="*/ 1143635565 w 618"/>
              <a:gd name="T71" fmla="*/ 276760417 h 381"/>
              <a:gd name="T72" fmla="*/ 1126953740 w 618"/>
              <a:gd name="T73" fmla="*/ 260154792 h 381"/>
              <a:gd name="T74" fmla="*/ 1126953740 w 618"/>
              <a:gd name="T75" fmla="*/ 260154792 h 381"/>
              <a:gd name="T76" fmla="*/ 1013886827 w 618"/>
              <a:gd name="T77" fmla="*/ 147606008 h 381"/>
              <a:gd name="T78" fmla="*/ 932330633 w 618"/>
              <a:gd name="T79" fmla="*/ 81183508 h 381"/>
              <a:gd name="T80" fmla="*/ 848921507 w 618"/>
              <a:gd name="T81" fmla="*/ 49816875 h 381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618" h="381">
                <a:moveTo>
                  <a:pt x="458" y="27"/>
                </a:moveTo>
                <a:lnTo>
                  <a:pt x="458" y="27"/>
                </a:lnTo>
                <a:lnTo>
                  <a:pt x="388" y="9"/>
                </a:lnTo>
                <a:lnTo>
                  <a:pt x="317" y="0"/>
                </a:lnTo>
                <a:lnTo>
                  <a:pt x="247" y="0"/>
                </a:lnTo>
                <a:lnTo>
                  <a:pt x="185" y="0"/>
                </a:lnTo>
                <a:lnTo>
                  <a:pt x="114" y="18"/>
                </a:lnTo>
                <a:lnTo>
                  <a:pt x="88" y="35"/>
                </a:lnTo>
                <a:lnTo>
                  <a:pt x="61" y="53"/>
                </a:lnTo>
                <a:lnTo>
                  <a:pt x="44" y="71"/>
                </a:lnTo>
                <a:lnTo>
                  <a:pt x="26" y="97"/>
                </a:lnTo>
                <a:lnTo>
                  <a:pt x="8" y="168"/>
                </a:lnTo>
                <a:lnTo>
                  <a:pt x="0" y="212"/>
                </a:lnTo>
                <a:lnTo>
                  <a:pt x="0" y="247"/>
                </a:lnTo>
                <a:lnTo>
                  <a:pt x="0" y="274"/>
                </a:lnTo>
                <a:lnTo>
                  <a:pt x="44" y="318"/>
                </a:lnTo>
                <a:lnTo>
                  <a:pt x="88" y="353"/>
                </a:lnTo>
                <a:lnTo>
                  <a:pt x="141" y="371"/>
                </a:lnTo>
                <a:lnTo>
                  <a:pt x="167" y="380"/>
                </a:lnTo>
                <a:lnTo>
                  <a:pt x="203" y="380"/>
                </a:lnTo>
                <a:lnTo>
                  <a:pt x="432" y="380"/>
                </a:lnTo>
                <a:lnTo>
                  <a:pt x="450" y="371"/>
                </a:lnTo>
                <a:lnTo>
                  <a:pt x="503" y="344"/>
                </a:lnTo>
                <a:lnTo>
                  <a:pt x="547" y="318"/>
                </a:lnTo>
                <a:lnTo>
                  <a:pt x="582" y="282"/>
                </a:lnTo>
                <a:lnTo>
                  <a:pt x="600" y="238"/>
                </a:lnTo>
                <a:lnTo>
                  <a:pt x="617" y="177"/>
                </a:lnTo>
                <a:lnTo>
                  <a:pt x="617" y="150"/>
                </a:lnTo>
                <a:lnTo>
                  <a:pt x="608" y="141"/>
                </a:lnTo>
                <a:lnTo>
                  <a:pt x="547" y="80"/>
                </a:lnTo>
                <a:lnTo>
                  <a:pt x="503" y="44"/>
                </a:lnTo>
                <a:lnTo>
                  <a:pt x="458" y="27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3165475" y="3246438"/>
            <a:ext cx="3021013" cy="657225"/>
            <a:chOff x="3165475" y="3949700"/>
            <a:chExt cx="876300" cy="190500"/>
          </a:xfrm>
        </p:grpSpPr>
        <p:sp>
          <p:nvSpPr>
            <p:cNvPr id="44" name="Freeform 123"/>
            <p:cNvSpPr>
              <a:spLocks noChangeArrowheads="1"/>
            </p:cNvSpPr>
            <p:nvPr/>
          </p:nvSpPr>
          <p:spPr bwMode="auto">
            <a:xfrm>
              <a:off x="3276452" y="4019642"/>
              <a:ext cx="654347" cy="38192"/>
            </a:xfrm>
            <a:custGeom>
              <a:avLst/>
              <a:gdLst>
                <a:gd name="T0" fmla="*/ 129029094 w 1818"/>
                <a:gd name="T1" fmla="*/ 11211315 h 107"/>
                <a:gd name="T2" fmla="*/ 81096557 w 1818"/>
                <a:gd name="T3" fmla="*/ 11211315 h 107"/>
                <a:gd name="T4" fmla="*/ 53632699 w 1818"/>
                <a:gd name="T5" fmla="*/ 10064841 h 107"/>
                <a:gd name="T6" fmla="*/ 25002678 w 1818"/>
                <a:gd name="T7" fmla="*/ 11211315 h 107"/>
                <a:gd name="T8" fmla="*/ 12436552 w 1818"/>
                <a:gd name="T9" fmla="*/ 13504620 h 107"/>
                <a:gd name="T10" fmla="*/ 4533998 w 1818"/>
                <a:gd name="T11" fmla="*/ 12358146 h 107"/>
                <a:gd name="T12" fmla="*/ 2331966 w 1818"/>
                <a:gd name="T13" fmla="*/ 11211315 h 107"/>
                <a:gd name="T14" fmla="*/ 3497769 w 1818"/>
                <a:gd name="T15" fmla="*/ 10064841 h 107"/>
                <a:gd name="T16" fmla="*/ 2331966 w 1818"/>
                <a:gd name="T17" fmla="*/ 7771537 h 107"/>
                <a:gd name="T18" fmla="*/ 1165803 w 1818"/>
                <a:gd name="T19" fmla="*/ 5605658 h 107"/>
                <a:gd name="T20" fmla="*/ 2331966 w 1818"/>
                <a:gd name="T21" fmla="*/ 5605658 h 107"/>
                <a:gd name="T22" fmla="*/ 0 w 1818"/>
                <a:gd name="T23" fmla="*/ 4459184 h 107"/>
                <a:gd name="T24" fmla="*/ 2331966 w 1818"/>
                <a:gd name="T25" fmla="*/ 3312353 h 107"/>
                <a:gd name="T26" fmla="*/ 5700161 w 1818"/>
                <a:gd name="T27" fmla="*/ 3312353 h 107"/>
                <a:gd name="T28" fmla="*/ 11270749 w 1818"/>
                <a:gd name="T29" fmla="*/ 3312353 h 107"/>
                <a:gd name="T30" fmla="*/ 18136714 w 1818"/>
                <a:gd name="T31" fmla="*/ 2165879 h 107"/>
                <a:gd name="T32" fmla="*/ 39900410 w 1818"/>
                <a:gd name="T33" fmla="*/ 0 h 107"/>
                <a:gd name="T34" fmla="*/ 59332500 w 1818"/>
                <a:gd name="T35" fmla="*/ 1019048 h 107"/>
                <a:gd name="T36" fmla="*/ 71898626 w 1818"/>
                <a:gd name="T37" fmla="*/ 1019048 h 107"/>
                <a:gd name="T38" fmla="*/ 122163130 w 1818"/>
                <a:gd name="T39" fmla="*/ 2165879 h 107"/>
                <a:gd name="T40" fmla="*/ 143927186 w 1818"/>
                <a:gd name="T41" fmla="*/ 2165879 h 107"/>
                <a:gd name="T42" fmla="*/ 164525079 w 1818"/>
                <a:gd name="T43" fmla="*/ 2165879 h 107"/>
                <a:gd name="T44" fmla="*/ 203389260 w 1818"/>
                <a:gd name="T45" fmla="*/ 2165879 h 107"/>
                <a:gd name="T46" fmla="*/ 221655547 w 1818"/>
                <a:gd name="T47" fmla="*/ 2165879 h 107"/>
                <a:gd name="T48" fmla="*/ 228521512 w 1818"/>
                <a:gd name="T49" fmla="*/ 1019048 h 107"/>
                <a:gd name="T50" fmla="*/ 231889707 w 1818"/>
                <a:gd name="T51" fmla="*/ 1019048 h 107"/>
                <a:gd name="T52" fmla="*/ 233055510 w 1818"/>
                <a:gd name="T53" fmla="*/ 3312353 h 107"/>
                <a:gd name="T54" fmla="*/ 234221673 w 1818"/>
                <a:gd name="T55" fmla="*/ 7771537 h 107"/>
                <a:gd name="T56" fmla="*/ 234221673 w 1818"/>
                <a:gd name="T57" fmla="*/ 10064841 h 107"/>
                <a:gd name="T58" fmla="*/ 230853478 w 1818"/>
                <a:gd name="T59" fmla="*/ 11211315 h 107"/>
                <a:gd name="T60" fmla="*/ 202223457 w 1818"/>
                <a:gd name="T61" fmla="*/ 12358146 h 107"/>
                <a:gd name="T62" fmla="*/ 156493312 w 1818"/>
                <a:gd name="T63" fmla="*/ 11211315 h 10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18" h="107">
                  <a:moveTo>
                    <a:pt x="996" y="88"/>
                  </a:moveTo>
                  <a:lnTo>
                    <a:pt x="996" y="88"/>
                  </a:lnTo>
                  <a:lnTo>
                    <a:pt x="626" y="88"/>
                  </a:lnTo>
                  <a:lnTo>
                    <a:pt x="414" y="79"/>
                  </a:lnTo>
                  <a:lnTo>
                    <a:pt x="299" y="79"/>
                  </a:lnTo>
                  <a:lnTo>
                    <a:pt x="193" y="88"/>
                  </a:lnTo>
                  <a:lnTo>
                    <a:pt x="96" y="106"/>
                  </a:lnTo>
                  <a:lnTo>
                    <a:pt x="35" y="97"/>
                  </a:lnTo>
                  <a:lnTo>
                    <a:pt x="18" y="88"/>
                  </a:lnTo>
                  <a:lnTo>
                    <a:pt x="27" y="79"/>
                  </a:lnTo>
                  <a:lnTo>
                    <a:pt x="18" y="61"/>
                  </a:lnTo>
                  <a:lnTo>
                    <a:pt x="9" y="44"/>
                  </a:lnTo>
                  <a:lnTo>
                    <a:pt x="18" y="44"/>
                  </a:lnTo>
                  <a:lnTo>
                    <a:pt x="0" y="35"/>
                  </a:lnTo>
                  <a:lnTo>
                    <a:pt x="0" y="26"/>
                  </a:lnTo>
                  <a:lnTo>
                    <a:pt x="18" y="26"/>
                  </a:lnTo>
                  <a:lnTo>
                    <a:pt x="44" y="26"/>
                  </a:lnTo>
                  <a:lnTo>
                    <a:pt x="87" y="26"/>
                  </a:lnTo>
                  <a:lnTo>
                    <a:pt x="140" y="17"/>
                  </a:lnTo>
                  <a:lnTo>
                    <a:pt x="308" y="0"/>
                  </a:lnTo>
                  <a:lnTo>
                    <a:pt x="458" y="8"/>
                  </a:lnTo>
                  <a:lnTo>
                    <a:pt x="555" y="8"/>
                  </a:lnTo>
                  <a:lnTo>
                    <a:pt x="749" y="17"/>
                  </a:lnTo>
                  <a:lnTo>
                    <a:pt x="943" y="17"/>
                  </a:lnTo>
                  <a:lnTo>
                    <a:pt x="1111" y="17"/>
                  </a:lnTo>
                  <a:lnTo>
                    <a:pt x="1270" y="17"/>
                  </a:lnTo>
                  <a:lnTo>
                    <a:pt x="1570" y="17"/>
                  </a:lnTo>
                  <a:lnTo>
                    <a:pt x="1640" y="17"/>
                  </a:lnTo>
                  <a:lnTo>
                    <a:pt x="1711" y="17"/>
                  </a:lnTo>
                  <a:lnTo>
                    <a:pt x="1764" y="8"/>
                  </a:lnTo>
                  <a:lnTo>
                    <a:pt x="1790" y="8"/>
                  </a:lnTo>
                  <a:lnTo>
                    <a:pt x="1799" y="26"/>
                  </a:lnTo>
                  <a:lnTo>
                    <a:pt x="1808" y="61"/>
                  </a:lnTo>
                  <a:lnTo>
                    <a:pt x="1817" y="70"/>
                  </a:lnTo>
                  <a:lnTo>
                    <a:pt x="1808" y="79"/>
                  </a:lnTo>
                  <a:lnTo>
                    <a:pt x="1782" y="88"/>
                  </a:lnTo>
                  <a:lnTo>
                    <a:pt x="1667" y="97"/>
                  </a:lnTo>
                  <a:lnTo>
                    <a:pt x="1561" y="97"/>
                  </a:lnTo>
                  <a:lnTo>
                    <a:pt x="1208" y="88"/>
                  </a:lnTo>
                  <a:lnTo>
                    <a:pt x="996" y="88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124"/>
            <p:cNvSpPr>
              <a:spLocks noChangeArrowheads="1"/>
            </p:cNvSpPr>
            <p:nvPr/>
          </p:nvSpPr>
          <p:spPr bwMode="auto">
            <a:xfrm>
              <a:off x="3165475" y="3949700"/>
              <a:ext cx="130317" cy="190500"/>
            </a:xfrm>
            <a:custGeom>
              <a:avLst/>
              <a:gdLst>
                <a:gd name="T0" fmla="*/ 14821315 w 363"/>
                <a:gd name="T1" fmla="*/ 35269458 h 530"/>
                <a:gd name="T2" fmla="*/ 23971866 w 363"/>
                <a:gd name="T3" fmla="*/ 40954265 h 530"/>
                <a:gd name="T4" fmla="*/ 32993536 w 363"/>
                <a:gd name="T5" fmla="*/ 47801482 h 530"/>
                <a:gd name="T6" fmla="*/ 36473323 w 363"/>
                <a:gd name="T7" fmla="*/ 50126660 h 530"/>
                <a:gd name="T8" fmla="*/ 40984158 w 363"/>
                <a:gd name="T9" fmla="*/ 53485930 h 530"/>
                <a:gd name="T10" fmla="*/ 43304016 w 363"/>
                <a:gd name="T11" fmla="*/ 55811108 h 530"/>
                <a:gd name="T12" fmla="*/ 45494993 w 363"/>
                <a:gd name="T13" fmla="*/ 61495916 h 530"/>
                <a:gd name="T14" fmla="*/ 46654922 w 363"/>
                <a:gd name="T15" fmla="*/ 64854826 h 530"/>
                <a:gd name="T16" fmla="*/ 44335064 w 363"/>
                <a:gd name="T17" fmla="*/ 67180364 h 530"/>
                <a:gd name="T18" fmla="*/ 42144087 w 363"/>
                <a:gd name="T19" fmla="*/ 68343133 h 530"/>
                <a:gd name="T20" fmla="*/ 40984158 w 363"/>
                <a:gd name="T21" fmla="*/ 67180364 h 530"/>
                <a:gd name="T22" fmla="*/ 31833607 w 363"/>
                <a:gd name="T23" fmla="*/ 60333147 h 530"/>
                <a:gd name="T24" fmla="*/ 29642630 w 363"/>
                <a:gd name="T25" fmla="*/ 58136646 h 530"/>
                <a:gd name="T26" fmla="*/ 22811937 w 363"/>
                <a:gd name="T27" fmla="*/ 52323161 h 530"/>
                <a:gd name="T28" fmla="*/ 9150551 w 363"/>
                <a:gd name="T29" fmla="*/ 44442212 h 530"/>
                <a:gd name="T30" fmla="*/ 5670764 w 363"/>
                <a:gd name="T31" fmla="*/ 42116675 h 530"/>
                <a:gd name="T32" fmla="*/ 2319858 w 363"/>
                <a:gd name="T33" fmla="*/ 37594995 h 530"/>
                <a:gd name="T34" fmla="*/ 2319858 w 363"/>
                <a:gd name="T35" fmla="*/ 36432226 h 530"/>
                <a:gd name="T36" fmla="*/ 0 w 363"/>
                <a:gd name="T37" fmla="*/ 30747778 h 530"/>
                <a:gd name="T38" fmla="*/ 0 w 363"/>
                <a:gd name="T39" fmla="*/ 29585009 h 530"/>
                <a:gd name="T40" fmla="*/ 2319858 w 363"/>
                <a:gd name="T41" fmla="*/ 26097062 h 530"/>
                <a:gd name="T42" fmla="*/ 7990622 w 363"/>
                <a:gd name="T43" fmla="*/ 23900561 h 530"/>
                <a:gd name="T44" fmla="*/ 19332150 w 363"/>
                <a:gd name="T45" fmla="*/ 15890575 h 530"/>
                <a:gd name="T46" fmla="*/ 27322772 w 363"/>
                <a:gd name="T47" fmla="*/ 7880590 h 530"/>
                <a:gd name="T48" fmla="*/ 38664300 w 363"/>
                <a:gd name="T49" fmla="*/ 0 h 530"/>
                <a:gd name="T50" fmla="*/ 40984158 w 363"/>
                <a:gd name="T51" fmla="*/ 0 h 530"/>
                <a:gd name="T52" fmla="*/ 44335064 w 363"/>
                <a:gd name="T53" fmla="*/ 0 h 530"/>
                <a:gd name="T54" fmla="*/ 45494993 w 363"/>
                <a:gd name="T55" fmla="*/ 2196142 h 530"/>
                <a:gd name="T56" fmla="*/ 46654922 w 363"/>
                <a:gd name="T57" fmla="*/ 9043358 h 530"/>
                <a:gd name="T58" fmla="*/ 44335064 w 363"/>
                <a:gd name="T59" fmla="*/ 11368896 h 530"/>
                <a:gd name="T60" fmla="*/ 39824229 w 363"/>
                <a:gd name="T61" fmla="*/ 14727807 h 530"/>
                <a:gd name="T62" fmla="*/ 34153465 w 363"/>
                <a:gd name="T63" fmla="*/ 18216113 h 530"/>
                <a:gd name="T64" fmla="*/ 28482701 w 363"/>
                <a:gd name="T65" fmla="*/ 22737792 h 530"/>
                <a:gd name="T66" fmla="*/ 17141173 w 363"/>
                <a:gd name="T67" fmla="*/ 34107048 h 53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63" h="530">
                  <a:moveTo>
                    <a:pt x="115" y="273"/>
                  </a:moveTo>
                  <a:lnTo>
                    <a:pt x="115" y="273"/>
                  </a:lnTo>
                  <a:lnTo>
                    <a:pt x="186" y="317"/>
                  </a:lnTo>
                  <a:lnTo>
                    <a:pt x="230" y="335"/>
                  </a:lnTo>
                  <a:lnTo>
                    <a:pt x="256" y="370"/>
                  </a:lnTo>
                  <a:lnTo>
                    <a:pt x="283" y="388"/>
                  </a:lnTo>
                  <a:lnTo>
                    <a:pt x="318" y="414"/>
                  </a:lnTo>
                  <a:lnTo>
                    <a:pt x="336" y="432"/>
                  </a:lnTo>
                  <a:lnTo>
                    <a:pt x="344" y="450"/>
                  </a:lnTo>
                  <a:lnTo>
                    <a:pt x="353" y="476"/>
                  </a:lnTo>
                  <a:lnTo>
                    <a:pt x="362" y="502"/>
                  </a:lnTo>
                  <a:lnTo>
                    <a:pt x="344" y="520"/>
                  </a:lnTo>
                  <a:lnTo>
                    <a:pt x="327" y="529"/>
                  </a:lnTo>
                  <a:lnTo>
                    <a:pt x="318" y="520"/>
                  </a:lnTo>
                  <a:lnTo>
                    <a:pt x="247" y="467"/>
                  </a:lnTo>
                  <a:lnTo>
                    <a:pt x="230" y="450"/>
                  </a:lnTo>
                  <a:lnTo>
                    <a:pt x="177" y="405"/>
                  </a:lnTo>
                  <a:lnTo>
                    <a:pt x="71" y="344"/>
                  </a:lnTo>
                  <a:lnTo>
                    <a:pt x="44" y="326"/>
                  </a:lnTo>
                  <a:lnTo>
                    <a:pt x="27" y="308"/>
                  </a:lnTo>
                  <a:lnTo>
                    <a:pt x="18" y="291"/>
                  </a:lnTo>
                  <a:lnTo>
                    <a:pt x="18" y="282"/>
                  </a:lnTo>
                  <a:lnTo>
                    <a:pt x="0" y="238"/>
                  </a:lnTo>
                  <a:lnTo>
                    <a:pt x="0" y="229"/>
                  </a:lnTo>
                  <a:lnTo>
                    <a:pt x="0" y="220"/>
                  </a:lnTo>
                  <a:lnTo>
                    <a:pt x="18" y="202"/>
                  </a:lnTo>
                  <a:lnTo>
                    <a:pt x="62" y="185"/>
                  </a:lnTo>
                  <a:lnTo>
                    <a:pt x="89" y="167"/>
                  </a:lnTo>
                  <a:lnTo>
                    <a:pt x="150" y="123"/>
                  </a:lnTo>
                  <a:lnTo>
                    <a:pt x="212" y="61"/>
                  </a:lnTo>
                  <a:lnTo>
                    <a:pt x="300" y="0"/>
                  </a:lnTo>
                  <a:lnTo>
                    <a:pt x="318" y="0"/>
                  </a:lnTo>
                  <a:lnTo>
                    <a:pt x="336" y="0"/>
                  </a:lnTo>
                  <a:lnTo>
                    <a:pt x="344" y="0"/>
                  </a:lnTo>
                  <a:lnTo>
                    <a:pt x="353" y="17"/>
                  </a:lnTo>
                  <a:lnTo>
                    <a:pt x="362" y="70"/>
                  </a:lnTo>
                  <a:lnTo>
                    <a:pt x="353" y="79"/>
                  </a:lnTo>
                  <a:lnTo>
                    <a:pt x="344" y="88"/>
                  </a:lnTo>
                  <a:lnTo>
                    <a:pt x="309" y="114"/>
                  </a:lnTo>
                  <a:lnTo>
                    <a:pt x="265" y="141"/>
                  </a:lnTo>
                  <a:lnTo>
                    <a:pt x="221" y="176"/>
                  </a:lnTo>
                  <a:lnTo>
                    <a:pt x="133" y="264"/>
                  </a:lnTo>
                  <a:lnTo>
                    <a:pt x="115" y="273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125"/>
            <p:cNvSpPr>
              <a:spLocks noChangeArrowheads="1"/>
            </p:cNvSpPr>
            <p:nvPr/>
          </p:nvSpPr>
          <p:spPr bwMode="auto">
            <a:xfrm>
              <a:off x="3924352" y="3956142"/>
              <a:ext cx="117423" cy="168413"/>
            </a:xfrm>
            <a:custGeom>
              <a:avLst/>
              <a:gdLst>
                <a:gd name="T0" fmla="*/ 3460399 w 328"/>
                <a:gd name="T1" fmla="*/ 51191447 h 469"/>
                <a:gd name="T2" fmla="*/ 1153466 w 328"/>
                <a:gd name="T3" fmla="*/ 50030870 h 469"/>
                <a:gd name="T4" fmla="*/ 1153466 w 328"/>
                <a:gd name="T5" fmla="*/ 47838628 h 469"/>
                <a:gd name="T6" fmla="*/ 6792634 w 328"/>
                <a:gd name="T7" fmla="*/ 44357255 h 469"/>
                <a:gd name="T8" fmla="*/ 18070970 w 328"/>
                <a:gd name="T9" fmla="*/ 33010025 h 469"/>
                <a:gd name="T10" fmla="*/ 24863246 w 328"/>
                <a:gd name="T11" fmla="*/ 28496988 h 469"/>
                <a:gd name="T12" fmla="*/ 29477111 w 328"/>
                <a:gd name="T13" fmla="*/ 26175833 h 469"/>
                <a:gd name="T14" fmla="*/ 23837943 w 328"/>
                <a:gd name="T15" fmla="*/ 23855037 h 469"/>
                <a:gd name="T16" fmla="*/ 15892201 w 328"/>
                <a:gd name="T17" fmla="*/ 19341641 h 469"/>
                <a:gd name="T18" fmla="*/ 3460399 w 328"/>
                <a:gd name="T19" fmla="*/ 12507807 h 469"/>
                <a:gd name="T20" fmla="*/ 2306932 w 328"/>
                <a:gd name="T21" fmla="*/ 11347230 h 469"/>
                <a:gd name="T22" fmla="*/ 2306932 w 328"/>
                <a:gd name="T23" fmla="*/ 10315566 h 469"/>
                <a:gd name="T24" fmla="*/ 2306932 w 328"/>
                <a:gd name="T25" fmla="*/ 7994770 h 469"/>
                <a:gd name="T26" fmla="*/ 1153466 w 328"/>
                <a:gd name="T27" fmla="*/ 6834192 h 469"/>
                <a:gd name="T28" fmla="*/ 0 w 328"/>
                <a:gd name="T29" fmla="*/ 1160577 h 469"/>
                <a:gd name="T30" fmla="*/ 0 w 328"/>
                <a:gd name="T31" fmla="*/ 0 h 469"/>
                <a:gd name="T32" fmla="*/ 4613865 w 328"/>
                <a:gd name="T33" fmla="*/ 0 h 469"/>
                <a:gd name="T34" fmla="*/ 13585268 w 328"/>
                <a:gd name="T35" fmla="*/ 4513037 h 469"/>
                <a:gd name="T36" fmla="*/ 31655880 w 328"/>
                <a:gd name="T37" fmla="*/ 14828603 h 469"/>
                <a:gd name="T38" fmla="*/ 39601981 w 328"/>
                <a:gd name="T39" fmla="*/ 21662795 h 469"/>
                <a:gd name="T40" fmla="*/ 40755447 w 328"/>
                <a:gd name="T41" fmla="*/ 23855037 h 469"/>
                <a:gd name="T42" fmla="*/ 40755447 w 328"/>
                <a:gd name="T43" fmla="*/ 26175833 h 469"/>
                <a:gd name="T44" fmla="*/ 41908913 w 328"/>
                <a:gd name="T45" fmla="*/ 30688870 h 469"/>
                <a:gd name="T46" fmla="*/ 39601981 w 328"/>
                <a:gd name="T47" fmla="*/ 35331180 h 469"/>
                <a:gd name="T48" fmla="*/ 30502414 w 328"/>
                <a:gd name="T49" fmla="*/ 39844218 h 469"/>
                <a:gd name="T50" fmla="*/ 22684477 w 328"/>
                <a:gd name="T51" fmla="*/ 45517833 h 469"/>
                <a:gd name="T52" fmla="*/ 15892201 w 328"/>
                <a:gd name="T53" fmla="*/ 51191447 h 469"/>
                <a:gd name="T54" fmla="*/ 7946100 w 328"/>
                <a:gd name="T55" fmla="*/ 59185858 h 469"/>
                <a:gd name="T56" fmla="*/ 5639168 w 328"/>
                <a:gd name="T57" fmla="*/ 60346436 h 469"/>
                <a:gd name="T58" fmla="*/ 3460399 w 328"/>
                <a:gd name="T59" fmla="*/ 60346436 h 469"/>
                <a:gd name="T60" fmla="*/ 3460399 w 328"/>
                <a:gd name="T61" fmla="*/ 58025281 h 469"/>
                <a:gd name="T62" fmla="*/ 2306932 w 328"/>
                <a:gd name="T63" fmla="*/ 54672821 h 469"/>
                <a:gd name="T64" fmla="*/ 2306932 w 328"/>
                <a:gd name="T65" fmla="*/ 52351666 h 4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28" h="469">
                  <a:moveTo>
                    <a:pt x="27" y="397"/>
                  </a:moveTo>
                  <a:lnTo>
                    <a:pt x="27" y="397"/>
                  </a:lnTo>
                  <a:lnTo>
                    <a:pt x="9" y="388"/>
                  </a:lnTo>
                  <a:lnTo>
                    <a:pt x="9" y="380"/>
                  </a:lnTo>
                  <a:lnTo>
                    <a:pt x="9" y="371"/>
                  </a:lnTo>
                  <a:lnTo>
                    <a:pt x="53" y="344"/>
                  </a:lnTo>
                  <a:lnTo>
                    <a:pt x="141" y="256"/>
                  </a:lnTo>
                  <a:lnTo>
                    <a:pt x="194" y="221"/>
                  </a:lnTo>
                  <a:lnTo>
                    <a:pt x="230" y="203"/>
                  </a:lnTo>
                  <a:lnTo>
                    <a:pt x="186" y="185"/>
                  </a:lnTo>
                  <a:lnTo>
                    <a:pt x="124" y="150"/>
                  </a:lnTo>
                  <a:lnTo>
                    <a:pt x="27" y="97"/>
                  </a:lnTo>
                  <a:lnTo>
                    <a:pt x="18" y="88"/>
                  </a:lnTo>
                  <a:lnTo>
                    <a:pt x="9" y="88"/>
                  </a:lnTo>
                  <a:lnTo>
                    <a:pt x="18" y="80"/>
                  </a:lnTo>
                  <a:lnTo>
                    <a:pt x="18" y="62"/>
                  </a:lnTo>
                  <a:lnTo>
                    <a:pt x="9" y="53"/>
                  </a:lnTo>
                  <a:lnTo>
                    <a:pt x="0" y="9"/>
                  </a:lnTo>
                  <a:lnTo>
                    <a:pt x="0" y="0"/>
                  </a:lnTo>
                  <a:lnTo>
                    <a:pt x="36" y="0"/>
                  </a:lnTo>
                  <a:lnTo>
                    <a:pt x="106" y="35"/>
                  </a:lnTo>
                  <a:lnTo>
                    <a:pt x="247" y="115"/>
                  </a:lnTo>
                  <a:lnTo>
                    <a:pt x="283" y="141"/>
                  </a:lnTo>
                  <a:lnTo>
                    <a:pt x="309" y="168"/>
                  </a:lnTo>
                  <a:lnTo>
                    <a:pt x="318" y="185"/>
                  </a:lnTo>
                  <a:lnTo>
                    <a:pt x="318" y="203"/>
                  </a:lnTo>
                  <a:lnTo>
                    <a:pt x="327" y="238"/>
                  </a:lnTo>
                  <a:lnTo>
                    <a:pt x="318" y="256"/>
                  </a:lnTo>
                  <a:lnTo>
                    <a:pt x="309" y="274"/>
                  </a:lnTo>
                  <a:lnTo>
                    <a:pt x="238" y="309"/>
                  </a:lnTo>
                  <a:lnTo>
                    <a:pt x="177" y="353"/>
                  </a:lnTo>
                  <a:lnTo>
                    <a:pt x="124" y="397"/>
                  </a:lnTo>
                  <a:lnTo>
                    <a:pt x="62" y="459"/>
                  </a:lnTo>
                  <a:lnTo>
                    <a:pt x="44" y="468"/>
                  </a:lnTo>
                  <a:lnTo>
                    <a:pt x="27" y="468"/>
                  </a:lnTo>
                  <a:lnTo>
                    <a:pt x="27" y="450"/>
                  </a:lnTo>
                  <a:lnTo>
                    <a:pt x="18" y="424"/>
                  </a:lnTo>
                  <a:lnTo>
                    <a:pt x="18" y="415"/>
                  </a:lnTo>
                  <a:lnTo>
                    <a:pt x="18" y="406"/>
                  </a:lnTo>
                  <a:lnTo>
                    <a:pt x="27" y="397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6027" name="Group 46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48" name="Rectangle 47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86030" name="Picture 49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031" name="Picture 50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6032" name="Picture 51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6445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2"/>
          <p:cNvSpPr txBox="1">
            <a:spLocks noChangeArrowheads="1"/>
          </p:cNvSpPr>
          <p:nvPr/>
        </p:nvSpPr>
        <p:spPr bwMode="auto">
          <a:xfrm>
            <a:off x="0" y="1200150"/>
            <a:ext cx="9144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It’s getting worse!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3981450"/>
            <a:ext cx="9144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Would improvements get attention?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14300" y="285750"/>
            <a:ext cx="89154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2. Expect negative news</a:t>
            </a:r>
          </a:p>
        </p:txBody>
      </p:sp>
      <p:sp>
        <p:nvSpPr>
          <p:cNvPr id="9" name="Freeform 7"/>
          <p:cNvSpPr>
            <a:spLocks noChangeArrowheads="1"/>
          </p:cNvSpPr>
          <p:nvPr/>
        </p:nvSpPr>
        <p:spPr bwMode="auto">
          <a:xfrm>
            <a:off x="2551113" y="38084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8"/>
          <p:cNvSpPr>
            <a:spLocks noChangeArrowheads="1"/>
          </p:cNvSpPr>
          <p:nvPr/>
        </p:nvSpPr>
        <p:spPr bwMode="auto">
          <a:xfrm>
            <a:off x="2551113" y="38084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Freeform 9"/>
          <p:cNvSpPr>
            <a:spLocks noChangeArrowheads="1"/>
          </p:cNvSpPr>
          <p:nvPr/>
        </p:nvSpPr>
        <p:spPr bwMode="auto">
          <a:xfrm>
            <a:off x="4249738" y="3000375"/>
            <a:ext cx="4762" cy="47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10"/>
          <p:cNvSpPr>
            <a:spLocks noChangeArrowheads="1"/>
          </p:cNvSpPr>
          <p:nvPr/>
        </p:nvSpPr>
        <p:spPr bwMode="auto">
          <a:xfrm>
            <a:off x="4249738" y="3000375"/>
            <a:ext cx="4762" cy="47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 w="12600" cap="flat">
            <a:solidFill>
              <a:srgbClr val="29ABE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"/>
          <p:cNvGrpSpPr>
            <a:grpSpLocks/>
          </p:cNvGrpSpPr>
          <p:nvPr/>
        </p:nvGrpSpPr>
        <p:grpSpPr bwMode="auto">
          <a:xfrm>
            <a:off x="2514600" y="2063750"/>
            <a:ext cx="3103563" cy="1716088"/>
            <a:chOff x="2898416" y="1809750"/>
            <a:chExt cx="3103357" cy="1716946"/>
          </a:xfrm>
        </p:grpSpPr>
        <p:sp>
          <p:nvSpPr>
            <p:cNvPr id="15" name="Freeform 11"/>
            <p:cNvSpPr>
              <a:spLocks noChangeArrowheads="1"/>
            </p:cNvSpPr>
            <p:nvPr/>
          </p:nvSpPr>
          <p:spPr bwMode="auto">
            <a:xfrm>
              <a:off x="2898416" y="2783375"/>
              <a:ext cx="688929" cy="743321"/>
            </a:xfrm>
            <a:custGeom>
              <a:avLst/>
              <a:gdLst>
                <a:gd name="T0" fmla="*/ 686629101 w 662"/>
                <a:gd name="T1" fmla="*/ 57281460 h 715"/>
                <a:gd name="T2" fmla="*/ 686629101 w 662"/>
                <a:gd name="T3" fmla="*/ 57281460 h 715"/>
                <a:gd name="T4" fmla="*/ 658470429 w 662"/>
                <a:gd name="T5" fmla="*/ 18373024 h 715"/>
                <a:gd name="T6" fmla="*/ 648723437 w 662"/>
                <a:gd name="T7" fmla="*/ 0 h 715"/>
                <a:gd name="T8" fmla="*/ 638976444 w 662"/>
                <a:gd name="T9" fmla="*/ 8646435 h 715"/>
                <a:gd name="T10" fmla="*/ 638976444 w 662"/>
                <a:gd name="T11" fmla="*/ 8646435 h 715"/>
                <a:gd name="T12" fmla="*/ 610818813 w 662"/>
                <a:gd name="T13" fmla="*/ 28100653 h 715"/>
                <a:gd name="T14" fmla="*/ 601070780 w 662"/>
                <a:gd name="T15" fmla="*/ 47554871 h 715"/>
                <a:gd name="T16" fmla="*/ 601070780 w 662"/>
                <a:gd name="T17" fmla="*/ 47554871 h 715"/>
                <a:gd name="T18" fmla="*/ 573995454 w 662"/>
                <a:gd name="T19" fmla="*/ 65927894 h 715"/>
                <a:gd name="T20" fmla="*/ 573995454 w 662"/>
                <a:gd name="T21" fmla="*/ 65927894 h 715"/>
                <a:gd name="T22" fmla="*/ 459197195 w 662"/>
                <a:gd name="T23" fmla="*/ 162117790 h 715"/>
                <a:gd name="T24" fmla="*/ 411544538 w 662"/>
                <a:gd name="T25" fmla="*/ 209672661 h 715"/>
                <a:gd name="T26" fmla="*/ 372555528 w 662"/>
                <a:gd name="T27" fmla="*/ 257227532 h 715"/>
                <a:gd name="T28" fmla="*/ 372555528 w 662"/>
                <a:gd name="T29" fmla="*/ 257227532 h 715"/>
                <a:gd name="T30" fmla="*/ 315155879 w 662"/>
                <a:gd name="T31" fmla="*/ 314508991 h 715"/>
                <a:gd name="T32" fmla="*/ 315155879 w 662"/>
                <a:gd name="T33" fmla="*/ 314508991 h 715"/>
                <a:gd name="T34" fmla="*/ 286998247 w 662"/>
                <a:gd name="T35" fmla="*/ 352337273 h 715"/>
                <a:gd name="T36" fmla="*/ 286998247 w 662"/>
                <a:gd name="T37" fmla="*/ 352337273 h 715"/>
                <a:gd name="T38" fmla="*/ 249092583 w 662"/>
                <a:gd name="T39" fmla="*/ 390164515 h 715"/>
                <a:gd name="T40" fmla="*/ 249092583 w 662"/>
                <a:gd name="T41" fmla="*/ 390164515 h 715"/>
                <a:gd name="T42" fmla="*/ 229598598 w 662"/>
                <a:gd name="T43" fmla="*/ 419346361 h 715"/>
                <a:gd name="T44" fmla="*/ 229598598 w 662"/>
                <a:gd name="T45" fmla="*/ 419346361 h 715"/>
                <a:gd name="T46" fmla="*/ 86640627 w 662"/>
                <a:gd name="T47" fmla="*/ 591191781 h 715"/>
                <a:gd name="T48" fmla="*/ 86640627 w 662"/>
                <a:gd name="T49" fmla="*/ 591191781 h 715"/>
                <a:gd name="T50" fmla="*/ 47652657 w 662"/>
                <a:gd name="T51" fmla="*/ 629019022 h 715"/>
                <a:gd name="T52" fmla="*/ 47652657 w 662"/>
                <a:gd name="T53" fmla="*/ 629019022 h 715"/>
                <a:gd name="T54" fmla="*/ 9746992 w 662"/>
                <a:gd name="T55" fmla="*/ 666846264 h 715"/>
                <a:gd name="T56" fmla="*/ 0 w 662"/>
                <a:gd name="T57" fmla="*/ 686300482 h 715"/>
                <a:gd name="T58" fmla="*/ 86640627 w 662"/>
                <a:gd name="T59" fmla="*/ 771682595 h 715"/>
                <a:gd name="T60" fmla="*/ 95305314 w 662"/>
                <a:gd name="T61" fmla="*/ 771682595 h 715"/>
                <a:gd name="T62" fmla="*/ 95305314 w 662"/>
                <a:gd name="T63" fmla="*/ 771682595 h 715"/>
                <a:gd name="T64" fmla="*/ 144040276 w 662"/>
                <a:gd name="T65" fmla="*/ 724128764 h 715"/>
                <a:gd name="T66" fmla="*/ 144040276 w 662"/>
                <a:gd name="T67" fmla="*/ 724128764 h 715"/>
                <a:gd name="T68" fmla="*/ 162451956 w 662"/>
                <a:gd name="T69" fmla="*/ 705754700 h 715"/>
                <a:gd name="T70" fmla="*/ 162451956 w 662"/>
                <a:gd name="T71" fmla="*/ 696028111 h 715"/>
                <a:gd name="T72" fmla="*/ 162451956 w 662"/>
                <a:gd name="T73" fmla="*/ 696028111 h 715"/>
                <a:gd name="T74" fmla="*/ 172198948 w 662"/>
                <a:gd name="T75" fmla="*/ 686300482 h 715"/>
                <a:gd name="T76" fmla="*/ 172198948 w 662"/>
                <a:gd name="T77" fmla="*/ 686300482 h 715"/>
                <a:gd name="T78" fmla="*/ 181945941 w 662"/>
                <a:gd name="T79" fmla="*/ 666846264 h 715"/>
                <a:gd name="T80" fmla="*/ 181945941 w 662"/>
                <a:gd name="T81" fmla="*/ 666846264 h 715"/>
                <a:gd name="T82" fmla="*/ 286998247 w 662"/>
                <a:gd name="T83" fmla="*/ 543636910 h 715"/>
                <a:gd name="T84" fmla="*/ 286998247 w 662"/>
                <a:gd name="T85" fmla="*/ 543636910 h 715"/>
                <a:gd name="T86" fmla="*/ 354144889 w 662"/>
                <a:gd name="T87" fmla="*/ 457173603 h 715"/>
                <a:gd name="T88" fmla="*/ 362808535 w 662"/>
                <a:gd name="T89" fmla="*/ 447445974 h 715"/>
                <a:gd name="T90" fmla="*/ 362808535 w 662"/>
                <a:gd name="T91" fmla="*/ 447445974 h 715"/>
                <a:gd name="T92" fmla="*/ 401797546 w 662"/>
                <a:gd name="T93" fmla="*/ 409618733 h 715"/>
                <a:gd name="T94" fmla="*/ 401797546 w 662"/>
                <a:gd name="T95" fmla="*/ 409618733 h 715"/>
                <a:gd name="T96" fmla="*/ 506848812 w 662"/>
                <a:gd name="T97" fmla="*/ 285328184 h 715"/>
                <a:gd name="T98" fmla="*/ 506848812 w 662"/>
                <a:gd name="T99" fmla="*/ 285328184 h 715"/>
                <a:gd name="T100" fmla="*/ 610818813 w 662"/>
                <a:gd name="T101" fmla="*/ 190218443 h 715"/>
                <a:gd name="T102" fmla="*/ 610818813 w 662"/>
                <a:gd name="T103" fmla="*/ 190218443 h 715"/>
                <a:gd name="T104" fmla="*/ 677965455 w 662"/>
                <a:gd name="T105" fmla="*/ 132936983 h 715"/>
                <a:gd name="T106" fmla="*/ 677965455 w 662"/>
                <a:gd name="T107" fmla="*/ 132936983 h 715"/>
                <a:gd name="T108" fmla="*/ 706123086 w 662"/>
                <a:gd name="T109" fmla="*/ 113482765 h 715"/>
                <a:gd name="T110" fmla="*/ 715870078 w 662"/>
                <a:gd name="T111" fmla="*/ 104836330 h 715"/>
                <a:gd name="T112" fmla="*/ 715870078 w 662"/>
                <a:gd name="T113" fmla="*/ 95109741 h 715"/>
                <a:gd name="T114" fmla="*/ 715870078 w 662"/>
                <a:gd name="T115" fmla="*/ 95109741 h 715"/>
                <a:gd name="T116" fmla="*/ 686629101 w 662"/>
                <a:gd name="T117" fmla="*/ 57281460 h 715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662" h="715">
                  <a:moveTo>
                    <a:pt x="634" y="53"/>
                  </a:moveTo>
                  <a:lnTo>
                    <a:pt x="634" y="53"/>
                  </a:lnTo>
                  <a:lnTo>
                    <a:pt x="608" y="17"/>
                  </a:lnTo>
                  <a:lnTo>
                    <a:pt x="599" y="0"/>
                  </a:lnTo>
                  <a:lnTo>
                    <a:pt x="590" y="8"/>
                  </a:lnTo>
                  <a:lnTo>
                    <a:pt x="564" y="26"/>
                  </a:lnTo>
                  <a:lnTo>
                    <a:pt x="555" y="44"/>
                  </a:lnTo>
                  <a:lnTo>
                    <a:pt x="530" y="61"/>
                  </a:lnTo>
                  <a:lnTo>
                    <a:pt x="424" y="150"/>
                  </a:lnTo>
                  <a:lnTo>
                    <a:pt x="380" y="194"/>
                  </a:lnTo>
                  <a:lnTo>
                    <a:pt x="344" y="238"/>
                  </a:lnTo>
                  <a:lnTo>
                    <a:pt x="291" y="291"/>
                  </a:lnTo>
                  <a:lnTo>
                    <a:pt x="265" y="326"/>
                  </a:lnTo>
                  <a:lnTo>
                    <a:pt x="230" y="361"/>
                  </a:lnTo>
                  <a:lnTo>
                    <a:pt x="212" y="388"/>
                  </a:lnTo>
                  <a:lnTo>
                    <a:pt x="80" y="547"/>
                  </a:lnTo>
                  <a:lnTo>
                    <a:pt x="44" y="582"/>
                  </a:lnTo>
                  <a:lnTo>
                    <a:pt x="9" y="617"/>
                  </a:lnTo>
                  <a:lnTo>
                    <a:pt x="0" y="635"/>
                  </a:lnTo>
                  <a:lnTo>
                    <a:pt x="80" y="714"/>
                  </a:lnTo>
                  <a:lnTo>
                    <a:pt x="88" y="714"/>
                  </a:lnTo>
                  <a:lnTo>
                    <a:pt x="133" y="670"/>
                  </a:lnTo>
                  <a:lnTo>
                    <a:pt x="150" y="653"/>
                  </a:lnTo>
                  <a:lnTo>
                    <a:pt x="150" y="644"/>
                  </a:lnTo>
                  <a:lnTo>
                    <a:pt x="159" y="635"/>
                  </a:lnTo>
                  <a:lnTo>
                    <a:pt x="168" y="617"/>
                  </a:lnTo>
                  <a:lnTo>
                    <a:pt x="265" y="503"/>
                  </a:lnTo>
                  <a:lnTo>
                    <a:pt x="327" y="423"/>
                  </a:lnTo>
                  <a:lnTo>
                    <a:pt x="335" y="414"/>
                  </a:lnTo>
                  <a:lnTo>
                    <a:pt x="371" y="379"/>
                  </a:lnTo>
                  <a:lnTo>
                    <a:pt x="468" y="264"/>
                  </a:lnTo>
                  <a:lnTo>
                    <a:pt x="564" y="176"/>
                  </a:lnTo>
                  <a:lnTo>
                    <a:pt x="626" y="123"/>
                  </a:lnTo>
                  <a:lnTo>
                    <a:pt x="652" y="105"/>
                  </a:lnTo>
                  <a:lnTo>
                    <a:pt x="661" y="97"/>
                  </a:lnTo>
                  <a:lnTo>
                    <a:pt x="661" y="88"/>
                  </a:lnTo>
                  <a:lnTo>
                    <a:pt x="634" y="53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 noChangeArrowheads="1"/>
            </p:cNvSpPr>
            <p:nvPr/>
          </p:nvSpPr>
          <p:spPr bwMode="auto">
            <a:xfrm>
              <a:off x="4211192" y="2387889"/>
              <a:ext cx="569874" cy="771911"/>
            </a:xfrm>
            <a:custGeom>
              <a:avLst/>
              <a:gdLst>
                <a:gd name="T0" fmla="*/ 543957212 w 548"/>
                <a:gd name="T1" fmla="*/ 37878776 h 742"/>
                <a:gd name="T2" fmla="*/ 543957212 w 548"/>
                <a:gd name="T3" fmla="*/ 37878776 h 742"/>
                <a:gd name="T4" fmla="*/ 524491023 w 548"/>
                <a:gd name="T5" fmla="*/ 19480870 h 742"/>
                <a:gd name="T6" fmla="*/ 506107387 w 548"/>
                <a:gd name="T7" fmla="*/ 0 h 742"/>
                <a:gd name="T8" fmla="*/ 372010211 w 548"/>
                <a:gd name="T9" fmla="*/ 181817290 h 742"/>
                <a:gd name="T10" fmla="*/ 372010211 w 548"/>
                <a:gd name="T11" fmla="*/ 191557725 h 742"/>
                <a:gd name="T12" fmla="*/ 372010211 w 548"/>
                <a:gd name="T13" fmla="*/ 191557725 h 742"/>
                <a:gd name="T14" fmla="*/ 343892961 w 548"/>
                <a:gd name="T15" fmla="*/ 239176935 h 742"/>
                <a:gd name="T16" fmla="*/ 343892961 w 548"/>
                <a:gd name="T17" fmla="*/ 239176935 h 742"/>
                <a:gd name="T18" fmla="*/ 286577988 w 548"/>
                <a:gd name="T19" fmla="*/ 344154751 h 742"/>
                <a:gd name="T20" fmla="*/ 286577988 w 548"/>
                <a:gd name="T21" fmla="*/ 344154751 h 742"/>
                <a:gd name="T22" fmla="*/ 219529400 w 548"/>
                <a:gd name="T23" fmla="*/ 468613436 h 742"/>
                <a:gd name="T24" fmla="*/ 219529400 w 548"/>
                <a:gd name="T25" fmla="*/ 468613436 h 742"/>
                <a:gd name="T26" fmla="*/ 162213386 w 548"/>
                <a:gd name="T27" fmla="*/ 534630552 h 742"/>
                <a:gd name="T28" fmla="*/ 152480812 w 548"/>
                <a:gd name="T29" fmla="*/ 544370987 h 742"/>
                <a:gd name="T30" fmla="*/ 152480812 w 548"/>
                <a:gd name="T31" fmla="*/ 544370987 h 742"/>
                <a:gd name="T32" fmla="*/ 114630987 w 548"/>
                <a:gd name="T33" fmla="*/ 582248722 h 742"/>
                <a:gd name="T34" fmla="*/ 114630987 w 548"/>
                <a:gd name="T35" fmla="*/ 591989157 h 742"/>
                <a:gd name="T36" fmla="*/ 114630987 w 548"/>
                <a:gd name="T37" fmla="*/ 591989157 h 742"/>
                <a:gd name="T38" fmla="*/ 57316013 w 548"/>
                <a:gd name="T39" fmla="*/ 659089237 h 742"/>
                <a:gd name="T40" fmla="*/ 9732574 w 548"/>
                <a:gd name="T41" fmla="*/ 726188277 h 742"/>
                <a:gd name="T42" fmla="*/ 0 w 548"/>
                <a:gd name="T43" fmla="*/ 744586183 h 742"/>
                <a:gd name="T44" fmla="*/ 85432224 w 548"/>
                <a:gd name="T45" fmla="*/ 801945828 h 742"/>
                <a:gd name="T46" fmla="*/ 104898413 w 548"/>
                <a:gd name="T47" fmla="*/ 783546882 h 742"/>
                <a:gd name="T48" fmla="*/ 104898413 w 548"/>
                <a:gd name="T49" fmla="*/ 783546882 h 742"/>
                <a:gd name="T50" fmla="*/ 152480812 w 548"/>
                <a:gd name="T51" fmla="*/ 726188277 h 742"/>
                <a:gd name="T52" fmla="*/ 152480812 w 548"/>
                <a:gd name="T53" fmla="*/ 726188277 h 742"/>
                <a:gd name="T54" fmla="*/ 190330637 w 548"/>
                <a:gd name="T55" fmla="*/ 687227578 h 742"/>
                <a:gd name="T56" fmla="*/ 229261974 w 548"/>
                <a:gd name="T57" fmla="*/ 639608367 h 742"/>
                <a:gd name="T58" fmla="*/ 229261974 w 548"/>
                <a:gd name="T59" fmla="*/ 639608367 h 742"/>
                <a:gd name="T60" fmla="*/ 247646650 w 548"/>
                <a:gd name="T61" fmla="*/ 611470027 h 742"/>
                <a:gd name="T62" fmla="*/ 247646650 w 548"/>
                <a:gd name="T63" fmla="*/ 611470027 h 742"/>
                <a:gd name="T64" fmla="*/ 247646650 w 548"/>
                <a:gd name="T65" fmla="*/ 611470027 h 742"/>
                <a:gd name="T66" fmla="*/ 257379224 w 548"/>
                <a:gd name="T67" fmla="*/ 601729592 h 742"/>
                <a:gd name="T68" fmla="*/ 314695238 w 548"/>
                <a:gd name="T69" fmla="*/ 516231606 h 742"/>
                <a:gd name="T70" fmla="*/ 429326225 w 548"/>
                <a:gd name="T71" fmla="*/ 324673881 h 742"/>
                <a:gd name="T72" fmla="*/ 429326225 w 548"/>
                <a:gd name="T73" fmla="*/ 324673881 h 742"/>
                <a:gd name="T74" fmla="*/ 429326225 w 548"/>
                <a:gd name="T75" fmla="*/ 324673881 h 742"/>
                <a:gd name="T76" fmla="*/ 429326225 w 548"/>
                <a:gd name="T77" fmla="*/ 314934486 h 742"/>
                <a:gd name="T78" fmla="*/ 439058799 w 548"/>
                <a:gd name="T79" fmla="*/ 296535540 h 742"/>
                <a:gd name="T80" fmla="*/ 439058799 w 548"/>
                <a:gd name="T81" fmla="*/ 296535540 h 742"/>
                <a:gd name="T82" fmla="*/ 506107387 w 548"/>
                <a:gd name="T83" fmla="*/ 200216236 h 742"/>
                <a:gd name="T84" fmla="*/ 514758449 w 548"/>
                <a:gd name="T85" fmla="*/ 181817290 h 742"/>
                <a:gd name="T86" fmla="*/ 514758449 w 548"/>
                <a:gd name="T87" fmla="*/ 181817290 h 742"/>
                <a:gd name="T88" fmla="*/ 581807037 w 548"/>
                <a:gd name="T89" fmla="*/ 95237380 h 742"/>
                <a:gd name="T90" fmla="*/ 591539611 w 548"/>
                <a:gd name="T91" fmla="*/ 76839475 h 742"/>
                <a:gd name="T92" fmla="*/ 581807037 w 548"/>
                <a:gd name="T93" fmla="*/ 67099040 h 742"/>
                <a:gd name="T94" fmla="*/ 581807037 w 548"/>
                <a:gd name="T95" fmla="*/ 67099040 h 742"/>
                <a:gd name="T96" fmla="*/ 543957212 w 548"/>
                <a:gd name="T97" fmla="*/ 37878776 h 74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548" h="742">
                  <a:moveTo>
                    <a:pt x="503" y="35"/>
                  </a:moveTo>
                  <a:lnTo>
                    <a:pt x="503" y="35"/>
                  </a:lnTo>
                  <a:lnTo>
                    <a:pt x="485" y="18"/>
                  </a:lnTo>
                  <a:lnTo>
                    <a:pt x="468" y="0"/>
                  </a:lnTo>
                  <a:lnTo>
                    <a:pt x="344" y="168"/>
                  </a:lnTo>
                  <a:lnTo>
                    <a:pt x="344" y="177"/>
                  </a:lnTo>
                  <a:lnTo>
                    <a:pt x="318" y="221"/>
                  </a:lnTo>
                  <a:lnTo>
                    <a:pt x="265" y="318"/>
                  </a:lnTo>
                  <a:lnTo>
                    <a:pt x="203" y="433"/>
                  </a:lnTo>
                  <a:lnTo>
                    <a:pt x="150" y="494"/>
                  </a:lnTo>
                  <a:lnTo>
                    <a:pt x="141" y="503"/>
                  </a:lnTo>
                  <a:lnTo>
                    <a:pt x="106" y="538"/>
                  </a:lnTo>
                  <a:lnTo>
                    <a:pt x="106" y="547"/>
                  </a:lnTo>
                  <a:lnTo>
                    <a:pt x="53" y="609"/>
                  </a:lnTo>
                  <a:lnTo>
                    <a:pt x="9" y="671"/>
                  </a:lnTo>
                  <a:lnTo>
                    <a:pt x="0" y="688"/>
                  </a:lnTo>
                  <a:lnTo>
                    <a:pt x="79" y="741"/>
                  </a:lnTo>
                  <a:lnTo>
                    <a:pt x="97" y="724"/>
                  </a:lnTo>
                  <a:lnTo>
                    <a:pt x="141" y="671"/>
                  </a:lnTo>
                  <a:lnTo>
                    <a:pt x="176" y="635"/>
                  </a:lnTo>
                  <a:lnTo>
                    <a:pt x="212" y="591"/>
                  </a:lnTo>
                  <a:lnTo>
                    <a:pt x="229" y="565"/>
                  </a:lnTo>
                  <a:lnTo>
                    <a:pt x="238" y="556"/>
                  </a:lnTo>
                  <a:lnTo>
                    <a:pt x="291" y="477"/>
                  </a:lnTo>
                  <a:lnTo>
                    <a:pt x="397" y="300"/>
                  </a:lnTo>
                  <a:lnTo>
                    <a:pt x="397" y="291"/>
                  </a:lnTo>
                  <a:lnTo>
                    <a:pt x="406" y="274"/>
                  </a:lnTo>
                  <a:lnTo>
                    <a:pt x="468" y="185"/>
                  </a:lnTo>
                  <a:lnTo>
                    <a:pt x="476" y="168"/>
                  </a:lnTo>
                  <a:lnTo>
                    <a:pt x="538" y="88"/>
                  </a:lnTo>
                  <a:lnTo>
                    <a:pt x="547" y="71"/>
                  </a:lnTo>
                  <a:lnTo>
                    <a:pt x="538" y="62"/>
                  </a:lnTo>
                  <a:lnTo>
                    <a:pt x="503" y="35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 noChangeArrowheads="1"/>
            </p:cNvSpPr>
            <p:nvPr/>
          </p:nvSpPr>
          <p:spPr bwMode="auto">
            <a:xfrm>
              <a:off x="5450947" y="1809750"/>
              <a:ext cx="550826" cy="835442"/>
            </a:xfrm>
            <a:custGeom>
              <a:avLst/>
              <a:gdLst>
                <a:gd name="T0" fmla="*/ 560631948 w 531"/>
                <a:gd name="T1" fmla="*/ 38870913 h 804"/>
                <a:gd name="T2" fmla="*/ 560631948 w 531"/>
                <a:gd name="T3" fmla="*/ 38870913 h 804"/>
                <a:gd name="T4" fmla="*/ 531578210 w 531"/>
                <a:gd name="T5" fmla="*/ 29153185 h 804"/>
                <a:gd name="T6" fmla="*/ 531578210 w 531"/>
                <a:gd name="T7" fmla="*/ 29153185 h 804"/>
                <a:gd name="T8" fmla="*/ 503600191 w 531"/>
                <a:gd name="T9" fmla="*/ 9717728 h 804"/>
                <a:gd name="T10" fmla="*/ 493915612 w 531"/>
                <a:gd name="T11" fmla="*/ 0 h 804"/>
                <a:gd name="T12" fmla="*/ 484231033 w 531"/>
                <a:gd name="T13" fmla="*/ 9717728 h 804"/>
                <a:gd name="T14" fmla="*/ 484231033 w 531"/>
                <a:gd name="T15" fmla="*/ 9717728 h 804"/>
                <a:gd name="T16" fmla="*/ 427199276 w 531"/>
                <a:gd name="T17" fmla="*/ 96097651 h 804"/>
                <a:gd name="T18" fmla="*/ 427199276 w 531"/>
                <a:gd name="T19" fmla="*/ 96097651 h 804"/>
                <a:gd name="T20" fmla="*/ 379852099 w 531"/>
                <a:gd name="T21" fmla="*/ 181396903 h 804"/>
                <a:gd name="T22" fmla="*/ 379852099 w 531"/>
                <a:gd name="T23" fmla="*/ 181396903 h 804"/>
                <a:gd name="T24" fmla="*/ 370167520 w 531"/>
                <a:gd name="T25" fmla="*/ 191114631 h 804"/>
                <a:gd name="T26" fmla="*/ 370167520 w 531"/>
                <a:gd name="T27" fmla="*/ 191114631 h 804"/>
                <a:gd name="T28" fmla="*/ 370167520 w 531"/>
                <a:gd name="T29" fmla="*/ 191114631 h 804"/>
                <a:gd name="T30" fmla="*/ 370167520 w 531"/>
                <a:gd name="T31" fmla="*/ 191114631 h 804"/>
                <a:gd name="T32" fmla="*/ 351874080 w 531"/>
                <a:gd name="T33" fmla="*/ 248341369 h 804"/>
                <a:gd name="T34" fmla="*/ 351874080 w 531"/>
                <a:gd name="T35" fmla="*/ 248341369 h 804"/>
                <a:gd name="T36" fmla="*/ 294842324 w 531"/>
                <a:gd name="T37" fmla="*/ 353076077 h 804"/>
                <a:gd name="T38" fmla="*/ 294842324 w 531"/>
                <a:gd name="T39" fmla="*/ 353076077 h 804"/>
                <a:gd name="T40" fmla="*/ 228125988 w 531"/>
                <a:gd name="T41" fmla="*/ 476166610 h 804"/>
                <a:gd name="T42" fmla="*/ 228125988 w 531"/>
                <a:gd name="T43" fmla="*/ 476166610 h 804"/>
                <a:gd name="T44" fmla="*/ 171095269 w 531"/>
                <a:gd name="T45" fmla="*/ 552828805 h 804"/>
                <a:gd name="T46" fmla="*/ 151726111 w 531"/>
                <a:gd name="T47" fmla="*/ 572264262 h 804"/>
                <a:gd name="T48" fmla="*/ 151726111 w 531"/>
                <a:gd name="T49" fmla="*/ 572264262 h 804"/>
                <a:gd name="T50" fmla="*/ 94694354 w 531"/>
                <a:gd name="T51" fmla="*/ 647845785 h 804"/>
                <a:gd name="T52" fmla="*/ 94694354 w 531"/>
                <a:gd name="T53" fmla="*/ 647845785 h 804"/>
                <a:gd name="T54" fmla="*/ 37662598 w 531"/>
                <a:gd name="T55" fmla="*/ 724507980 h 804"/>
                <a:gd name="T56" fmla="*/ 37662598 w 531"/>
                <a:gd name="T57" fmla="*/ 724507980 h 804"/>
                <a:gd name="T58" fmla="*/ 19369158 w 531"/>
                <a:gd name="T59" fmla="*/ 752581532 h 804"/>
                <a:gd name="T60" fmla="*/ 0 w 531"/>
                <a:gd name="T61" fmla="*/ 781733678 h 804"/>
                <a:gd name="T62" fmla="*/ 0 w 531"/>
                <a:gd name="T63" fmla="*/ 791451407 h 804"/>
                <a:gd name="T64" fmla="*/ 86085494 w 531"/>
                <a:gd name="T65" fmla="*/ 867033969 h 804"/>
                <a:gd name="T66" fmla="*/ 94694354 w 531"/>
                <a:gd name="T67" fmla="*/ 848678145 h 804"/>
                <a:gd name="T68" fmla="*/ 94694354 w 531"/>
                <a:gd name="T69" fmla="*/ 848678145 h 804"/>
                <a:gd name="T70" fmla="*/ 171095269 w 531"/>
                <a:gd name="T71" fmla="*/ 752581532 h 804"/>
                <a:gd name="T72" fmla="*/ 237810567 w 531"/>
                <a:gd name="T73" fmla="*/ 638128057 h 804"/>
                <a:gd name="T74" fmla="*/ 237810567 w 531"/>
                <a:gd name="T75" fmla="*/ 638128057 h 804"/>
                <a:gd name="T76" fmla="*/ 256104007 w 531"/>
                <a:gd name="T77" fmla="*/ 610054504 h 804"/>
                <a:gd name="T78" fmla="*/ 256104007 w 531"/>
                <a:gd name="T79" fmla="*/ 610054504 h 804"/>
                <a:gd name="T80" fmla="*/ 275473166 w 531"/>
                <a:gd name="T81" fmla="*/ 590620086 h 804"/>
                <a:gd name="T82" fmla="*/ 332504922 w 531"/>
                <a:gd name="T83" fmla="*/ 495602067 h 804"/>
                <a:gd name="T84" fmla="*/ 332504922 w 531"/>
                <a:gd name="T85" fmla="*/ 495602067 h 804"/>
                <a:gd name="T86" fmla="*/ 332504922 w 531"/>
                <a:gd name="T87" fmla="*/ 495602067 h 804"/>
                <a:gd name="T88" fmla="*/ 351874080 w 531"/>
                <a:gd name="T89" fmla="*/ 467528514 h 804"/>
                <a:gd name="T90" fmla="*/ 351874080 w 531"/>
                <a:gd name="T91" fmla="*/ 467528514 h 804"/>
                <a:gd name="T92" fmla="*/ 379852099 w 531"/>
                <a:gd name="T93" fmla="*/ 428657601 h 804"/>
                <a:gd name="T94" fmla="*/ 436883856 w 531"/>
                <a:gd name="T95" fmla="*/ 305567068 h 804"/>
                <a:gd name="T96" fmla="*/ 436883856 w 531"/>
                <a:gd name="T97" fmla="*/ 305567068 h 804"/>
                <a:gd name="T98" fmla="*/ 456253014 w 531"/>
                <a:gd name="T99" fmla="*/ 266696155 h 804"/>
                <a:gd name="T100" fmla="*/ 456253014 w 531"/>
                <a:gd name="T101" fmla="*/ 266696155 h 804"/>
                <a:gd name="T102" fmla="*/ 465937593 w 531"/>
                <a:gd name="T103" fmla="*/ 248341369 h 804"/>
                <a:gd name="T104" fmla="*/ 465937593 w 531"/>
                <a:gd name="T105" fmla="*/ 248341369 h 804"/>
                <a:gd name="T106" fmla="*/ 513284770 w 531"/>
                <a:gd name="T107" fmla="*/ 181396903 h 804"/>
                <a:gd name="T108" fmla="*/ 513284770 w 531"/>
                <a:gd name="T109" fmla="*/ 181396903 h 804"/>
                <a:gd name="T110" fmla="*/ 550947368 w 531"/>
                <a:gd name="T111" fmla="*/ 114452437 h 804"/>
                <a:gd name="T112" fmla="*/ 570316527 w 531"/>
                <a:gd name="T113" fmla="*/ 57226738 h 804"/>
                <a:gd name="T114" fmla="*/ 570316527 w 531"/>
                <a:gd name="T115" fmla="*/ 47509010 h 804"/>
                <a:gd name="T116" fmla="*/ 560631948 w 531"/>
                <a:gd name="T117" fmla="*/ 38870913 h 80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31" h="804">
                  <a:moveTo>
                    <a:pt x="521" y="36"/>
                  </a:moveTo>
                  <a:lnTo>
                    <a:pt x="521" y="36"/>
                  </a:lnTo>
                  <a:lnTo>
                    <a:pt x="494" y="27"/>
                  </a:lnTo>
                  <a:lnTo>
                    <a:pt x="468" y="9"/>
                  </a:lnTo>
                  <a:lnTo>
                    <a:pt x="459" y="0"/>
                  </a:lnTo>
                  <a:lnTo>
                    <a:pt x="450" y="9"/>
                  </a:lnTo>
                  <a:lnTo>
                    <a:pt x="397" y="89"/>
                  </a:lnTo>
                  <a:lnTo>
                    <a:pt x="353" y="168"/>
                  </a:lnTo>
                  <a:lnTo>
                    <a:pt x="344" y="177"/>
                  </a:lnTo>
                  <a:lnTo>
                    <a:pt x="327" y="230"/>
                  </a:lnTo>
                  <a:lnTo>
                    <a:pt x="274" y="327"/>
                  </a:lnTo>
                  <a:lnTo>
                    <a:pt x="212" y="441"/>
                  </a:lnTo>
                  <a:lnTo>
                    <a:pt x="159" y="512"/>
                  </a:lnTo>
                  <a:lnTo>
                    <a:pt x="141" y="530"/>
                  </a:lnTo>
                  <a:lnTo>
                    <a:pt x="88" y="600"/>
                  </a:lnTo>
                  <a:lnTo>
                    <a:pt x="35" y="671"/>
                  </a:lnTo>
                  <a:lnTo>
                    <a:pt x="18" y="697"/>
                  </a:lnTo>
                  <a:lnTo>
                    <a:pt x="0" y="724"/>
                  </a:lnTo>
                  <a:lnTo>
                    <a:pt x="0" y="733"/>
                  </a:lnTo>
                  <a:lnTo>
                    <a:pt x="80" y="803"/>
                  </a:lnTo>
                  <a:lnTo>
                    <a:pt x="88" y="786"/>
                  </a:lnTo>
                  <a:lnTo>
                    <a:pt x="159" y="697"/>
                  </a:lnTo>
                  <a:lnTo>
                    <a:pt x="221" y="591"/>
                  </a:lnTo>
                  <a:lnTo>
                    <a:pt x="238" y="565"/>
                  </a:lnTo>
                  <a:lnTo>
                    <a:pt x="256" y="547"/>
                  </a:lnTo>
                  <a:lnTo>
                    <a:pt x="309" y="459"/>
                  </a:lnTo>
                  <a:lnTo>
                    <a:pt x="327" y="433"/>
                  </a:lnTo>
                  <a:lnTo>
                    <a:pt x="353" y="397"/>
                  </a:lnTo>
                  <a:lnTo>
                    <a:pt x="406" y="283"/>
                  </a:lnTo>
                  <a:lnTo>
                    <a:pt x="424" y="247"/>
                  </a:lnTo>
                  <a:lnTo>
                    <a:pt x="433" y="230"/>
                  </a:lnTo>
                  <a:lnTo>
                    <a:pt x="477" y="168"/>
                  </a:lnTo>
                  <a:lnTo>
                    <a:pt x="512" y="106"/>
                  </a:lnTo>
                  <a:lnTo>
                    <a:pt x="530" y="53"/>
                  </a:lnTo>
                  <a:lnTo>
                    <a:pt x="530" y="44"/>
                  </a:lnTo>
                  <a:lnTo>
                    <a:pt x="521" y="36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8" name="Freeform 14"/>
          <p:cNvSpPr>
            <a:spLocks noChangeArrowheads="1"/>
          </p:cNvSpPr>
          <p:nvPr/>
        </p:nvSpPr>
        <p:spPr bwMode="auto">
          <a:xfrm>
            <a:off x="3744913" y="3422650"/>
            <a:ext cx="4762" cy="36513"/>
          </a:xfrm>
          <a:custGeom>
            <a:avLst/>
            <a:gdLst>
              <a:gd name="T0" fmla="*/ 0 w 1"/>
              <a:gd name="T1" fmla="*/ 35058401 h 37"/>
              <a:gd name="T2" fmla="*/ 0 w 1"/>
              <a:gd name="T3" fmla="*/ 35058401 h 37"/>
              <a:gd name="T4" fmla="*/ 0 w 1"/>
              <a:gd name="T5" fmla="*/ 0 h 37"/>
              <a:gd name="T6" fmla="*/ 0 w 1"/>
              <a:gd name="T7" fmla="*/ 0 h 37"/>
              <a:gd name="T8" fmla="*/ 0 w 1"/>
              <a:gd name="T9" fmla="*/ 35058401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37">
                <a:moveTo>
                  <a:pt x="0" y="36"/>
                </a:moveTo>
                <a:lnTo>
                  <a:pt x="0" y="36"/>
                </a:lnTo>
                <a:lnTo>
                  <a:pt x="0" y="0"/>
                </a:lnTo>
                <a:lnTo>
                  <a:pt x="0" y="36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15"/>
          <p:cNvSpPr>
            <a:spLocks noChangeArrowheads="1"/>
          </p:cNvSpPr>
          <p:nvPr/>
        </p:nvSpPr>
        <p:spPr bwMode="auto">
          <a:xfrm>
            <a:off x="3744913" y="3367088"/>
            <a:ext cx="4762" cy="19050"/>
          </a:xfrm>
          <a:custGeom>
            <a:avLst/>
            <a:gdLst>
              <a:gd name="T0" fmla="*/ 0 w 1"/>
              <a:gd name="T1" fmla="*/ 18094492 h 19"/>
              <a:gd name="T2" fmla="*/ 0 w 1"/>
              <a:gd name="T3" fmla="*/ 18094492 h 19"/>
              <a:gd name="T4" fmla="*/ 0 w 1"/>
              <a:gd name="T5" fmla="*/ 0 h 19"/>
              <a:gd name="T6" fmla="*/ 0 w 1"/>
              <a:gd name="T7" fmla="*/ 0 h 19"/>
              <a:gd name="T8" fmla="*/ 0 w 1"/>
              <a:gd name="T9" fmla="*/ 18094492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19">
                <a:moveTo>
                  <a:pt x="0" y="18"/>
                </a:moveTo>
                <a:lnTo>
                  <a:pt x="0" y="18"/>
                </a:lnTo>
                <a:lnTo>
                  <a:pt x="0" y="0"/>
                </a:lnTo>
                <a:lnTo>
                  <a:pt x="0" y="18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Freeform 16"/>
          <p:cNvSpPr>
            <a:spLocks noChangeArrowheads="1"/>
          </p:cNvSpPr>
          <p:nvPr/>
        </p:nvSpPr>
        <p:spPr bwMode="auto">
          <a:xfrm>
            <a:off x="3303588" y="2898775"/>
            <a:ext cx="460375" cy="606425"/>
          </a:xfrm>
          <a:custGeom>
            <a:avLst/>
            <a:gdLst>
              <a:gd name="T0" fmla="*/ 459986493 w 442"/>
              <a:gd name="T1" fmla="*/ 589814770 h 584"/>
              <a:gd name="T2" fmla="*/ 382960132 w 442"/>
              <a:gd name="T3" fmla="*/ 618928362 h 584"/>
              <a:gd name="T4" fmla="*/ 335225910 w 442"/>
              <a:gd name="T5" fmla="*/ 628633239 h 584"/>
              <a:gd name="T6" fmla="*/ 287491689 w 442"/>
              <a:gd name="T7" fmla="*/ 609223485 h 584"/>
              <a:gd name="T8" fmla="*/ 258199548 w 442"/>
              <a:gd name="T9" fmla="*/ 589814770 h 584"/>
              <a:gd name="T10" fmla="*/ 229992726 w 442"/>
              <a:gd name="T11" fmla="*/ 571483913 h 584"/>
              <a:gd name="T12" fmla="*/ 57497921 w 442"/>
              <a:gd name="T13" fmla="*/ 514335626 h 584"/>
              <a:gd name="T14" fmla="*/ 19527399 w 442"/>
              <a:gd name="T15" fmla="*/ 485223072 h 584"/>
              <a:gd name="T16" fmla="*/ 0 w 442"/>
              <a:gd name="T17" fmla="*/ 457187338 h 584"/>
              <a:gd name="T18" fmla="*/ 0 w 442"/>
              <a:gd name="T19" fmla="*/ 437778623 h 584"/>
              <a:gd name="T20" fmla="*/ 37970522 w 442"/>
              <a:gd name="T21" fmla="*/ 400039051 h 584"/>
              <a:gd name="T22" fmla="*/ 77026362 w 442"/>
              <a:gd name="T23" fmla="*/ 400039051 h 584"/>
              <a:gd name="T24" fmla="*/ 105233184 w 442"/>
              <a:gd name="T25" fmla="*/ 409743927 h 584"/>
              <a:gd name="T26" fmla="*/ 182258505 w 442"/>
              <a:gd name="T27" fmla="*/ 418369908 h 584"/>
              <a:gd name="T28" fmla="*/ 57497921 w 442"/>
              <a:gd name="T29" fmla="*/ 171444862 h 584"/>
              <a:gd name="T30" fmla="*/ 0 w 442"/>
              <a:gd name="T31" fmla="*/ 66853164 h 584"/>
              <a:gd name="T32" fmla="*/ 9763700 w 442"/>
              <a:gd name="T33" fmla="*/ 29113592 h 584"/>
              <a:gd name="T34" fmla="*/ 37970522 w 442"/>
              <a:gd name="T35" fmla="*/ 19408715 h 584"/>
              <a:gd name="T36" fmla="*/ 77026362 w 442"/>
              <a:gd name="T37" fmla="*/ 9704877 h 584"/>
              <a:gd name="T38" fmla="*/ 134524283 w 442"/>
              <a:gd name="T39" fmla="*/ 0 h 584"/>
              <a:gd name="T40" fmla="*/ 162731105 w 442"/>
              <a:gd name="T41" fmla="*/ 29113592 h 584"/>
              <a:gd name="T42" fmla="*/ 162731105 w 442"/>
              <a:gd name="T43" fmla="*/ 29113592 h 584"/>
              <a:gd name="T44" fmla="*/ 162731105 w 442"/>
              <a:gd name="T45" fmla="*/ 47444449 h 584"/>
              <a:gd name="T46" fmla="*/ 172494805 w 442"/>
              <a:gd name="T47" fmla="*/ 86261879 h 584"/>
              <a:gd name="T48" fmla="*/ 182258505 w 442"/>
              <a:gd name="T49" fmla="*/ 133705290 h 584"/>
              <a:gd name="T50" fmla="*/ 258199548 w 442"/>
              <a:gd name="T51" fmla="*/ 276037599 h 584"/>
              <a:gd name="T52" fmla="*/ 287491689 w 442"/>
              <a:gd name="T53" fmla="*/ 342890763 h 584"/>
              <a:gd name="T54" fmla="*/ 315698511 w 442"/>
              <a:gd name="T55" fmla="*/ 362299478 h 584"/>
              <a:gd name="T56" fmla="*/ 325462210 w 442"/>
              <a:gd name="T57" fmla="*/ 323482048 h 584"/>
              <a:gd name="T58" fmla="*/ 363432732 w 442"/>
              <a:gd name="T59" fmla="*/ 285742476 h 584"/>
              <a:gd name="T60" fmla="*/ 382960132 w 442"/>
              <a:gd name="T61" fmla="*/ 276037599 h 584"/>
              <a:gd name="T62" fmla="*/ 430694353 w 442"/>
              <a:gd name="T63" fmla="*/ 285742476 h 584"/>
              <a:gd name="T64" fmla="*/ 440458053 w 442"/>
              <a:gd name="T65" fmla="*/ 285742476 h 584"/>
              <a:gd name="T66" fmla="*/ 450222794 w 442"/>
              <a:gd name="T67" fmla="*/ 295446314 h 584"/>
              <a:gd name="T68" fmla="*/ 478428574 w 442"/>
              <a:gd name="T69" fmla="*/ 342890763 h 584"/>
              <a:gd name="T70" fmla="*/ 478428574 w 442"/>
              <a:gd name="T71" fmla="*/ 352594602 h 584"/>
              <a:gd name="T72" fmla="*/ 478428574 w 442"/>
              <a:gd name="T73" fmla="*/ 400039051 h 584"/>
              <a:gd name="T74" fmla="*/ 478428574 w 442"/>
              <a:gd name="T75" fmla="*/ 437778623 h 584"/>
              <a:gd name="T76" fmla="*/ 478428574 w 442"/>
              <a:gd name="T77" fmla="*/ 457187338 h 584"/>
              <a:gd name="T78" fmla="*/ 478428574 w 442"/>
              <a:gd name="T79" fmla="*/ 524040502 h 584"/>
              <a:gd name="T80" fmla="*/ 459986493 w 442"/>
              <a:gd name="T81" fmla="*/ 589814770 h 58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442" h="584">
                <a:moveTo>
                  <a:pt x="424" y="547"/>
                </a:moveTo>
                <a:lnTo>
                  <a:pt x="424" y="547"/>
                </a:lnTo>
                <a:lnTo>
                  <a:pt x="353" y="574"/>
                </a:lnTo>
                <a:lnTo>
                  <a:pt x="335" y="583"/>
                </a:lnTo>
                <a:lnTo>
                  <a:pt x="309" y="583"/>
                </a:lnTo>
                <a:lnTo>
                  <a:pt x="291" y="574"/>
                </a:lnTo>
                <a:lnTo>
                  <a:pt x="265" y="565"/>
                </a:lnTo>
                <a:lnTo>
                  <a:pt x="238" y="547"/>
                </a:lnTo>
                <a:lnTo>
                  <a:pt x="212" y="530"/>
                </a:lnTo>
                <a:lnTo>
                  <a:pt x="53" y="477"/>
                </a:lnTo>
                <a:lnTo>
                  <a:pt x="18" y="450"/>
                </a:lnTo>
                <a:lnTo>
                  <a:pt x="0" y="433"/>
                </a:lnTo>
                <a:lnTo>
                  <a:pt x="0" y="424"/>
                </a:lnTo>
                <a:lnTo>
                  <a:pt x="0" y="406"/>
                </a:lnTo>
                <a:lnTo>
                  <a:pt x="18" y="388"/>
                </a:lnTo>
                <a:lnTo>
                  <a:pt x="35" y="371"/>
                </a:lnTo>
                <a:lnTo>
                  <a:pt x="71" y="371"/>
                </a:lnTo>
                <a:lnTo>
                  <a:pt x="97" y="380"/>
                </a:lnTo>
                <a:lnTo>
                  <a:pt x="168" y="388"/>
                </a:lnTo>
                <a:lnTo>
                  <a:pt x="53" y="159"/>
                </a:lnTo>
                <a:lnTo>
                  <a:pt x="0" y="62"/>
                </a:lnTo>
                <a:lnTo>
                  <a:pt x="0" y="44"/>
                </a:lnTo>
                <a:lnTo>
                  <a:pt x="9" y="27"/>
                </a:lnTo>
                <a:lnTo>
                  <a:pt x="18" y="18"/>
                </a:lnTo>
                <a:lnTo>
                  <a:pt x="35" y="18"/>
                </a:lnTo>
                <a:lnTo>
                  <a:pt x="71" y="9"/>
                </a:lnTo>
                <a:lnTo>
                  <a:pt x="124" y="0"/>
                </a:lnTo>
                <a:lnTo>
                  <a:pt x="141" y="0"/>
                </a:lnTo>
                <a:lnTo>
                  <a:pt x="150" y="27"/>
                </a:lnTo>
                <a:lnTo>
                  <a:pt x="150" y="44"/>
                </a:lnTo>
                <a:lnTo>
                  <a:pt x="159" y="80"/>
                </a:lnTo>
                <a:lnTo>
                  <a:pt x="168" y="124"/>
                </a:lnTo>
                <a:lnTo>
                  <a:pt x="238" y="256"/>
                </a:lnTo>
                <a:lnTo>
                  <a:pt x="256" y="300"/>
                </a:lnTo>
                <a:lnTo>
                  <a:pt x="265" y="318"/>
                </a:lnTo>
                <a:lnTo>
                  <a:pt x="291" y="336"/>
                </a:lnTo>
                <a:lnTo>
                  <a:pt x="300" y="300"/>
                </a:lnTo>
                <a:lnTo>
                  <a:pt x="318" y="283"/>
                </a:lnTo>
                <a:lnTo>
                  <a:pt x="335" y="265"/>
                </a:lnTo>
                <a:lnTo>
                  <a:pt x="353" y="256"/>
                </a:lnTo>
                <a:lnTo>
                  <a:pt x="362" y="256"/>
                </a:lnTo>
                <a:lnTo>
                  <a:pt x="397" y="265"/>
                </a:lnTo>
                <a:lnTo>
                  <a:pt x="406" y="265"/>
                </a:lnTo>
                <a:lnTo>
                  <a:pt x="415" y="274"/>
                </a:lnTo>
                <a:lnTo>
                  <a:pt x="441" y="318"/>
                </a:lnTo>
                <a:lnTo>
                  <a:pt x="441" y="327"/>
                </a:lnTo>
                <a:lnTo>
                  <a:pt x="441" y="371"/>
                </a:lnTo>
                <a:lnTo>
                  <a:pt x="441" y="406"/>
                </a:lnTo>
                <a:lnTo>
                  <a:pt x="441" y="424"/>
                </a:lnTo>
                <a:lnTo>
                  <a:pt x="441" y="486"/>
                </a:lnTo>
                <a:lnTo>
                  <a:pt x="432" y="512"/>
                </a:lnTo>
                <a:lnTo>
                  <a:pt x="424" y="547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Freeform 17"/>
          <p:cNvSpPr>
            <a:spLocks noChangeArrowheads="1"/>
          </p:cNvSpPr>
          <p:nvPr/>
        </p:nvSpPr>
        <p:spPr bwMode="auto">
          <a:xfrm>
            <a:off x="4479925" y="2459038"/>
            <a:ext cx="485775" cy="531812"/>
          </a:xfrm>
          <a:custGeom>
            <a:avLst/>
            <a:gdLst>
              <a:gd name="T0" fmla="*/ 502076946 w 469"/>
              <a:gd name="T1" fmla="*/ 189883890 h 512"/>
              <a:gd name="T2" fmla="*/ 502076946 w 469"/>
              <a:gd name="T3" fmla="*/ 189883890 h 512"/>
              <a:gd name="T4" fmla="*/ 482766095 w 469"/>
              <a:gd name="T5" fmla="*/ 380846985 h 512"/>
              <a:gd name="T6" fmla="*/ 492421521 w 469"/>
              <a:gd name="T7" fmla="*/ 428318476 h 512"/>
              <a:gd name="T8" fmla="*/ 492421521 w 469"/>
              <a:gd name="T9" fmla="*/ 428318476 h 512"/>
              <a:gd name="T10" fmla="*/ 492421521 w 469"/>
              <a:gd name="T11" fmla="*/ 466079206 h 512"/>
              <a:gd name="T12" fmla="*/ 482766095 w 469"/>
              <a:gd name="T13" fmla="*/ 495209416 h 512"/>
              <a:gd name="T14" fmla="*/ 454872874 w 469"/>
              <a:gd name="T15" fmla="*/ 523260421 h 512"/>
              <a:gd name="T16" fmla="*/ 417325263 w 469"/>
              <a:gd name="T17" fmla="*/ 542680908 h 512"/>
              <a:gd name="T18" fmla="*/ 350810340 w 469"/>
              <a:gd name="T19" fmla="*/ 551311427 h 512"/>
              <a:gd name="T20" fmla="*/ 293950842 w 469"/>
              <a:gd name="T21" fmla="*/ 532970145 h 512"/>
              <a:gd name="T22" fmla="*/ 95480164 w 469"/>
              <a:gd name="T23" fmla="*/ 446659758 h 512"/>
              <a:gd name="T24" fmla="*/ 48277127 w 469"/>
              <a:gd name="T25" fmla="*/ 428318476 h 512"/>
              <a:gd name="T26" fmla="*/ 28966276 w 469"/>
              <a:gd name="T27" fmla="*/ 380846985 h 512"/>
              <a:gd name="T28" fmla="*/ 19310851 w 469"/>
              <a:gd name="T29" fmla="*/ 351717813 h 512"/>
              <a:gd name="T30" fmla="*/ 48277127 w 469"/>
              <a:gd name="T31" fmla="*/ 323666808 h 512"/>
              <a:gd name="T32" fmla="*/ 66514923 w 469"/>
              <a:gd name="T33" fmla="*/ 313956045 h 512"/>
              <a:gd name="T34" fmla="*/ 133028811 w 469"/>
              <a:gd name="T35" fmla="*/ 323666808 h 512"/>
              <a:gd name="T36" fmla="*/ 170577457 w 469"/>
              <a:gd name="T37" fmla="*/ 333376531 h 512"/>
              <a:gd name="T38" fmla="*/ 170577457 w 469"/>
              <a:gd name="T39" fmla="*/ 323666808 h 512"/>
              <a:gd name="T40" fmla="*/ 133028811 w 469"/>
              <a:gd name="T41" fmla="*/ 256774830 h 512"/>
              <a:gd name="T42" fmla="*/ 95480164 w 469"/>
              <a:gd name="T43" fmla="*/ 199594653 h 512"/>
              <a:gd name="T44" fmla="*/ 38621702 w 469"/>
              <a:gd name="T45" fmla="*/ 132703713 h 512"/>
              <a:gd name="T46" fmla="*/ 38621702 w 469"/>
              <a:gd name="T47" fmla="*/ 132703713 h 512"/>
              <a:gd name="T48" fmla="*/ 9655425 w 469"/>
              <a:gd name="T49" fmla="*/ 85232221 h 512"/>
              <a:gd name="T50" fmla="*/ 9655425 w 469"/>
              <a:gd name="T51" fmla="*/ 85232221 h 512"/>
              <a:gd name="T52" fmla="*/ 0 w 469"/>
              <a:gd name="T53" fmla="*/ 57181216 h 512"/>
              <a:gd name="T54" fmla="*/ 0 w 469"/>
              <a:gd name="T55" fmla="*/ 57181216 h 512"/>
              <a:gd name="T56" fmla="*/ 66514923 w 469"/>
              <a:gd name="T57" fmla="*/ 0 h 512"/>
              <a:gd name="T58" fmla="*/ 85824738 w 469"/>
              <a:gd name="T59" fmla="*/ 0 h 512"/>
              <a:gd name="T60" fmla="*/ 113717960 w 469"/>
              <a:gd name="T61" fmla="*/ 18341282 h 512"/>
              <a:gd name="T62" fmla="*/ 142684236 w 469"/>
              <a:gd name="T63" fmla="*/ 57181216 h 512"/>
              <a:gd name="T64" fmla="*/ 180232883 w 469"/>
              <a:gd name="T65" fmla="*/ 94941945 h 512"/>
              <a:gd name="T66" fmla="*/ 199543734 w 469"/>
              <a:gd name="T67" fmla="*/ 114362431 h 512"/>
              <a:gd name="T68" fmla="*/ 246747806 w 469"/>
              <a:gd name="T69" fmla="*/ 180174166 h 512"/>
              <a:gd name="T70" fmla="*/ 284295417 w 469"/>
              <a:gd name="T71" fmla="*/ 227645658 h 512"/>
              <a:gd name="T72" fmla="*/ 331499489 w 469"/>
              <a:gd name="T73" fmla="*/ 284826874 h 512"/>
              <a:gd name="T74" fmla="*/ 331499489 w 469"/>
              <a:gd name="T75" fmla="*/ 276195316 h 512"/>
              <a:gd name="T76" fmla="*/ 341154914 w 469"/>
              <a:gd name="T77" fmla="*/ 180174166 h 512"/>
              <a:gd name="T78" fmla="*/ 341154914 w 469"/>
              <a:gd name="T79" fmla="*/ 171543647 h 512"/>
              <a:gd name="T80" fmla="*/ 341154914 w 469"/>
              <a:gd name="T81" fmla="*/ 171543647 h 512"/>
              <a:gd name="T82" fmla="*/ 341154914 w 469"/>
              <a:gd name="T83" fmla="*/ 171543647 h 512"/>
              <a:gd name="T84" fmla="*/ 350810340 w 469"/>
              <a:gd name="T85" fmla="*/ 161832884 h 512"/>
              <a:gd name="T86" fmla="*/ 388358987 w 469"/>
              <a:gd name="T87" fmla="*/ 152123161 h 512"/>
              <a:gd name="T88" fmla="*/ 435563059 w 469"/>
              <a:gd name="T89" fmla="*/ 152123161 h 512"/>
              <a:gd name="T90" fmla="*/ 482766095 w 469"/>
              <a:gd name="T91" fmla="*/ 171543647 h 512"/>
              <a:gd name="T92" fmla="*/ 482766095 w 469"/>
              <a:gd name="T93" fmla="*/ 171543647 h 512"/>
              <a:gd name="T94" fmla="*/ 482766095 w 469"/>
              <a:gd name="T95" fmla="*/ 171543647 h 512"/>
              <a:gd name="T96" fmla="*/ 502076946 w 469"/>
              <a:gd name="T97" fmla="*/ 189883890 h 512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</a:gdLst>
            <a:ahLst/>
            <a:cxnLst>
              <a:cxn ang="T98">
                <a:pos x="T0" y="T1"/>
              </a:cxn>
              <a:cxn ang="T99">
                <a:pos x="T2" y="T3"/>
              </a:cxn>
              <a:cxn ang="T100">
                <a:pos x="T4" y="T5"/>
              </a:cxn>
              <a:cxn ang="T101">
                <a:pos x="T6" y="T7"/>
              </a:cxn>
              <a:cxn ang="T102">
                <a:pos x="T8" y="T9"/>
              </a:cxn>
              <a:cxn ang="T103">
                <a:pos x="T10" y="T11"/>
              </a:cxn>
              <a:cxn ang="T104">
                <a:pos x="T12" y="T13"/>
              </a:cxn>
              <a:cxn ang="T105">
                <a:pos x="T14" y="T15"/>
              </a:cxn>
              <a:cxn ang="T106">
                <a:pos x="T16" y="T17"/>
              </a:cxn>
              <a:cxn ang="T107">
                <a:pos x="T18" y="T19"/>
              </a:cxn>
              <a:cxn ang="T108">
                <a:pos x="T20" y="T21"/>
              </a:cxn>
              <a:cxn ang="T109">
                <a:pos x="T22" y="T23"/>
              </a:cxn>
              <a:cxn ang="T110">
                <a:pos x="T24" y="T25"/>
              </a:cxn>
              <a:cxn ang="T111">
                <a:pos x="T26" y="T27"/>
              </a:cxn>
              <a:cxn ang="T112">
                <a:pos x="T28" y="T29"/>
              </a:cxn>
              <a:cxn ang="T113">
                <a:pos x="T30" y="T31"/>
              </a:cxn>
              <a:cxn ang="T114">
                <a:pos x="T32" y="T33"/>
              </a:cxn>
              <a:cxn ang="T115">
                <a:pos x="T34" y="T35"/>
              </a:cxn>
              <a:cxn ang="T116">
                <a:pos x="T36" y="T37"/>
              </a:cxn>
              <a:cxn ang="T117">
                <a:pos x="T38" y="T39"/>
              </a:cxn>
              <a:cxn ang="T118">
                <a:pos x="T40" y="T41"/>
              </a:cxn>
              <a:cxn ang="T119">
                <a:pos x="T42" y="T43"/>
              </a:cxn>
              <a:cxn ang="T120">
                <a:pos x="T44" y="T45"/>
              </a:cxn>
              <a:cxn ang="T121">
                <a:pos x="T46" y="T47"/>
              </a:cxn>
              <a:cxn ang="T122">
                <a:pos x="T48" y="T49"/>
              </a:cxn>
              <a:cxn ang="T123">
                <a:pos x="T50" y="T51"/>
              </a:cxn>
              <a:cxn ang="T124">
                <a:pos x="T52" y="T53"/>
              </a:cxn>
              <a:cxn ang="T125">
                <a:pos x="T54" y="T55"/>
              </a:cxn>
              <a:cxn ang="T126">
                <a:pos x="T56" y="T57"/>
              </a:cxn>
              <a:cxn ang="T127">
                <a:pos x="T58" y="T59"/>
              </a:cxn>
              <a:cxn ang="T128">
                <a:pos x="T60" y="T61"/>
              </a:cxn>
              <a:cxn ang="T129">
                <a:pos x="T62" y="T63"/>
              </a:cxn>
              <a:cxn ang="T130">
                <a:pos x="T64" y="T65"/>
              </a:cxn>
              <a:cxn ang="T131">
                <a:pos x="T66" y="T67"/>
              </a:cxn>
              <a:cxn ang="T132">
                <a:pos x="T68" y="T69"/>
              </a:cxn>
              <a:cxn ang="T133">
                <a:pos x="T70" y="T71"/>
              </a:cxn>
              <a:cxn ang="T134">
                <a:pos x="T72" y="T73"/>
              </a:cxn>
              <a:cxn ang="T135">
                <a:pos x="T74" y="T75"/>
              </a:cxn>
              <a:cxn ang="T136">
                <a:pos x="T76" y="T77"/>
              </a:cxn>
              <a:cxn ang="T137">
                <a:pos x="T78" y="T79"/>
              </a:cxn>
              <a:cxn ang="T138">
                <a:pos x="T80" y="T81"/>
              </a:cxn>
              <a:cxn ang="T139">
                <a:pos x="T82" y="T83"/>
              </a:cxn>
              <a:cxn ang="T140">
                <a:pos x="T84" y="T85"/>
              </a:cxn>
              <a:cxn ang="T141">
                <a:pos x="T86" y="T87"/>
              </a:cxn>
              <a:cxn ang="T142">
                <a:pos x="T88" y="T89"/>
              </a:cxn>
              <a:cxn ang="T143">
                <a:pos x="T90" y="T91"/>
              </a:cxn>
              <a:cxn ang="T144">
                <a:pos x="T92" y="T93"/>
              </a:cxn>
              <a:cxn ang="T145">
                <a:pos x="T94" y="T95"/>
              </a:cxn>
              <a:cxn ang="T146">
                <a:pos x="T96" y="T97"/>
              </a:cxn>
            </a:cxnLst>
            <a:rect l="0" t="0" r="r" b="b"/>
            <a:pathLst>
              <a:path w="469" h="512">
                <a:moveTo>
                  <a:pt x="468" y="176"/>
                </a:moveTo>
                <a:lnTo>
                  <a:pt x="468" y="176"/>
                </a:lnTo>
                <a:lnTo>
                  <a:pt x="450" y="264"/>
                </a:lnTo>
                <a:lnTo>
                  <a:pt x="450" y="353"/>
                </a:lnTo>
                <a:lnTo>
                  <a:pt x="459" y="397"/>
                </a:lnTo>
                <a:lnTo>
                  <a:pt x="459" y="432"/>
                </a:lnTo>
                <a:lnTo>
                  <a:pt x="459" y="441"/>
                </a:lnTo>
                <a:lnTo>
                  <a:pt x="450" y="459"/>
                </a:lnTo>
                <a:lnTo>
                  <a:pt x="424" y="485"/>
                </a:lnTo>
                <a:lnTo>
                  <a:pt x="406" y="503"/>
                </a:lnTo>
                <a:lnTo>
                  <a:pt x="389" y="503"/>
                </a:lnTo>
                <a:lnTo>
                  <a:pt x="327" y="511"/>
                </a:lnTo>
                <a:lnTo>
                  <a:pt x="300" y="503"/>
                </a:lnTo>
                <a:lnTo>
                  <a:pt x="274" y="494"/>
                </a:lnTo>
                <a:lnTo>
                  <a:pt x="89" y="414"/>
                </a:lnTo>
                <a:lnTo>
                  <a:pt x="45" y="397"/>
                </a:lnTo>
                <a:lnTo>
                  <a:pt x="36" y="379"/>
                </a:lnTo>
                <a:lnTo>
                  <a:pt x="27" y="353"/>
                </a:lnTo>
                <a:lnTo>
                  <a:pt x="18" y="326"/>
                </a:lnTo>
                <a:lnTo>
                  <a:pt x="27" y="309"/>
                </a:lnTo>
                <a:lnTo>
                  <a:pt x="45" y="300"/>
                </a:lnTo>
                <a:lnTo>
                  <a:pt x="62" y="291"/>
                </a:lnTo>
                <a:lnTo>
                  <a:pt x="98" y="291"/>
                </a:lnTo>
                <a:lnTo>
                  <a:pt x="124" y="300"/>
                </a:lnTo>
                <a:lnTo>
                  <a:pt x="159" y="309"/>
                </a:lnTo>
                <a:lnTo>
                  <a:pt x="159" y="300"/>
                </a:lnTo>
                <a:lnTo>
                  <a:pt x="124" y="238"/>
                </a:lnTo>
                <a:lnTo>
                  <a:pt x="89" y="185"/>
                </a:lnTo>
                <a:lnTo>
                  <a:pt x="36" y="123"/>
                </a:lnTo>
                <a:lnTo>
                  <a:pt x="9" y="79"/>
                </a:lnTo>
                <a:lnTo>
                  <a:pt x="0" y="53"/>
                </a:lnTo>
                <a:lnTo>
                  <a:pt x="36" y="17"/>
                </a:lnTo>
                <a:lnTo>
                  <a:pt x="62" y="0"/>
                </a:lnTo>
                <a:lnTo>
                  <a:pt x="80" y="0"/>
                </a:lnTo>
                <a:lnTo>
                  <a:pt x="98" y="0"/>
                </a:lnTo>
                <a:lnTo>
                  <a:pt x="106" y="17"/>
                </a:lnTo>
                <a:lnTo>
                  <a:pt x="133" y="53"/>
                </a:lnTo>
                <a:lnTo>
                  <a:pt x="168" y="88"/>
                </a:lnTo>
                <a:lnTo>
                  <a:pt x="186" y="106"/>
                </a:lnTo>
                <a:lnTo>
                  <a:pt x="230" y="167"/>
                </a:lnTo>
                <a:lnTo>
                  <a:pt x="265" y="211"/>
                </a:lnTo>
                <a:lnTo>
                  <a:pt x="309" y="264"/>
                </a:lnTo>
                <a:lnTo>
                  <a:pt x="309" y="256"/>
                </a:lnTo>
                <a:lnTo>
                  <a:pt x="318" y="167"/>
                </a:lnTo>
                <a:lnTo>
                  <a:pt x="318" y="159"/>
                </a:lnTo>
                <a:lnTo>
                  <a:pt x="327" y="150"/>
                </a:lnTo>
                <a:lnTo>
                  <a:pt x="362" y="141"/>
                </a:lnTo>
                <a:lnTo>
                  <a:pt x="389" y="141"/>
                </a:lnTo>
                <a:lnTo>
                  <a:pt x="406" y="141"/>
                </a:lnTo>
                <a:lnTo>
                  <a:pt x="450" y="159"/>
                </a:lnTo>
                <a:lnTo>
                  <a:pt x="468" y="176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Freeform 18"/>
          <p:cNvSpPr>
            <a:spLocks noChangeArrowheads="1"/>
          </p:cNvSpPr>
          <p:nvPr/>
        </p:nvSpPr>
        <p:spPr bwMode="auto">
          <a:xfrm>
            <a:off x="5645150" y="1847850"/>
            <a:ext cx="523875" cy="514350"/>
          </a:xfrm>
          <a:custGeom>
            <a:avLst/>
            <a:gdLst>
              <a:gd name="T0" fmla="*/ 104800986 w 504"/>
              <a:gd name="T1" fmla="*/ 0 h 495"/>
              <a:gd name="T2" fmla="*/ 47538538 w 504"/>
              <a:gd name="T3" fmla="*/ 38869274 h 495"/>
              <a:gd name="T4" fmla="*/ 9723910 w 504"/>
              <a:gd name="T5" fmla="*/ 76658932 h 495"/>
              <a:gd name="T6" fmla="*/ 9723910 w 504"/>
              <a:gd name="T7" fmla="*/ 124166168 h 495"/>
              <a:gd name="T8" fmla="*/ 66986358 w 504"/>
              <a:gd name="T9" fmla="*/ 171673405 h 495"/>
              <a:gd name="T10" fmla="*/ 276588330 w 504"/>
              <a:gd name="T11" fmla="*/ 333630270 h 495"/>
              <a:gd name="T12" fmla="*/ 304680087 w 504"/>
              <a:gd name="T13" fmla="*/ 371419928 h 495"/>
              <a:gd name="T14" fmla="*/ 247417639 w 504"/>
              <a:gd name="T15" fmla="*/ 371419928 h 495"/>
              <a:gd name="T16" fmla="*/ 199878062 w 504"/>
              <a:gd name="T17" fmla="*/ 362783005 h 495"/>
              <a:gd name="T18" fmla="*/ 162063434 w 504"/>
              <a:gd name="T19" fmla="*/ 410290241 h 495"/>
              <a:gd name="T20" fmla="*/ 162063434 w 504"/>
              <a:gd name="T21" fmla="*/ 457797477 h 495"/>
              <a:gd name="T22" fmla="*/ 181511254 w 504"/>
              <a:gd name="T23" fmla="*/ 495587135 h 495"/>
              <a:gd name="T24" fmla="*/ 209601972 w 504"/>
              <a:gd name="T25" fmla="*/ 524738831 h 495"/>
              <a:gd name="T26" fmla="*/ 229049792 w 504"/>
              <a:gd name="T27" fmla="*/ 533376794 h 495"/>
              <a:gd name="T28" fmla="*/ 296036150 w 504"/>
              <a:gd name="T29" fmla="*/ 533376794 h 495"/>
              <a:gd name="T30" fmla="*/ 296036150 w 504"/>
              <a:gd name="T31" fmla="*/ 533376794 h 495"/>
              <a:gd name="T32" fmla="*/ 505638121 w 504"/>
              <a:gd name="T33" fmla="*/ 505304714 h 495"/>
              <a:gd name="T34" fmla="*/ 543453789 w 504"/>
              <a:gd name="T35" fmla="*/ 467514016 h 495"/>
              <a:gd name="T36" fmla="*/ 543453789 w 504"/>
              <a:gd name="T37" fmla="*/ 448079899 h 495"/>
              <a:gd name="T38" fmla="*/ 543453789 w 504"/>
              <a:gd name="T39" fmla="*/ 420006780 h 495"/>
              <a:gd name="T40" fmla="*/ 543453789 w 504"/>
              <a:gd name="T41" fmla="*/ 390855085 h 495"/>
              <a:gd name="T42" fmla="*/ 533729879 w 504"/>
              <a:gd name="T43" fmla="*/ 333630270 h 495"/>
              <a:gd name="T44" fmla="*/ 505638121 w 504"/>
              <a:gd name="T45" fmla="*/ 143601325 h 495"/>
              <a:gd name="T46" fmla="*/ 505638121 w 504"/>
              <a:gd name="T47" fmla="*/ 133883746 h 495"/>
              <a:gd name="T48" fmla="*/ 495914211 w 504"/>
              <a:gd name="T49" fmla="*/ 124166168 h 495"/>
              <a:gd name="T50" fmla="*/ 466743521 w 504"/>
              <a:gd name="T51" fmla="*/ 114449629 h 495"/>
              <a:gd name="T52" fmla="*/ 458099583 w 504"/>
              <a:gd name="T53" fmla="*/ 114449629 h 495"/>
              <a:gd name="T54" fmla="*/ 391113225 w 504"/>
              <a:gd name="T55" fmla="*/ 161956865 h 495"/>
              <a:gd name="T56" fmla="*/ 391113225 w 504"/>
              <a:gd name="T57" fmla="*/ 181390983 h 495"/>
              <a:gd name="T58" fmla="*/ 428928893 w 504"/>
              <a:gd name="T59" fmla="*/ 276405455 h 495"/>
              <a:gd name="T60" fmla="*/ 296036150 w 504"/>
              <a:gd name="T61" fmla="*/ 171673405 h 495"/>
              <a:gd name="T62" fmla="*/ 238773702 w 504"/>
              <a:gd name="T63" fmla="*/ 124166168 h 495"/>
              <a:gd name="T64" fmla="*/ 104800986 w 504"/>
              <a:gd name="T65" fmla="*/ 0 h 495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504" h="495">
                <a:moveTo>
                  <a:pt x="97" y="0"/>
                </a:moveTo>
                <a:lnTo>
                  <a:pt x="97" y="0"/>
                </a:lnTo>
                <a:lnTo>
                  <a:pt x="71" y="9"/>
                </a:lnTo>
                <a:lnTo>
                  <a:pt x="44" y="36"/>
                </a:lnTo>
                <a:lnTo>
                  <a:pt x="9" y="71"/>
                </a:lnTo>
                <a:lnTo>
                  <a:pt x="0" y="97"/>
                </a:lnTo>
                <a:lnTo>
                  <a:pt x="9" y="115"/>
                </a:lnTo>
                <a:lnTo>
                  <a:pt x="62" y="159"/>
                </a:lnTo>
                <a:lnTo>
                  <a:pt x="256" y="309"/>
                </a:lnTo>
                <a:lnTo>
                  <a:pt x="282" y="344"/>
                </a:lnTo>
                <a:lnTo>
                  <a:pt x="229" y="344"/>
                </a:lnTo>
                <a:lnTo>
                  <a:pt x="185" y="336"/>
                </a:lnTo>
                <a:lnTo>
                  <a:pt x="168" y="353"/>
                </a:lnTo>
                <a:lnTo>
                  <a:pt x="150" y="380"/>
                </a:lnTo>
                <a:lnTo>
                  <a:pt x="150" y="424"/>
                </a:lnTo>
                <a:lnTo>
                  <a:pt x="168" y="459"/>
                </a:lnTo>
                <a:lnTo>
                  <a:pt x="185" y="486"/>
                </a:lnTo>
                <a:lnTo>
                  <a:pt x="194" y="486"/>
                </a:lnTo>
                <a:lnTo>
                  <a:pt x="212" y="494"/>
                </a:lnTo>
                <a:lnTo>
                  <a:pt x="274" y="494"/>
                </a:lnTo>
                <a:lnTo>
                  <a:pt x="468" y="468"/>
                </a:lnTo>
                <a:lnTo>
                  <a:pt x="494" y="459"/>
                </a:lnTo>
                <a:lnTo>
                  <a:pt x="503" y="433"/>
                </a:lnTo>
                <a:lnTo>
                  <a:pt x="503" y="415"/>
                </a:lnTo>
                <a:lnTo>
                  <a:pt x="503" y="389"/>
                </a:lnTo>
                <a:lnTo>
                  <a:pt x="503" y="362"/>
                </a:lnTo>
                <a:lnTo>
                  <a:pt x="494" y="309"/>
                </a:lnTo>
                <a:lnTo>
                  <a:pt x="485" y="221"/>
                </a:lnTo>
                <a:lnTo>
                  <a:pt x="468" y="133"/>
                </a:lnTo>
                <a:lnTo>
                  <a:pt x="468" y="124"/>
                </a:lnTo>
                <a:lnTo>
                  <a:pt x="459" y="115"/>
                </a:lnTo>
                <a:lnTo>
                  <a:pt x="432" y="106"/>
                </a:lnTo>
                <a:lnTo>
                  <a:pt x="424" y="106"/>
                </a:lnTo>
                <a:lnTo>
                  <a:pt x="379" y="133"/>
                </a:lnTo>
                <a:lnTo>
                  <a:pt x="362" y="150"/>
                </a:lnTo>
                <a:lnTo>
                  <a:pt x="362" y="168"/>
                </a:lnTo>
                <a:lnTo>
                  <a:pt x="379" y="221"/>
                </a:lnTo>
                <a:lnTo>
                  <a:pt x="397" y="256"/>
                </a:lnTo>
                <a:lnTo>
                  <a:pt x="397" y="292"/>
                </a:lnTo>
                <a:lnTo>
                  <a:pt x="274" y="159"/>
                </a:lnTo>
                <a:lnTo>
                  <a:pt x="221" y="115"/>
                </a:lnTo>
                <a:lnTo>
                  <a:pt x="177" y="71"/>
                </a:lnTo>
                <a:lnTo>
                  <a:pt x="97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19"/>
          <p:cNvSpPr>
            <a:spLocks noChangeArrowheads="1"/>
          </p:cNvSpPr>
          <p:nvPr/>
        </p:nvSpPr>
        <p:spPr bwMode="auto">
          <a:xfrm>
            <a:off x="6103938" y="2357438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Freeform 20"/>
          <p:cNvSpPr>
            <a:spLocks noChangeArrowheads="1"/>
          </p:cNvSpPr>
          <p:nvPr/>
        </p:nvSpPr>
        <p:spPr bwMode="auto">
          <a:xfrm>
            <a:off x="6103938" y="2357438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0673" name="Group 30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32" name="Rectangle 31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70676" name="Picture 33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7" name="Picture 34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0678" name="Picture 35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518986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Box 16"/>
          <p:cNvSpPr txBox="1">
            <a:spLocks noChangeArrowheads="1"/>
          </p:cNvSpPr>
          <p:nvPr/>
        </p:nvSpPr>
        <p:spPr bwMode="auto">
          <a:xfrm>
            <a:off x="3003308" y="1257300"/>
            <a:ext cx="313739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 dirty="0" smtClean="0">
                <a:latin typeface="Verdana" charset="0"/>
                <a:ea typeface="MS PGothic" charset="0"/>
                <a:cs typeface="MS PGothic" charset="0"/>
              </a:rPr>
              <a:t>It </a:t>
            </a:r>
            <a:r>
              <a:rPr lang="en-US" sz="2800" i="1" dirty="0" smtClean="0">
                <a:latin typeface="Verdana" charset="0"/>
                <a:ea typeface="MS PGothic" charset="0"/>
                <a:cs typeface="MS PGothic" charset="0"/>
              </a:rPr>
              <a:t>just</a:t>
            </a:r>
            <a:r>
              <a:rPr lang="en-US" sz="2800" dirty="0" smtClean="0">
                <a:latin typeface="Verdana" charset="0"/>
                <a:ea typeface="MS PGothic" charset="0"/>
                <a:cs typeface="MS PGothic" charset="0"/>
              </a:rPr>
              <a:t> continues</a:t>
            </a:r>
            <a:endParaRPr lang="en-US" sz="2800" dirty="0">
              <a:latin typeface="Verdana" charset="0"/>
              <a:ea typeface="MS PGothic" charset="0"/>
              <a:cs typeface="MS PGothic" charset="0"/>
            </a:endParaRP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209289" y="3943350"/>
            <a:ext cx="27254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 dirty="0" smtClean="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Why would it?</a:t>
            </a:r>
            <a:endParaRPr lang="en-US" sz="2800" dirty="0">
              <a:solidFill>
                <a:srgbClr val="29ABE2"/>
              </a:solidFill>
              <a:latin typeface="Verdana" charset="0"/>
              <a:ea typeface="MS PGothic" charset="0"/>
              <a:cs typeface="MS PGothic" charset="0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85788" y="285750"/>
            <a:ext cx="897245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8. </a:t>
            </a:r>
            <a:r>
              <a:rPr lang="en-US" sz="40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Imagine lines that are not straight</a:t>
            </a:r>
            <a:endParaRPr lang="en-US" sz="4000" b="1" dirty="0">
              <a:solidFill>
                <a:srgbClr val="29ABE2"/>
              </a:solidFill>
              <a:latin typeface="Trebuchet MS" charset="0"/>
              <a:ea typeface="MS PGothic" charset="0"/>
              <a:cs typeface="MS PGothic" charset="0"/>
            </a:endParaRPr>
          </a:p>
        </p:txBody>
      </p:sp>
      <p:grpSp>
        <p:nvGrpSpPr>
          <p:cNvPr id="100373" name="Group 29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31" name="Rectangle 30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100376" name="Picture 32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377" name="Picture 33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378" name="Picture 34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3" name="Freeform 32"/>
          <p:cNvSpPr/>
          <p:nvPr/>
        </p:nvSpPr>
        <p:spPr>
          <a:xfrm rot="11922258" flipV="1">
            <a:off x="4063892" y="2282840"/>
            <a:ext cx="1974887" cy="1076717"/>
          </a:xfrm>
          <a:custGeom>
            <a:avLst/>
            <a:gdLst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00842 w 651404"/>
              <a:gd name="connsiteY6" fmla="*/ 233548 h 528443"/>
              <a:gd name="connsiteX7" fmla="*/ 102920 w 651404"/>
              <a:gd name="connsiteY7" fmla="*/ 134587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00842 w 651404"/>
              <a:gd name="connsiteY6" fmla="*/ 233548 h 528443"/>
              <a:gd name="connsiteX7" fmla="*/ 102920 w 651404"/>
              <a:gd name="connsiteY7" fmla="*/ 134587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00842 w 651404"/>
              <a:gd name="connsiteY6" fmla="*/ 233548 h 528443"/>
              <a:gd name="connsiteX7" fmla="*/ 102920 w 651404"/>
              <a:gd name="connsiteY7" fmla="*/ 134587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00842 w 651404"/>
              <a:gd name="connsiteY6" fmla="*/ 233548 h 528443"/>
              <a:gd name="connsiteX7" fmla="*/ 102920 w 651404"/>
              <a:gd name="connsiteY7" fmla="*/ 134587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00842 w 651404"/>
              <a:gd name="connsiteY6" fmla="*/ 233548 h 528443"/>
              <a:gd name="connsiteX7" fmla="*/ 136024 w 651404"/>
              <a:gd name="connsiteY7" fmla="*/ 157141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62259 w 651404"/>
              <a:gd name="connsiteY6" fmla="*/ 291062 h 528443"/>
              <a:gd name="connsiteX7" fmla="*/ 136024 w 651404"/>
              <a:gd name="connsiteY7" fmla="*/ 157141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362259 w 651404"/>
              <a:gd name="connsiteY6" fmla="*/ 291062 h 528443"/>
              <a:gd name="connsiteX7" fmla="*/ 136024 w 651404"/>
              <a:gd name="connsiteY7" fmla="*/ 157141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425660 w 651404"/>
              <a:gd name="connsiteY6" fmla="*/ 351989 h 528443"/>
              <a:gd name="connsiteX7" fmla="*/ 136024 w 651404"/>
              <a:gd name="connsiteY7" fmla="*/ 157141 h 528443"/>
              <a:gd name="connsiteX8" fmla="*/ 3959 w 651404"/>
              <a:gd name="connsiteY8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425660 w 651404"/>
              <a:gd name="connsiteY6" fmla="*/ 351989 h 528443"/>
              <a:gd name="connsiteX7" fmla="*/ 217238 w 651404"/>
              <a:gd name="connsiteY7" fmla="*/ 208005 h 528443"/>
              <a:gd name="connsiteX8" fmla="*/ 136024 w 651404"/>
              <a:gd name="connsiteY8" fmla="*/ 157141 h 528443"/>
              <a:gd name="connsiteX9" fmla="*/ 3959 w 651404"/>
              <a:gd name="connsiteY9" fmla="*/ 118753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425660 w 651404"/>
              <a:gd name="connsiteY6" fmla="*/ 351989 h 528443"/>
              <a:gd name="connsiteX7" fmla="*/ 217238 w 651404"/>
              <a:gd name="connsiteY7" fmla="*/ 208005 h 528443"/>
              <a:gd name="connsiteX8" fmla="*/ 136024 w 651404"/>
              <a:gd name="connsiteY8" fmla="*/ 157141 h 528443"/>
              <a:gd name="connsiteX9" fmla="*/ 11617 w 651404"/>
              <a:gd name="connsiteY9" fmla="*/ 138816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425660 w 651404"/>
              <a:gd name="connsiteY6" fmla="*/ 351989 h 528443"/>
              <a:gd name="connsiteX7" fmla="*/ 217238 w 651404"/>
              <a:gd name="connsiteY7" fmla="*/ 208005 h 528443"/>
              <a:gd name="connsiteX8" fmla="*/ 99564 w 651404"/>
              <a:gd name="connsiteY8" fmla="*/ 163229 h 528443"/>
              <a:gd name="connsiteX9" fmla="*/ 11617 w 651404"/>
              <a:gd name="connsiteY9" fmla="*/ 138816 h 528443"/>
              <a:gd name="connsiteX0" fmla="*/ 0 w 651404"/>
              <a:gd name="connsiteY0" fmla="*/ 0 h 528443"/>
              <a:gd name="connsiteX1" fmla="*/ 166255 w 651404"/>
              <a:gd name="connsiteY1" fmla="*/ 35626 h 528443"/>
              <a:gd name="connsiteX2" fmla="*/ 356260 w 651404"/>
              <a:gd name="connsiteY2" fmla="*/ 146462 h 528443"/>
              <a:gd name="connsiteX3" fmla="*/ 518556 w 651404"/>
              <a:gd name="connsiteY3" fmla="*/ 292925 h 528443"/>
              <a:gd name="connsiteX4" fmla="*/ 649185 w 651404"/>
              <a:gd name="connsiteY4" fmla="*/ 447304 h 528443"/>
              <a:gd name="connsiteX5" fmla="*/ 577933 w 651404"/>
              <a:gd name="connsiteY5" fmla="*/ 518556 h 528443"/>
              <a:gd name="connsiteX6" fmla="*/ 425660 w 651404"/>
              <a:gd name="connsiteY6" fmla="*/ 351989 h 528443"/>
              <a:gd name="connsiteX7" fmla="*/ 304924 w 651404"/>
              <a:gd name="connsiteY7" fmla="*/ 248777 h 528443"/>
              <a:gd name="connsiteX8" fmla="*/ 99564 w 651404"/>
              <a:gd name="connsiteY8" fmla="*/ 163229 h 528443"/>
              <a:gd name="connsiteX9" fmla="*/ 11617 w 651404"/>
              <a:gd name="connsiteY9" fmla="*/ 138816 h 528443"/>
              <a:gd name="connsiteX0" fmla="*/ 7056 w 639787"/>
              <a:gd name="connsiteY0" fmla="*/ 0 h 516959"/>
              <a:gd name="connsiteX1" fmla="*/ 154638 w 639787"/>
              <a:gd name="connsiteY1" fmla="*/ 24142 h 516959"/>
              <a:gd name="connsiteX2" fmla="*/ 344643 w 639787"/>
              <a:gd name="connsiteY2" fmla="*/ 134978 h 516959"/>
              <a:gd name="connsiteX3" fmla="*/ 506939 w 639787"/>
              <a:gd name="connsiteY3" fmla="*/ 281441 h 516959"/>
              <a:gd name="connsiteX4" fmla="*/ 637568 w 639787"/>
              <a:gd name="connsiteY4" fmla="*/ 435820 h 516959"/>
              <a:gd name="connsiteX5" fmla="*/ 566316 w 639787"/>
              <a:gd name="connsiteY5" fmla="*/ 507072 h 516959"/>
              <a:gd name="connsiteX6" fmla="*/ 414043 w 639787"/>
              <a:gd name="connsiteY6" fmla="*/ 340505 h 516959"/>
              <a:gd name="connsiteX7" fmla="*/ 293307 w 639787"/>
              <a:gd name="connsiteY7" fmla="*/ 237293 h 516959"/>
              <a:gd name="connsiteX8" fmla="*/ 87947 w 639787"/>
              <a:gd name="connsiteY8" fmla="*/ 151745 h 516959"/>
              <a:gd name="connsiteX9" fmla="*/ 0 w 639787"/>
              <a:gd name="connsiteY9" fmla="*/ 127332 h 516959"/>
              <a:gd name="connsiteX0" fmla="*/ 7056 w 639787"/>
              <a:gd name="connsiteY0" fmla="*/ 0 h 516959"/>
              <a:gd name="connsiteX1" fmla="*/ 177002 w 639787"/>
              <a:gd name="connsiteY1" fmla="*/ 48862 h 516959"/>
              <a:gd name="connsiteX2" fmla="*/ 344643 w 639787"/>
              <a:gd name="connsiteY2" fmla="*/ 134978 h 516959"/>
              <a:gd name="connsiteX3" fmla="*/ 506939 w 639787"/>
              <a:gd name="connsiteY3" fmla="*/ 281441 h 516959"/>
              <a:gd name="connsiteX4" fmla="*/ 637568 w 639787"/>
              <a:gd name="connsiteY4" fmla="*/ 435820 h 516959"/>
              <a:gd name="connsiteX5" fmla="*/ 566316 w 639787"/>
              <a:gd name="connsiteY5" fmla="*/ 507072 h 516959"/>
              <a:gd name="connsiteX6" fmla="*/ 414043 w 639787"/>
              <a:gd name="connsiteY6" fmla="*/ 340505 h 516959"/>
              <a:gd name="connsiteX7" fmla="*/ 293307 w 639787"/>
              <a:gd name="connsiteY7" fmla="*/ 237293 h 516959"/>
              <a:gd name="connsiteX8" fmla="*/ 87947 w 639787"/>
              <a:gd name="connsiteY8" fmla="*/ 151745 h 516959"/>
              <a:gd name="connsiteX9" fmla="*/ 0 w 639787"/>
              <a:gd name="connsiteY9" fmla="*/ 127332 h 516959"/>
              <a:gd name="connsiteX0" fmla="*/ 7056 w 639787"/>
              <a:gd name="connsiteY0" fmla="*/ 0 h 516959"/>
              <a:gd name="connsiteX1" fmla="*/ 177002 w 639787"/>
              <a:gd name="connsiteY1" fmla="*/ 48862 h 516959"/>
              <a:gd name="connsiteX2" fmla="*/ 344643 w 639787"/>
              <a:gd name="connsiteY2" fmla="*/ 134978 h 516959"/>
              <a:gd name="connsiteX3" fmla="*/ 528363 w 639787"/>
              <a:gd name="connsiteY3" fmla="*/ 288540 h 516959"/>
              <a:gd name="connsiteX4" fmla="*/ 637568 w 639787"/>
              <a:gd name="connsiteY4" fmla="*/ 435820 h 516959"/>
              <a:gd name="connsiteX5" fmla="*/ 566316 w 639787"/>
              <a:gd name="connsiteY5" fmla="*/ 507072 h 516959"/>
              <a:gd name="connsiteX6" fmla="*/ 414043 w 639787"/>
              <a:gd name="connsiteY6" fmla="*/ 340505 h 516959"/>
              <a:gd name="connsiteX7" fmla="*/ 293307 w 639787"/>
              <a:gd name="connsiteY7" fmla="*/ 237293 h 516959"/>
              <a:gd name="connsiteX8" fmla="*/ 87947 w 639787"/>
              <a:gd name="connsiteY8" fmla="*/ 151745 h 516959"/>
              <a:gd name="connsiteX9" fmla="*/ 0 w 639787"/>
              <a:gd name="connsiteY9" fmla="*/ 127332 h 516959"/>
              <a:gd name="connsiteX0" fmla="*/ 7056 w 644154"/>
              <a:gd name="connsiteY0" fmla="*/ 0 h 530910"/>
              <a:gd name="connsiteX1" fmla="*/ 177002 w 644154"/>
              <a:gd name="connsiteY1" fmla="*/ 48862 h 530910"/>
              <a:gd name="connsiteX2" fmla="*/ 344643 w 644154"/>
              <a:gd name="connsiteY2" fmla="*/ 134978 h 530910"/>
              <a:gd name="connsiteX3" fmla="*/ 528363 w 644154"/>
              <a:gd name="connsiteY3" fmla="*/ 288540 h 530910"/>
              <a:gd name="connsiteX4" fmla="*/ 637568 w 644154"/>
              <a:gd name="connsiteY4" fmla="*/ 435820 h 530910"/>
              <a:gd name="connsiteX5" fmla="*/ 596140 w 644154"/>
              <a:gd name="connsiteY5" fmla="*/ 522337 h 530910"/>
              <a:gd name="connsiteX6" fmla="*/ 414043 w 644154"/>
              <a:gd name="connsiteY6" fmla="*/ 340505 h 530910"/>
              <a:gd name="connsiteX7" fmla="*/ 293307 w 644154"/>
              <a:gd name="connsiteY7" fmla="*/ 237293 h 530910"/>
              <a:gd name="connsiteX8" fmla="*/ 87947 w 644154"/>
              <a:gd name="connsiteY8" fmla="*/ 151745 h 530910"/>
              <a:gd name="connsiteX9" fmla="*/ 0 w 644154"/>
              <a:gd name="connsiteY9" fmla="*/ 127332 h 530910"/>
              <a:gd name="connsiteX0" fmla="*/ 7056 w 644154"/>
              <a:gd name="connsiteY0" fmla="*/ 0 h 530910"/>
              <a:gd name="connsiteX1" fmla="*/ 177002 w 644154"/>
              <a:gd name="connsiteY1" fmla="*/ 48862 h 530910"/>
              <a:gd name="connsiteX2" fmla="*/ 344643 w 644154"/>
              <a:gd name="connsiteY2" fmla="*/ 134978 h 530910"/>
              <a:gd name="connsiteX3" fmla="*/ 528363 w 644154"/>
              <a:gd name="connsiteY3" fmla="*/ 288540 h 530910"/>
              <a:gd name="connsiteX4" fmla="*/ 637568 w 644154"/>
              <a:gd name="connsiteY4" fmla="*/ 435820 h 530910"/>
              <a:gd name="connsiteX5" fmla="*/ 596140 w 644154"/>
              <a:gd name="connsiteY5" fmla="*/ 522337 h 530910"/>
              <a:gd name="connsiteX6" fmla="*/ 439279 w 644154"/>
              <a:gd name="connsiteY6" fmla="*/ 353421 h 530910"/>
              <a:gd name="connsiteX7" fmla="*/ 293307 w 644154"/>
              <a:gd name="connsiteY7" fmla="*/ 237293 h 530910"/>
              <a:gd name="connsiteX8" fmla="*/ 87947 w 644154"/>
              <a:gd name="connsiteY8" fmla="*/ 151745 h 530910"/>
              <a:gd name="connsiteX9" fmla="*/ 0 w 644154"/>
              <a:gd name="connsiteY9" fmla="*/ 127332 h 530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4154" h="530910">
                <a:moveTo>
                  <a:pt x="7056" y="0"/>
                </a:moveTo>
                <a:cubicBezTo>
                  <a:pt x="60495" y="5608"/>
                  <a:pt x="120738" y="26366"/>
                  <a:pt x="177002" y="48862"/>
                </a:cubicBezTo>
                <a:cubicBezTo>
                  <a:pt x="233266" y="71358"/>
                  <a:pt x="286083" y="95032"/>
                  <a:pt x="344643" y="134978"/>
                </a:cubicBezTo>
                <a:cubicBezTo>
                  <a:pt x="403203" y="174924"/>
                  <a:pt x="479542" y="238400"/>
                  <a:pt x="528363" y="288540"/>
                </a:cubicBezTo>
                <a:cubicBezTo>
                  <a:pt x="577184" y="338680"/>
                  <a:pt x="627672" y="398215"/>
                  <a:pt x="637568" y="435820"/>
                </a:cubicBezTo>
                <a:cubicBezTo>
                  <a:pt x="647464" y="473425"/>
                  <a:pt x="654197" y="557963"/>
                  <a:pt x="596140" y="522337"/>
                </a:cubicBezTo>
                <a:cubicBezTo>
                  <a:pt x="538083" y="486711"/>
                  <a:pt x="489751" y="400928"/>
                  <a:pt x="439279" y="353421"/>
                </a:cubicBezTo>
                <a:cubicBezTo>
                  <a:pt x="388807" y="305914"/>
                  <a:pt x="341580" y="269768"/>
                  <a:pt x="293307" y="237293"/>
                </a:cubicBezTo>
                <a:cubicBezTo>
                  <a:pt x="245034" y="204818"/>
                  <a:pt x="136832" y="170072"/>
                  <a:pt x="87947" y="151745"/>
                </a:cubicBezTo>
                <a:cubicBezTo>
                  <a:pt x="39063" y="133418"/>
                  <a:pt x="0" y="127332"/>
                  <a:pt x="0" y="127332"/>
                </a:cubicBezTo>
              </a:path>
            </a:pathLst>
          </a:custGeom>
          <a:solidFill>
            <a:srgbClr val="29AB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/>
          </a:p>
        </p:txBody>
      </p:sp>
      <p:sp>
        <p:nvSpPr>
          <p:cNvPr id="34" name="Rectangle 33"/>
          <p:cNvSpPr/>
          <p:nvPr/>
        </p:nvSpPr>
        <p:spPr>
          <a:xfrm rot="19800000">
            <a:off x="2914907" y="3098268"/>
            <a:ext cx="1312848" cy="2783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/>
          </a:p>
        </p:txBody>
      </p:sp>
      <p:sp>
        <p:nvSpPr>
          <p:cNvPr id="35" name="Rectangle 34"/>
          <p:cNvSpPr/>
          <p:nvPr/>
        </p:nvSpPr>
        <p:spPr>
          <a:xfrm rot="19800000">
            <a:off x="4389267" y="2532562"/>
            <a:ext cx="323817" cy="2783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/>
          </a:p>
        </p:txBody>
      </p:sp>
      <p:sp>
        <p:nvSpPr>
          <p:cNvPr id="36" name="Rectangle 35"/>
          <p:cNvSpPr/>
          <p:nvPr/>
        </p:nvSpPr>
        <p:spPr>
          <a:xfrm rot="19800000">
            <a:off x="4940261" y="2214447"/>
            <a:ext cx="323817" cy="2783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/>
          </a:p>
        </p:txBody>
      </p:sp>
      <p:sp>
        <p:nvSpPr>
          <p:cNvPr id="37" name="Rectangle 36"/>
          <p:cNvSpPr/>
          <p:nvPr/>
        </p:nvSpPr>
        <p:spPr>
          <a:xfrm rot="19800000">
            <a:off x="5493565" y="1894997"/>
            <a:ext cx="323817" cy="2783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799"/>
          </a:p>
        </p:txBody>
      </p:sp>
    </p:spTree>
    <p:extLst>
      <p:ext uri="{BB962C8B-B14F-4D97-AF65-F5344CB8AC3E}">
        <p14:creationId xmlns:p14="http://schemas.microsoft.com/office/powerpoint/2010/main" val="22157741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2979738" y="3282950"/>
            <a:ext cx="1293812" cy="790575"/>
            <a:chOff x="2979172" y="3111718"/>
            <a:chExt cx="1294596" cy="789612"/>
          </a:xfrm>
        </p:grpSpPr>
        <p:sp>
          <p:nvSpPr>
            <p:cNvPr id="68621" name="Freeform 2"/>
            <p:cNvSpPr>
              <a:spLocks noChangeArrowheads="1"/>
            </p:cNvSpPr>
            <p:nvPr/>
          </p:nvSpPr>
          <p:spPr bwMode="auto">
            <a:xfrm>
              <a:off x="2979172" y="3111718"/>
              <a:ext cx="1294596" cy="789612"/>
            </a:xfrm>
            <a:custGeom>
              <a:avLst/>
              <a:gdLst>
                <a:gd name="T0" fmla="*/ 2147483646 w 1244"/>
                <a:gd name="T1" fmla="*/ 2147483646 h 760"/>
                <a:gd name="T2" fmla="*/ 2147483646 w 1244"/>
                <a:gd name="T3" fmla="*/ 2147483646 h 760"/>
                <a:gd name="T4" fmla="*/ 0 w 1244"/>
                <a:gd name="T5" fmla="*/ 2147483646 h 760"/>
                <a:gd name="T6" fmla="*/ 0 w 1244"/>
                <a:gd name="T7" fmla="*/ 2147483646 h 760"/>
                <a:gd name="T8" fmla="*/ 2147483646 w 1244"/>
                <a:gd name="T9" fmla="*/ 2147483646 h 760"/>
                <a:gd name="T10" fmla="*/ 2147483646 w 1244"/>
                <a:gd name="T11" fmla="*/ 2147483646 h 760"/>
                <a:gd name="T12" fmla="*/ 2147483646 w 1244"/>
                <a:gd name="T13" fmla="*/ 2147483646 h 760"/>
                <a:gd name="T14" fmla="*/ 2147483646 w 1244"/>
                <a:gd name="T15" fmla="*/ 2147483646 h 760"/>
                <a:gd name="T16" fmla="*/ 2147483646 w 1244"/>
                <a:gd name="T17" fmla="*/ 2147483646 h 760"/>
                <a:gd name="T18" fmla="*/ 2147483646 w 1244"/>
                <a:gd name="T19" fmla="*/ 2147483646 h 760"/>
                <a:gd name="T20" fmla="*/ 2147483646 w 1244"/>
                <a:gd name="T21" fmla="*/ 2147483646 h 760"/>
                <a:gd name="T22" fmla="*/ 2147483646 w 1244"/>
                <a:gd name="T23" fmla="*/ 2147483646 h 760"/>
                <a:gd name="T24" fmla="*/ 2147483646 w 1244"/>
                <a:gd name="T25" fmla="*/ 2147483646 h 760"/>
                <a:gd name="T26" fmla="*/ 2147483646 w 1244"/>
                <a:gd name="T27" fmla="*/ 2147483646 h 760"/>
                <a:gd name="T28" fmla="*/ 2147483646 w 1244"/>
                <a:gd name="T29" fmla="*/ 2147483646 h 760"/>
                <a:gd name="T30" fmla="*/ 2147483646 w 1244"/>
                <a:gd name="T31" fmla="*/ 2147483646 h 760"/>
                <a:gd name="T32" fmla="*/ 2147483646 w 1244"/>
                <a:gd name="T33" fmla="*/ 2147483646 h 760"/>
                <a:gd name="T34" fmla="*/ 2147483646 w 1244"/>
                <a:gd name="T35" fmla="*/ 2147483646 h 760"/>
                <a:gd name="T36" fmla="*/ 2147483646 w 1244"/>
                <a:gd name="T37" fmla="*/ 2147483646 h 760"/>
                <a:gd name="T38" fmla="*/ 2147483646 w 1244"/>
                <a:gd name="T39" fmla="*/ 2147483646 h 760"/>
                <a:gd name="T40" fmla="*/ 2147483646 w 1244"/>
                <a:gd name="T41" fmla="*/ 2147483646 h 760"/>
                <a:gd name="T42" fmla="*/ 2147483646 w 1244"/>
                <a:gd name="T43" fmla="*/ 2147483646 h 760"/>
                <a:gd name="T44" fmla="*/ 2147483646 w 1244"/>
                <a:gd name="T45" fmla="*/ 2147483646 h 760"/>
                <a:gd name="T46" fmla="*/ 2147483646 w 1244"/>
                <a:gd name="T47" fmla="*/ 2147483646 h 760"/>
                <a:gd name="T48" fmla="*/ 2147483646 w 1244"/>
                <a:gd name="T49" fmla="*/ 2147483646 h 760"/>
                <a:gd name="T50" fmla="*/ 2147483646 w 1244"/>
                <a:gd name="T51" fmla="*/ 2147483646 h 760"/>
                <a:gd name="T52" fmla="*/ 2147483646 w 1244"/>
                <a:gd name="T53" fmla="*/ 2147483646 h 760"/>
                <a:gd name="T54" fmla="*/ 2147483646 w 1244"/>
                <a:gd name="T55" fmla="*/ 2147483646 h 760"/>
                <a:gd name="T56" fmla="*/ 2147483646 w 1244"/>
                <a:gd name="T57" fmla="*/ 2147483646 h 760"/>
                <a:gd name="T58" fmla="*/ 2147483646 w 1244"/>
                <a:gd name="T59" fmla="*/ 2147483646 h 760"/>
                <a:gd name="T60" fmla="*/ 2147483646 w 1244"/>
                <a:gd name="T61" fmla="*/ 2147483646 h 760"/>
                <a:gd name="T62" fmla="*/ 2147483646 w 1244"/>
                <a:gd name="T63" fmla="*/ 2147483646 h 760"/>
                <a:gd name="T64" fmla="*/ 2147483646 w 1244"/>
                <a:gd name="T65" fmla="*/ 2147483646 h 760"/>
                <a:gd name="T66" fmla="*/ 2147483646 w 1244"/>
                <a:gd name="T67" fmla="*/ 2147483646 h 760"/>
                <a:gd name="T68" fmla="*/ 2147483646 w 1244"/>
                <a:gd name="T69" fmla="*/ 2147483646 h 760"/>
                <a:gd name="T70" fmla="*/ 2147483646 w 1244"/>
                <a:gd name="T71" fmla="*/ 2147483646 h 760"/>
                <a:gd name="T72" fmla="*/ 2147483646 w 1244"/>
                <a:gd name="T73" fmla="*/ 2147483646 h 760"/>
                <a:gd name="T74" fmla="*/ 2147483646 w 1244"/>
                <a:gd name="T75" fmla="*/ 2147483646 h 760"/>
                <a:gd name="T76" fmla="*/ 2147483646 w 1244"/>
                <a:gd name="T77" fmla="*/ 2147483646 h 760"/>
                <a:gd name="T78" fmla="*/ 2147483646 w 1244"/>
                <a:gd name="T79" fmla="*/ 2147483646 h 760"/>
                <a:gd name="T80" fmla="*/ 2147483646 w 1244"/>
                <a:gd name="T81" fmla="*/ 2147483646 h 760"/>
                <a:gd name="T82" fmla="*/ 2147483646 w 1244"/>
                <a:gd name="T83" fmla="*/ 2147483646 h 760"/>
                <a:gd name="T84" fmla="*/ 2147483646 w 1244"/>
                <a:gd name="T85" fmla="*/ 2147483646 h 760"/>
                <a:gd name="T86" fmla="*/ 2147483646 w 1244"/>
                <a:gd name="T87" fmla="*/ 2147483646 h 760"/>
                <a:gd name="T88" fmla="*/ 2147483646 w 1244"/>
                <a:gd name="T89" fmla="*/ 2147483646 h 760"/>
                <a:gd name="T90" fmla="*/ 2147483646 w 1244"/>
                <a:gd name="T91" fmla="*/ 2147483646 h 760"/>
                <a:gd name="T92" fmla="*/ 2147483646 w 1244"/>
                <a:gd name="T93" fmla="*/ 2147483646 h 760"/>
                <a:gd name="T94" fmla="*/ 2147483646 w 1244"/>
                <a:gd name="T95" fmla="*/ 2147483646 h 760"/>
                <a:gd name="T96" fmla="*/ 2147483646 w 1244"/>
                <a:gd name="T97" fmla="*/ 2147483646 h 760"/>
                <a:gd name="T98" fmla="*/ 2147483646 w 1244"/>
                <a:gd name="T99" fmla="*/ 2147483646 h 760"/>
                <a:gd name="T100" fmla="*/ 2147483646 w 1244"/>
                <a:gd name="T101" fmla="*/ 2147483646 h 760"/>
                <a:gd name="T102" fmla="*/ 2147483646 w 1244"/>
                <a:gd name="T103" fmla="*/ 2147483646 h 760"/>
                <a:gd name="T104" fmla="*/ 2147483646 w 1244"/>
                <a:gd name="T105" fmla="*/ 0 h 760"/>
                <a:gd name="T106" fmla="*/ 2147483646 w 1244"/>
                <a:gd name="T107" fmla="*/ 2147483646 h 7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244" h="760">
                  <a:moveTo>
                    <a:pt x="106" y="18"/>
                  </a:moveTo>
                  <a:lnTo>
                    <a:pt x="106" y="18"/>
                  </a:lnTo>
                  <a:lnTo>
                    <a:pt x="80" y="88"/>
                  </a:lnTo>
                  <a:lnTo>
                    <a:pt x="44" y="150"/>
                  </a:lnTo>
                  <a:lnTo>
                    <a:pt x="18" y="221"/>
                  </a:lnTo>
                  <a:lnTo>
                    <a:pt x="0" y="256"/>
                  </a:lnTo>
                  <a:lnTo>
                    <a:pt x="0" y="291"/>
                  </a:lnTo>
                  <a:lnTo>
                    <a:pt x="0" y="327"/>
                  </a:lnTo>
                  <a:lnTo>
                    <a:pt x="9" y="371"/>
                  </a:lnTo>
                  <a:lnTo>
                    <a:pt x="44" y="441"/>
                  </a:lnTo>
                  <a:lnTo>
                    <a:pt x="89" y="512"/>
                  </a:lnTo>
                  <a:lnTo>
                    <a:pt x="133" y="574"/>
                  </a:lnTo>
                  <a:lnTo>
                    <a:pt x="168" y="618"/>
                  </a:lnTo>
                  <a:lnTo>
                    <a:pt x="221" y="671"/>
                  </a:lnTo>
                  <a:lnTo>
                    <a:pt x="283" y="706"/>
                  </a:lnTo>
                  <a:lnTo>
                    <a:pt x="344" y="724"/>
                  </a:lnTo>
                  <a:lnTo>
                    <a:pt x="415" y="733"/>
                  </a:lnTo>
                  <a:lnTo>
                    <a:pt x="486" y="724"/>
                  </a:lnTo>
                  <a:lnTo>
                    <a:pt x="521" y="715"/>
                  </a:lnTo>
                  <a:lnTo>
                    <a:pt x="556" y="697"/>
                  </a:lnTo>
                  <a:lnTo>
                    <a:pt x="591" y="680"/>
                  </a:lnTo>
                  <a:lnTo>
                    <a:pt x="609" y="680"/>
                  </a:lnTo>
                  <a:lnTo>
                    <a:pt x="627" y="680"/>
                  </a:lnTo>
                  <a:lnTo>
                    <a:pt x="750" y="733"/>
                  </a:lnTo>
                  <a:lnTo>
                    <a:pt x="802" y="750"/>
                  </a:lnTo>
                  <a:lnTo>
                    <a:pt x="864" y="759"/>
                  </a:lnTo>
                  <a:lnTo>
                    <a:pt x="917" y="759"/>
                  </a:lnTo>
                  <a:lnTo>
                    <a:pt x="979" y="750"/>
                  </a:lnTo>
                  <a:lnTo>
                    <a:pt x="1040" y="724"/>
                  </a:lnTo>
                  <a:lnTo>
                    <a:pt x="1102" y="688"/>
                  </a:lnTo>
                  <a:lnTo>
                    <a:pt x="1138" y="653"/>
                  </a:lnTo>
                  <a:lnTo>
                    <a:pt x="1182" y="600"/>
                  </a:lnTo>
                  <a:lnTo>
                    <a:pt x="1208" y="556"/>
                  </a:lnTo>
                  <a:lnTo>
                    <a:pt x="1226" y="503"/>
                  </a:lnTo>
                  <a:lnTo>
                    <a:pt x="1226" y="450"/>
                  </a:lnTo>
                  <a:lnTo>
                    <a:pt x="1226" y="397"/>
                  </a:lnTo>
                  <a:lnTo>
                    <a:pt x="1208" y="291"/>
                  </a:lnTo>
                  <a:lnTo>
                    <a:pt x="1208" y="238"/>
                  </a:lnTo>
                  <a:lnTo>
                    <a:pt x="1208" y="186"/>
                  </a:lnTo>
                  <a:lnTo>
                    <a:pt x="1217" y="133"/>
                  </a:lnTo>
                  <a:lnTo>
                    <a:pt x="1243" y="88"/>
                  </a:lnTo>
                  <a:lnTo>
                    <a:pt x="1243" y="71"/>
                  </a:lnTo>
                  <a:lnTo>
                    <a:pt x="1235" y="62"/>
                  </a:lnTo>
                  <a:lnTo>
                    <a:pt x="1226" y="53"/>
                  </a:lnTo>
                  <a:lnTo>
                    <a:pt x="1208" y="44"/>
                  </a:lnTo>
                  <a:lnTo>
                    <a:pt x="1155" y="44"/>
                  </a:lnTo>
                  <a:lnTo>
                    <a:pt x="1138" y="53"/>
                  </a:lnTo>
                  <a:lnTo>
                    <a:pt x="1129" y="62"/>
                  </a:lnTo>
                  <a:lnTo>
                    <a:pt x="1102" y="106"/>
                  </a:lnTo>
                  <a:lnTo>
                    <a:pt x="1093" y="141"/>
                  </a:lnTo>
                  <a:lnTo>
                    <a:pt x="1085" y="186"/>
                  </a:lnTo>
                  <a:lnTo>
                    <a:pt x="1085" y="230"/>
                  </a:lnTo>
                  <a:lnTo>
                    <a:pt x="1102" y="309"/>
                  </a:lnTo>
                  <a:lnTo>
                    <a:pt x="1111" y="406"/>
                  </a:lnTo>
                  <a:lnTo>
                    <a:pt x="1111" y="441"/>
                  </a:lnTo>
                  <a:lnTo>
                    <a:pt x="1111" y="477"/>
                  </a:lnTo>
                  <a:lnTo>
                    <a:pt x="1102" y="512"/>
                  </a:lnTo>
                  <a:lnTo>
                    <a:pt x="1085" y="547"/>
                  </a:lnTo>
                  <a:lnTo>
                    <a:pt x="1032" y="609"/>
                  </a:lnTo>
                  <a:lnTo>
                    <a:pt x="979" y="662"/>
                  </a:lnTo>
                  <a:lnTo>
                    <a:pt x="917" y="697"/>
                  </a:lnTo>
                  <a:lnTo>
                    <a:pt x="864" y="706"/>
                  </a:lnTo>
                  <a:lnTo>
                    <a:pt x="829" y="706"/>
                  </a:lnTo>
                  <a:lnTo>
                    <a:pt x="793" y="688"/>
                  </a:lnTo>
                  <a:lnTo>
                    <a:pt x="724" y="644"/>
                  </a:lnTo>
                  <a:lnTo>
                    <a:pt x="689" y="618"/>
                  </a:lnTo>
                  <a:lnTo>
                    <a:pt x="644" y="609"/>
                  </a:lnTo>
                  <a:lnTo>
                    <a:pt x="600" y="600"/>
                  </a:lnTo>
                  <a:lnTo>
                    <a:pt x="574" y="600"/>
                  </a:lnTo>
                  <a:lnTo>
                    <a:pt x="556" y="600"/>
                  </a:lnTo>
                  <a:lnTo>
                    <a:pt x="468" y="627"/>
                  </a:lnTo>
                  <a:lnTo>
                    <a:pt x="424" y="636"/>
                  </a:lnTo>
                  <a:lnTo>
                    <a:pt x="389" y="636"/>
                  </a:lnTo>
                  <a:lnTo>
                    <a:pt x="344" y="618"/>
                  </a:lnTo>
                  <a:lnTo>
                    <a:pt x="309" y="600"/>
                  </a:lnTo>
                  <a:lnTo>
                    <a:pt x="274" y="574"/>
                  </a:lnTo>
                  <a:lnTo>
                    <a:pt x="239" y="538"/>
                  </a:lnTo>
                  <a:lnTo>
                    <a:pt x="194" y="486"/>
                  </a:lnTo>
                  <a:lnTo>
                    <a:pt x="159" y="424"/>
                  </a:lnTo>
                  <a:lnTo>
                    <a:pt x="133" y="362"/>
                  </a:lnTo>
                  <a:lnTo>
                    <a:pt x="115" y="300"/>
                  </a:lnTo>
                  <a:lnTo>
                    <a:pt x="115" y="265"/>
                  </a:lnTo>
                  <a:lnTo>
                    <a:pt x="124" y="230"/>
                  </a:lnTo>
                  <a:lnTo>
                    <a:pt x="159" y="168"/>
                  </a:lnTo>
                  <a:lnTo>
                    <a:pt x="194" y="106"/>
                  </a:lnTo>
                  <a:lnTo>
                    <a:pt x="221" y="44"/>
                  </a:lnTo>
                  <a:lnTo>
                    <a:pt x="221" y="27"/>
                  </a:lnTo>
                  <a:lnTo>
                    <a:pt x="212" y="9"/>
                  </a:lnTo>
                  <a:lnTo>
                    <a:pt x="194" y="0"/>
                  </a:lnTo>
                  <a:lnTo>
                    <a:pt x="177" y="0"/>
                  </a:lnTo>
                  <a:lnTo>
                    <a:pt x="133" y="0"/>
                  </a:lnTo>
                  <a:lnTo>
                    <a:pt x="115" y="9"/>
                  </a:lnTo>
                  <a:lnTo>
                    <a:pt x="106" y="18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3"/>
            <p:cNvSpPr>
              <a:spLocks noChangeArrowheads="1"/>
            </p:cNvSpPr>
            <p:nvPr/>
          </p:nvSpPr>
          <p:spPr bwMode="auto">
            <a:xfrm>
              <a:off x="3171375" y="3194167"/>
              <a:ext cx="395528" cy="486769"/>
            </a:xfrm>
            <a:custGeom>
              <a:avLst/>
              <a:gdLst>
                <a:gd name="T0" fmla="*/ 410606985 w 380"/>
                <a:gd name="T1" fmla="*/ 305073110 h 468"/>
                <a:gd name="T2" fmla="*/ 410606985 w 380"/>
                <a:gd name="T3" fmla="*/ 305073110 h 468"/>
                <a:gd name="T4" fmla="*/ 410606985 w 380"/>
                <a:gd name="T5" fmla="*/ 228263458 h 468"/>
                <a:gd name="T6" fmla="*/ 382439146 w 380"/>
                <a:gd name="T7" fmla="*/ 162272975 h 468"/>
                <a:gd name="T8" fmla="*/ 353186728 w 380"/>
                <a:gd name="T9" fmla="*/ 104936163 h 468"/>
                <a:gd name="T10" fmla="*/ 295767511 w 380"/>
                <a:gd name="T11" fmla="*/ 57336812 h 468"/>
                <a:gd name="T12" fmla="*/ 295767511 w 380"/>
                <a:gd name="T13" fmla="*/ 57336812 h 468"/>
                <a:gd name="T14" fmla="*/ 315268083 w 380"/>
                <a:gd name="T15" fmla="*/ 47600392 h 468"/>
                <a:gd name="T16" fmla="*/ 315268083 w 380"/>
                <a:gd name="T17" fmla="*/ 37863972 h 468"/>
                <a:gd name="T18" fmla="*/ 315268083 w 380"/>
                <a:gd name="T19" fmla="*/ 28127551 h 468"/>
                <a:gd name="T20" fmla="*/ 295767511 w 380"/>
                <a:gd name="T21" fmla="*/ 18391131 h 468"/>
                <a:gd name="T22" fmla="*/ 295767511 w 380"/>
                <a:gd name="T23" fmla="*/ 18391131 h 468"/>
                <a:gd name="T24" fmla="*/ 238347255 w 380"/>
                <a:gd name="T25" fmla="*/ 0 h 468"/>
                <a:gd name="T26" fmla="*/ 190677804 w 380"/>
                <a:gd name="T27" fmla="*/ 0 h 468"/>
                <a:gd name="T28" fmla="*/ 143008353 w 380"/>
                <a:gd name="T29" fmla="*/ 18391131 h 468"/>
                <a:gd name="T30" fmla="*/ 105089708 w 380"/>
                <a:gd name="T31" fmla="*/ 37863972 h 468"/>
                <a:gd name="T32" fmla="*/ 66087524 w 380"/>
                <a:gd name="T33" fmla="*/ 65990483 h 468"/>
                <a:gd name="T34" fmla="*/ 37918645 w 380"/>
                <a:gd name="T35" fmla="*/ 104936163 h 468"/>
                <a:gd name="T36" fmla="*/ 18418074 w 380"/>
                <a:gd name="T37" fmla="*/ 152536555 h 468"/>
                <a:gd name="T38" fmla="*/ 8667268 w 380"/>
                <a:gd name="T39" fmla="*/ 190399486 h 468"/>
                <a:gd name="T40" fmla="*/ 0 w 380"/>
                <a:gd name="T41" fmla="*/ 247736298 h 468"/>
                <a:gd name="T42" fmla="*/ 0 w 380"/>
                <a:gd name="T43" fmla="*/ 295336690 h 468"/>
                <a:gd name="T44" fmla="*/ 8667268 w 380"/>
                <a:gd name="T45" fmla="*/ 342936041 h 468"/>
                <a:gd name="T46" fmla="*/ 28167839 w 380"/>
                <a:gd name="T47" fmla="*/ 381881722 h 468"/>
                <a:gd name="T48" fmla="*/ 47669451 w 380"/>
                <a:gd name="T49" fmla="*/ 419745693 h 468"/>
                <a:gd name="T50" fmla="*/ 85588096 w 380"/>
                <a:gd name="T51" fmla="*/ 457608625 h 468"/>
                <a:gd name="T52" fmla="*/ 133257547 w 380"/>
                <a:gd name="T53" fmla="*/ 486817885 h 468"/>
                <a:gd name="T54" fmla="*/ 180926998 w 380"/>
                <a:gd name="T55" fmla="*/ 495472596 h 468"/>
                <a:gd name="T56" fmla="*/ 180926998 w 380"/>
                <a:gd name="T57" fmla="*/ 495472596 h 468"/>
                <a:gd name="T58" fmla="*/ 228596448 w 380"/>
                <a:gd name="T59" fmla="*/ 505209016 h 468"/>
                <a:gd name="T60" fmla="*/ 276265899 w 380"/>
                <a:gd name="T61" fmla="*/ 505209016 h 468"/>
                <a:gd name="T62" fmla="*/ 315268083 w 380"/>
                <a:gd name="T63" fmla="*/ 486817885 h 468"/>
                <a:gd name="T64" fmla="*/ 353186728 w 380"/>
                <a:gd name="T65" fmla="*/ 467345045 h 468"/>
                <a:gd name="T66" fmla="*/ 382439146 w 380"/>
                <a:gd name="T67" fmla="*/ 429482113 h 468"/>
                <a:gd name="T68" fmla="*/ 400856179 w 380"/>
                <a:gd name="T69" fmla="*/ 390536433 h 468"/>
                <a:gd name="T70" fmla="*/ 410606985 w 380"/>
                <a:gd name="T71" fmla="*/ 352672461 h 468"/>
                <a:gd name="T72" fmla="*/ 410606985 w 380"/>
                <a:gd name="T73" fmla="*/ 305073110 h 468"/>
                <a:gd name="T74" fmla="*/ 238347255 w 380"/>
                <a:gd name="T75" fmla="*/ 429482113 h 468"/>
                <a:gd name="T76" fmla="*/ 238347255 w 380"/>
                <a:gd name="T77" fmla="*/ 429482113 h 468"/>
                <a:gd name="T78" fmla="*/ 210178375 w 380"/>
                <a:gd name="T79" fmla="*/ 419745693 h 468"/>
                <a:gd name="T80" fmla="*/ 180926998 w 380"/>
                <a:gd name="T81" fmla="*/ 400272853 h 468"/>
                <a:gd name="T82" fmla="*/ 152759159 w 380"/>
                <a:gd name="T83" fmla="*/ 352672461 h 468"/>
                <a:gd name="T84" fmla="*/ 133257547 w 380"/>
                <a:gd name="T85" fmla="*/ 295336690 h 468"/>
                <a:gd name="T86" fmla="*/ 123506741 w 380"/>
                <a:gd name="T87" fmla="*/ 237999878 h 468"/>
                <a:gd name="T88" fmla="*/ 123506741 w 380"/>
                <a:gd name="T89" fmla="*/ 237999878 h 468"/>
                <a:gd name="T90" fmla="*/ 133257547 w 380"/>
                <a:gd name="T91" fmla="*/ 170927686 h 468"/>
                <a:gd name="T92" fmla="*/ 143008353 w 380"/>
                <a:gd name="T93" fmla="*/ 133063715 h 468"/>
                <a:gd name="T94" fmla="*/ 162508924 w 380"/>
                <a:gd name="T95" fmla="*/ 95199743 h 468"/>
                <a:gd name="T96" fmla="*/ 162508924 w 380"/>
                <a:gd name="T97" fmla="*/ 95199743 h 468"/>
                <a:gd name="T98" fmla="*/ 180926998 w 380"/>
                <a:gd name="T99" fmla="*/ 104936163 h 468"/>
                <a:gd name="T100" fmla="*/ 180926998 w 380"/>
                <a:gd name="T101" fmla="*/ 104936163 h 468"/>
                <a:gd name="T102" fmla="*/ 200428610 w 380"/>
                <a:gd name="T103" fmla="*/ 104936163 h 468"/>
                <a:gd name="T104" fmla="*/ 219929181 w 380"/>
                <a:gd name="T105" fmla="*/ 123327295 h 468"/>
                <a:gd name="T106" fmla="*/ 248098061 w 380"/>
                <a:gd name="T107" fmla="*/ 162272975 h 468"/>
                <a:gd name="T108" fmla="*/ 267598632 w 380"/>
                <a:gd name="T109" fmla="*/ 219608747 h 468"/>
                <a:gd name="T110" fmla="*/ 276265899 w 380"/>
                <a:gd name="T111" fmla="*/ 267209138 h 468"/>
                <a:gd name="T112" fmla="*/ 276265899 w 380"/>
                <a:gd name="T113" fmla="*/ 267209138 h 468"/>
                <a:gd name="T114" fmla="*/ 286016705 w 380"/>
                <a:gd name="T115" fmla="*/ 314808490 h 468"/>
                <a:gd name="T116" fmla="*/ 286016705 w 380"/>
                <a:gd name="T117" fmla="*/ 372145302 h 468"/>
                <a:gd name="T118" fmla="*/ 276265899 w 380"/>
                <a:gd name="T119" fmla="*/ 400272853 h 468"/>
                <a:gd name="T120" fmla="*/ 267598632 w 380"/>
                <a:gd name="T121" fmla="*/ 419745693 h 468"/>
                <a:gd name="T122" fmla="*/ 257847826 w 380"/>
                <a:gd name="T123" fmla="*/ 429482113 h 468"/>
                <a:gd name="T124" fmla="*/ 238347255 w 380"/>
                <a:gd name="T125" fmla="*/ 429482113 h 468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80" h="468">
                  <a:moveTo>
                    <a:pt x="379" y="282"/>
                  </a:moveTo>
                  <a:lnTo>
                    <a:pt x="379" y="282"/>
                  </a:lnTo>
                  <a:lnTo>
                    <a:pt x="379" y="211"/>
                  </a:lnTo>
                  <a:lnTo>
                    <a:pt x="353" y="150"/>
                  </a:lnTo>
                  <a:lnTo>
                    <a:pt x="326" y="97"/>
                  </a:lnTo>
                  <a:lnTo>
                    <a:pt x="273" y="53"/>
                  </a:lnTo>
                  <a:lnTo>
                    <a:pt x="291" y="44"/>
                  </a:lnTo>
                  <a:lnTo>
                    <a:pt x="291" y="35"/>
                  </a:lnTo>
                  <a:lnTo>
                    <a:pt x="291" y="26"/>
                  </a:lnTo>
                  <a:lnTo>
                    <a:pt x="273" y="17"/>
                  </a:lnTo>
                  <a:lnTo>
                    <a:pt x="220" y="0"/>
                  </a:lnTo>
                  <a:lnTo>
                    <a:pt x="176" y="0"/>
                  </a:lnTo>
                  <a:lnTo>
                    <a:pt x="132" y="17"/>
                  </a:lnTo>
                  <a:lnTo>
                    <a:pt x="97" y="35"/>
                  </a:lnTo>
                  <a:lnTo>
                    <a:pt x="61" y="61"/>
                  </a:lnTo>
                  <a:lnTo>
                    <a:pt x="35" y="97"/>
                  </a:lnTo>
                  <a:lnTo>
                    <a:pt x="17" y="141"/>
                  </a:lnTo>
                  <a:lnTo>
                    <a:pt x="8" y="176"/>
                  </a:lnTo>
                  <a:lnTo>
                    <a:pt x="0" y="229"/>
                  </a:lnTo>
                  <a:lnTo>
                    <a:pt x="0" y="273"/>
                  </a:lnTo>
                  <a:lnTo>
                    <a:pt x="8" y="317"/>
                  </a:lnTo>
                  <a:lnTo>
                    <a:pt x="26" y="353"/>
                  </a:lnTo>
                  <a:lnTo>
                    <a:pt x="44" y="388"/>
                  </a:lnTo>
                  <a:lnTo>
                    <a:pt x="79" y="423"/>
                  </a:lnTo>
                  <a:lnTo>
                    <a:pt x="123" y="450"/>
                  </a:lnTo>
                  <a:lnTo>
                    <a:pt x="167" y="458"/>
                  </a:lnTo>
                  <a:lnTo>
                    <a:pt x="211" y="467"/>
                  </a:lnTo>
                  <a:lnTo>
                    <a:pt x="255" y="467"/>
                  </a:lnTo>
                  <a:lnTo>
                    <a:pt x="291" y="450"/>
                  </a:lnTo>
                  <a:lnTo>
                    <a:pt x="326" y="432"/>
                  </a:lnTo>
                  <a:lnTo>
                    <a:pt x="353" y="397"/>
                  </a:lnTo>
                  <a:lnTo>
                    <a:pt x="370" y="361"/>
                  </a:lnTo>
                  <a:lnTo>
                    <a:pt x="379" y="326"/>
                  </a:lnTo>
                  <a:lnTo>
                    <a:pt x="379" y="282"/>
                  </a:lnTo>
                  <a:close/>
                  <a:moveTo>
                    <a:pt x="220" y="397"/>
                  </a:moveTo>
                  <a:lnTo>
                    <a:pt x="220" y="397"/>
                  </a:lnTo>
                  <a:lnTo>
                    <a:pt x="194" y="388"/>
                  </a:lnTo>
                  <a:lnTo>
                    <a:pt x="167" y="370"/>
                  </a:lnTo>
                  <a:lnTo>
                    <a:pt x="141" y="326"/>
                  </a:lnTo>
                  <a:lnTo>
                    <a:pt x="123" y="273"/>
                  </a:lnTo>
                  <a:lnTo>
                    <a:pt x="114" y="220"/>
                  </a:lnTo>
                  <a:lnTo>
                    <a:pt x="123" y="158"/>
                  </a:lnTo>
                  <a:lnTo>
                    <a:pt x="132" y="123"/>
                  </a:lnTo>
                  <a:lnTo>
                    <a:pt x="150" y="88"/>
                  </a:lnTo>
                  <a:lnTo>
                    <a:pt x="167" y="97"/>
                  </a:lnTo>
                  <a:lnTo>
                    <a:pt x="185" y="97"/>
                  </a:lnTo>
                  <a:lnTo>
                    <a:pt x="203" y="114"/>
                  </a:lnTo>
                  <a:lnTo>
                    <a:pt x="229" y="150"/>
                  </a:lnTo>
                  <a:lnTo>
                    <a:pt x="247" y="203"/>
                  </a:lnTo>
                  <a:lnTo>
                    <a:pt x="255" y="247"/>
                  </a:lnTo>
                  <a:lnTo>
                    <a:pt x="264" y="291"/>
                  </a:lnTo>
                  <a:lnTo>
                    <a:pt x="264" y="344"/>
                  </a:lnTo>
                  <a:lnTo>
                    <a:pt x="255" y="370"/>
                  </a:lnTo>
                  <a:lnTo>
                    <a:pt x="247" y="388"/>
                  </a:lnTo>
                  <a:lnTo>
                    <a:pt x="238" y="397"/>
                  </a:lnTo>
                  <a:lnTo>
                    <a:pt x="220" y="397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" name="Freeform 4"/>
          <p:cNvSpPr>
            <a:spLocks noChangeArrowheads="1"/>
          </p:cNvSpPr>
          <p:nvPr/>
        </p:nvSpPr>
        <p:spPr bwMode="auto">
          <a:xfrm>
            <a:off x="2667000" y="1676400"/>
            <a:ext cx="4044950" cy="1754188"/>
          </a:xfrm>
          <a:custGeom>
            <a:avLst/>
            <a:gdLst>
              <a:gd name="T0" fmla="*/ 2147483646 w 3883"/>
              <a:gd name="T1" fmla="*/ 1758016833 h 1686"/>
              <a:gd name="T2" fmla="*/ 2147483646 w 3883"/>
              <a:gd name="T3" fmla="*/ 1710386363 h 1686"/>
              <a:gd name="T4" fmla="*/ 2147483646 w 3883"/>
              <a:gd name="T5" fmla="*/ 1700643648 h 1686"/>
              <a:gd name="T6" fmla="*/ 2147483646 w 3883"/>
              <a:gd name="T7" fmla="*/ 1336915992 h 1686"/>
              <a:gd name="T8" fmla="*/ 2147483646 w 3883"/>
              <a:gd name="T9" fmla="*/ 1566410810 h 1686"/>
              <a:gd name="T10" fmla="*/ 2147483646 w 3883"/>
              <a:gd name="T11" fmla="*/ 1366144135 h 1686"/>
              <a:gd name="T12" fmla="*/ 2147483646 w 3883"/>
              <a:gd name="T13" fmla="*/ 1471148830 h 1686"/>
              <a:gd name="T14" fmla="*/ 2147483646 w 3883"/>
              <a:gd name="T15" fmla="*/ 1643269423 h 1686"/>
              <a:gd name="T16" fmla="*/ 2105199071 w 3883"/>
              <a:gd name="T17" fmla="*/ 1548007443 h 1686"/>
              <a:gd name="T18" fmla="*/ 1971725097 w 3883"/>
              <a:gd name="T19" fmla="*/ 1289284481 h 1686"/>
              <a:gd name="T20" fmla="*/ 2134499177 w 3883"/>
              <a:gd name="T21" fmla="*/ 1318512624 h 1686"/>
              <a:gd name="T22" fmla="*/ 2147483646 w 3883"/>
              <a:gd name="T23" fmla="*/ 1126906602 h 1686"/>
              <a:gd name="T24" fmla="*/ 2147483646 w 3883"/>
              <a:gd name="T25" fmla="*/ 1165877460 h 1686"/>
              <a:gd name="T26" fmla="*/ 2147483646 w 3883"/>
              <a:gd name="T27" fmla="*/ 821635232 h 1686"/>
              <a:gd name="T28" fmla="*/ 2147483646 w 3883"/>
              <a:gd name="T29" fmla="*/ 849780273 h 1686"/>
              <a:gd name="T30" fmla="*/ 2147483646 w 3883"/>
              <a:gd name="T31" fmla="*/ 774003721 h 1686"/>
              <a:gd name="T32" fmla="*/ 2147483646 w 3883"/>
              <a:gd name="T33" fmla="*/ 611625842 h 1686"/>
              <a:gd name="T34" fmla="*/ 2147483646 w 3883"/>
              <a:gd name="T35" fmla="*/ 534766189 h 1686"/>
              <a:gd name="T36" fmla="*/ 2147483646 w 3883"/>
              <a:gd name="T37" fmla="*/ 324756799 h 1686"/>
              <a:gd name="T38" fmla="*/ 2147483646 w 3883"/>
              <a:gd name="T39" fmla="*/ 257640900 h 1686"/>
              <a:gd name="T40" fmla="*/ 2147483646 w 3883"/>
              <a:gd name="T41" fmla="*/ 76858613 h 1686"/>
              <a:gd name="T42" fmla="*/ 2147483646 w 3883"/>
              <a:gd name="T43" fmla="*/ 37888796 h 1686"/>
              <a:gd name="T44" fmla="*/ 2147483646 w 3883"/>
              <a:gd name="T45" fmla="*/ 324756799 h 1686"/>
              <a:gd name="T46" fmla="*/ 1971725097 w 3883"/>
              <a:gd name="T47" fmla="*/ 736115966 h 1686"/>
              <a:gd name="T48" fmla="*/ 1320632944 w 3883"/>
              <a:gd name="T49" fmla="*/ 1270882154 h 1686"/>
              <a:gd name="T50" fmla="*/ 958191674 w 3883"/>
              <a:gd name="T51" fmla="*/ 1165877460 h 1686"/>
              <a:gd name="T52" fmla="*/ 460105510 w 3883"/>
              <a:gd name="T53" fmla="*/ 1528522014 h 1686"/>
              <a:gd name="T54" fmla="*/ 182306094 w 3883"/>
              <a:gd name="T55" fmla="*/ 1681158220 h 1686"/>
              <a:gd name="T56" fmla="*/ 0 w 3883"/>
              <a:gd name="T57" fmla="*/ 1766677486 h 1686"/>
              <a:gd name="T58" fmla="*/ 287565423 w 3883"/>
              <a:gd name="T59" fmla="*/ 1748275159 h 1686"/>
              <a:gd name="T60" fmla="*/ 593579485 w 3883"/>
              <a:gd name="T61" fmla="*/ 1623783995 h 1686"/>
              <a:gd name="T62" fmla="*/ 660859202 w 3883"/>
              <a:gd name="T63" fmla="*/ 1375886849 h 1686"/>
              <a:gd name="T64" fmla="*/ 833398247 w 3883"/>
              <a:gd name="T65" fmla="*/ 1279541767 h 1686"/>
              <a:gd name="T66" fmla="*/ 1234905630 w 3883"/>
              <a:gd name="T67" fmla="*/ 1385629564 h 1686"/>
              <a:gd name="T68" fmla="*/ 1846932712 w 3883"/>
              <a:gd name="T69" fmla="*/ 964527682 h 1686"/>
              <a:gd name="T70" fmla="*/ 2147483646 w 3883"/>
              <a:gd name="T71" fmla="*/ 611625842 h 1686"/>
              <a:gd name="T72" fmla="*/ 2147483646 w 3883"/>
              <a:gd name="T73" fmla="*/ 124490124 h 1686"/>
              <a:gd name="T74" fmla="*/ 2147483646 w 3883"/>
              <a:gd name="T75" fmla="*/ 142893491 h 1686"/>
              <a:gd name="T76" fmla="*/ 2147483646 w 3883"/>
              <a:gd name="T77" fmla="*/ 257640900 h 1686"/>
              <a:gd name="T78" fmla="*/ 2147483646 w 3883"/>
              <a:gd name="T79" fmla="*/ 353984942 h 1686"/>
              <a:gd name="T80" fmla="*/ 2147483646 w 3883"/>
              <a:gd name="T81" fmla="*/ 516363862 h 1686"/>
              <a:gd name="T82" fmla="*/ 2147483646 w 3883"/>
              <a:gd name="T83" fmla="*/ 563994332 h 1686"/>
              <a:gd name="T84" fmla="*/ 2147483646 w 3883"/>
              <a:gd name="T85" fmla="*/ 802149803 h 1686"/>
              <a:gd name="T86" fmla="*/ 2147483646 w 3883"/>
              <a:gd name="T87" fmla="*/ 783746436 h 1686"/>
              <a:gd name="T88" fmla="*/ 2147483646 w 3883"/>
              <a:gd name="T89" fmla="*/ 1108503235 h 1686"/>
              <a:gd name="T90" fmla="*/ 2076985467 w 3883"/>
              <a:gd name="T91" fmla="*/ 974270397 h 1686"/>
              <a:gd name="T92" fmla="*/ 2076985467 w 3883"/>
              <a:gd name="T93" fmla="*/ 1251396726 h 1686"/>
              <a:gd name="T94" fmla="*/ 1818719108 w 3883"/>
              <a:gd name="T95" fmla="*/ 1289284481 h 1686"/>
              <a:gd name="T96" fmla="*/ 1636413013 w 3883"/>
              <a:gd name="T97" fmla="*/ 1480891544 h 1686"/>
              <a:gd name="T98" fmla="*/ 1588666353 w 3883"/>
              <a:gd name="T99" fmla="*/ 1595638953 h 1686"/>
              <a:gd name="T100" fmla="*/ 1674393667 w 3883"/>
              <a:gd name="T101" fmla="*/ 1776420200 h 1686"/>
              <a:gd name="T102" fmla="*/ 2029238806 w 3883"/>
              <a:gd name="T103" fmla="*/ 1776420200 h 1686"/>
              <a:gd name="T104" fmla="*/ 2144265184 w 3883"/>
              <a:gd name="T105" fmla="*/ 1766677486 h 1686"/>
              <a:gd name="T106" fmla="*/ 2147483646 w 3883"/>
              <a:gd name="T107" fmla="*/ 1710386363 h 1686"/>
              <a:gd name="T108" fmla="*/ 2147483646 w 3883"/>
              <a:gd name="T109" fmla="*/ 1585896239 h 1686"/>
              <a:gd name="T110" fmla="*/ 2147483646 w 3883"/>
              <a:gd name="T111" fmla="*/ 1719047016 h 1686"/>
              <a:gd name="T112" fmla="*/ 2147483646 w 3883"/>
              <a:gd name="T113" fmla="*/ 1595638953 h 1686"/>
              <a:gd name="T114" fmla="*/ 2147483646 w 3883"/>
              <a:gd name="T115" fmla="*/ 1643269423 h 1686"/>
              <a:gd name="T116" fmla="*/ 2147483646 w 3883"/>
              <a:gd name="T117" fmla="*/ 1776420200 h 1686"/>
              <a:gd name="T118" fmla="*/ 1703692730 w 3883"/>
              <a:gd name="T119" fmla="*/ 1643269423 h 1686"/>
              <a:gd name="T120" fmla="*/ 1856698719 w 3883"/>
              <a:gd name="T121" fmla="*/ 1614041280 h 168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3883" h="1686">
                <a:moveTo>
                  <a:pt x="3432" y="1641"/>
                </a:moveTo>
                <a:lnTo>
                  <a:pt x="3432" y="1641"/>
                </a:lnTo>
                <a:lnTo>
                  <a:pt x="3564" y="1641"/>
                </a:lnTo>
                <a:lnTo>
                  <a:pt x="3608" y="1632"/>
                </a:lnTo>
                <a:lnTo>
                  <a:pt x="3617" y="1632"/>
                </a:lnTo>
                <a:lnTo>
                  <a:pt x="3652" y="1615"/>
                </a:lnTo>
                <a:lnTo>
                  <a:pt x="3688" y="1615"/>
                </a:lnTo>
                <a:lnTo>
                  <a:pt x="3723" y="1615"/>
                </a:lnTo>
                <a:lnTo>
                  <a:pt x="3749" y="1624"/>
                </a:lnTo>
                <a:lnTo>
                  <a:pt x="3802" y="1632"/>
                </a:lnTo>
                <a:lnTo>
                  <a:pt x="3846" y="1632"/>
                </a:lnTo>
                <a:lnTo>
                  <a:pt x="3873" y="1632"/>
                </a:lnTo>
                <a:lnTo>
                  <a:pt x="3882" y="1624"/>
                </a:lnTo>
                <a:lnTo>
                  <a:pt x="3882" y="1588"/>
                </a:lnTo>
                <a:lnTo>
                  <a:pt x="3873" y="1588"/>
                </a:lnTo>
                <a:lnTo>
                  <a:pt x="3846" y="1580"/>
                </a:lnTo>
                <a:lnTo>
                  <a:pt x="3767" y="1553"/>
                </a:lnTo>
                <a:lnTo>
                  <a:pt x="3688" y="1544"/>
                </a:lnTo>
                <a:lnTo>
                  <a:pt x="3617" y="1544"/>
                </a:lnTo>
                <a:lnTo>
                  <a:pt x="3599" y="1544"/>
                </a:lnTo>
                <a:lnTo>
                  <a:pt x="3555" y="1553"/>
                </a:lnTo>
                <a:lnTo>
                  <a:pt x="3520" y="1544"/>
                </a:lnTo>
                <a:lnTo>
                  <a:pt x="3502" y="1544"/>
                </a:lnTo>
                <a:lnTo>
                  <a:pt x="3432" y="1562"/>
                </a:lnTo>
                <a:lnTo>
                  <a:pt x="3352" y="1571"/>
                </a:lnTo>
                <a:lnTo>
                  <a:pt x="3291" y="1571"/>
                </a:lnTo>
                <a:lnTo>
                  <a:pt x="3264" y="1562"/>
                </a:lnTo>
                <a:lnTo>
                  <a:pt x="3246" y="1544"/>
                </a:lnTo>
                <a:lnTo>
                  <a:pt x="3229" y="1527"/>
                </a:lnTo>
                <a:lnTo>
                  <a:pt x="3220" y="1509"/>
                </a:lnTo>
                <a:lnTo>
                  <a:pt x="3176" y="1447"/>
                </a:lnTo>
                <a:lnTo>
                  <a:pt x="3158" y="1385"/>
                </a:lnTo>
                <a:lnTo>
                  <a:pt x="3141" y="1315"/>
                </a:lnTo>
                <a:lnTo>
                  <a:pt x="3105" y="1253"/>
                </a:lnTo>
                <a:lnTo>
                  <a:pt x="3096" y="1235"/>
                </a:lnTo>
                <a:lnTo>
                  <a:pt x="3070" y="1218"/>
                </a:lnTo>
                <a:lnTo>
                  <a:pt x="3052" y="1209"/>
                </a:lnTo>
                <a:lnTo>
                  <a:pt x="3035" y="1209"/>
                </a:lnTo>
                <a:lnTo>
                  <a:pt x="3017" y="1209"/>
                </a:lnTo>
                <a:lnTo>
                  <a:pt x="2999" y="1218"/>
                </a:lnTo>
                <a:lnTo>
                  <a:pt x="2982" y="1227"/>
                </a:lnTo>
                <a:lnTo>
                  <a:pt x="2973" y="1244"/>
                </a:lnTo>
                <a:lnTo>
                  <a:pt x="2964" y="1271"/>
                </a:lnTo>
                <a:lnTo>
                  <a:pt x="2938" y="1368"/>
                </a:lnTo>
                <a:lnTo>
                  <a:pt x="2902" y="1447"/>
                </a:lnTo>
                <a:lnTo>
                  <a:pt x="2893" y="1447"/>
                </a:lnTo>
                <a:lnTo>
                  <a:pt x="2832" y="1368"/>
                </a:lnTo>
                <a:lnTo>
                  <a:pt x="2788" y="1288"/>
                </a:lnTo>
                <a:lnTo>
                  <a:pt x="2761" y="1253"/>
                </a:lnTo>
                <a:lnTo>
                  <a:pt x="2717" y="1227"/>
                </a:lnTo>
                <a:lnTo>
                  <a:pt x="2691" y="1218"/>
                </a:lnTo>
                <a:lnTo>
                  <a:pt x="2655" y="1227"/>
                </a:lnTo>
                <a:lnTo>
                  <a:pt x="2638" y="1244"/>
                </a:lnTo>
                <a:lnTo>
                  <a:pt x="2629" y="1262"/>
                </a:lnTo>
                <a:lnTo>
                  <a:pt x="2576" y="1359"/>
                </a:lnTo>
                <a:lnTo>
                  <a:pt x="2558" y="1412"/>
                </a:lnTo>
                <a:lnTo>
                  <a:pt x="2541" y="1474"/>
                </a:lnTo>
                <a:lnTo>
                  <a:pt x="2532" y="1500"/>
                </a:lnTo>
                <a:lnTo>
                  <a:pt x="2514" y="1527"/>
                </a:lnTo>
                <a:lnTo>
                  <a:pt x="2505" y="1527"/>
                </a:lnTo>
                <a:lnTo>
                  <a:pt x="2470" y="1474"/>
                </a:lnTo>
                <a:lnTo>
                  <a:pt x="2408" y="1359"/>
                </a:lnTo>
                <a:lnTo>
                  <a:pt x="2391" y="1332"/>
                </a:lnTo>
                <a:lnTo>
                  <a:pt x="2364" y="1315"/>
                </a:lnTo>
                <a:lnTo>
                  <a:pt x="2338" y="1306"/>
                </a:lnTo>
                <a:lnTo>
                  <a:pt x="2311" y="1306"/>
                </a:lnTo>
                <a:lnTo>
                  <a:pt x="2276" y="1306"/>
                </a:lnTo>
                <a:lnTo>
                  <a:pt x="2232" y="1332"/>
                </a:lnTo>
                <a:lnTo>
                  <a:pt x="2196" y="1368"/>
                </a:lnTo>
                <a:lnTo>
                  <a:pt x="2170" y="1403"/>
                </a:lnTo>
                <a:lnTo>
                  <a:pt x="2152" y="1447"/>
                </a:lnTo>
                <a:lnTo>
                  <a:pt x="2126" y="1482"/>
                </a:lnTo>
                <a:lnTo>
                  <a:pt x="2108" y="1518"/>
                </a:lnTo>
                <a:lnTo>
                  <a:pt x="2108" y="1527"/>
                </a:lnTo>
                <a:lnTo>
                  <a:pt x="2082" y="1553"/>
                </a:lnTo>
                <a:lnTo>
                  <a:pt x="2073" y="1562"/>
                </a:lnTo>
                <a:lnTo>
                  <a:pt x="2064" y="1571"/>
                </a:lnTo>
                <a:lnTo>
                  <a:pt x="2064" y="1562"/>
                </a:lnTo>
                <a:lnTo>
                  <a:pt x="2038" y="1527"/>
                </a:lnTo>
                <a:lnTo>
                  <a:pt x="1993" y="1474"/>
                </a:lnTo>
                <a:lnTo>
                  <a:pt x="1958" y="1438"/>
                </a:lnTo>
                <a:lnTo>
                  <a:pt x="1940" y="1430"/>
                </a:lnTo>
                <a:lnTo>
                  <a:pt x="1923" y="1430"/>
                </a:lnTo>
                <a:lnTo>
                  <a:pt x="1896" y="1430"/>
                </a:lnTo>
                <a:lnTo>
                  <a:pt x="1888" y="1430"/>
                </a:lnTo>
                <a:lnTo>
                  <a:pt x="1861" y="1421"/>
                </a:lnTo>
                <a:lnTo>
                  <a:pt x="1843" y="1403"/>
                </a:lnTo>
                <a:lnTo>
                  <a:pt x="1835" y="1359"/>
                </a:lnTo>
                <a:lnTo>
                  <a:pt x="1826" y="1306"/>
                </a:lnTo>
                <a:lnTo>
                  <a:pt x="1817" y="1244"/>
                </a:lnTo>
                <a:lnTo>
                  <a:pt x="1817" y="1191"/>
                </a:lnTo>
                <a:lnTo>
                  <a:pt x="1826" y="1191"/>
                </a:lnTo>
                <a:lnTo>
                  <a:pt x="1835" y="1191"/>
                </a:lnTo>
                <a:lnTo>
                  <a:pt x="1843" y="1191"/>
                </a:lnTo>
                <a:lnTo>
                  <a:pt x="1896" y="1209"/>
                </a:lnTo>
                <a:lnTo>
                  <a:pt x="1958" y="1218"/>
                </a:lnTo>
                <a:lnTo>
                  <a:pt x="1967" y="1218"/>
                </a:lnTo>
                <a:lnTo>
                  <a:pt x="2002" y="1227"/>
                </a:lnTo>
                <a:lnTo>
                  <a:pt x="2020" y="1235"/>
                </a:lnTo>
                <a:lnTo>
                  <a:pt x="2029" y="1253"/>
                </a:lnTo>
                <a:lnTo>
                  <a:pt x="2046" y="1262"/>
                </a:lnTo>
                <a:lnTo>
                  <a:pt x="2082" y="1253"/>
                </a:lnTo>
                <a:lnTo>
                  <a:pt x="2117" y="1244"/>
                </a:lnTo>
                <a:lnTo>
                  <a:pt x="2135" y="1235"/>
                </a:lnTo>
                <a:lnTo>
                  <a:pt x="2143" y="1227"/>
                </a:lnTo>
                <a:lnTo>
                  <a:pt x="2117" y="1041"/>
                </a:lnTo>
                <a:lnTo>
                  <a:pt x="2126" y="1041"/>
                </a:lnTo>
                <a:lnTo>
                  <a:pt x="2152" y="1050"/>
                </a:lnTo>
                <a:lnTo>
                  <a:pt x="2214" y="1068"/>
                </a:lnTo>
                <a:lnTo>
                  <a:pt x="2258" y="1077"/>
                </a:lnTo>
                <a:lnTo>
                  <a:pt x="2302" y="1085"/>
                </a:lnTo>
                <a:lnTo>
                  <a:pt x="2346" y="1085"/>
                </a:lnTo>
                <a:lnTo>
                  <a:pt x="2355" y="1085"/>
                </a:lnTo>
                <a:lnTo>
                  <a:pt x="2373" y="1077"/>
                </a:lnTo>
                <a:lnTo>
                  <a:pt x="2391" y="1059"/>
                </a:lnTo>
                <a:lnTo>
                  <a:pt x="2399" y="1041"/>
                </a:lnTo>
                <a:lnTo>
                  <a:pt x="2399" y="1015"/>
                </a:lnTo>
                <a:lnTo>
                  <a:pt x="2391" y="980"/>
                </a:lnTo>
                <a:lnTo>
                  <a:pt x="2382" y="935"/>
                </a:lnTo>
                <a:lnTo>
                  <a:pt x="2346" y="838"/>
                </a:lnTo>
                <a:lnTo>
                  <a:pt x="2329" y="785"/>
                </a:lnTo>
                <a:lnTo>
                  <a:pt x="2320" y="759"/>
                </a:lnTo>
                <a:lnTo>
                  <a:pt x="2311" y="750"/>
                </a:lnTo>
                <a:lnTo>
                  <a:pt x="2320" y="750"/>
                </a:lnTo>
                <a:lnTo>
                  <a:pt x="2355" y="750"/>
                </a:lnTo>
                <a:lnTo>
                  <a:pt x="2382" y="750"/>
                </a:lnTo>
                <a:lnTo>
                  <a:pt x="2417" y="759"/>
                </a:lnTo>
                <a:lnTo>
                  <a:pt x="2479" y="777"/>
                </a:lnTo>
                <a:lnTo>
                  <a:pt x="2514" y="785"/>
                </a:lnTo>
                <a:lnTo>
                  <a:pt x="2523" y="785"/>
                </a:lnTo>
                <a:lnTo>
                  <a:pt x="2558" y="803"/>
                </a:lnTo>
                <a:lnTo>
                  <a:pt x="2585" y="812"/>
                </a:lnTo>
                <a:lnTo>
                  <a:pt x="2602" y="821"/>
                </a:lnTo>
                <a:lnTo>
                  <a:pt x="2638" y="812"/>
                </a:lnTo>
                <a:lnTo>
                  <a:pt x="2664" y="803"/>
                </a:lnTo>
                <a:lnTo>
                  <a:pt x="2673" y="794"/>
                </a:lnTo>
                <a:lnTo>
                  <a:pt x="2673" y="768"/>
                </a:lnTo>
                <a:lnTo>
                  <a:pt x="2673" y="715"/>
                </a:lnTo>
                <a:lnTo>
                  <a:pt x="2673" y="688"/>
                </a:lnTo>
                <a:lnTo>
                  <a:pt x="2655" y="653"/>
                </a:lnTo>
                <a:lnTo>
                  <a:pt x="2620" y="582"/>
                </a:lnTo>
                <a:lnTo>
                  <a:pt x="2602" y="547"/>
                </a:lnTo>
                <a:lnTo>
                  <a:pt x="2593" y="538"/>
                </a:lnTo>
                <a:lnTo>
                  <a:pt x="2611" y="538"/>
                </a:lnTo>
                <a:lnTo>
                  <a:pt x="2646" y="547"/>
                </a:lnTo>
                <a:lnTo>
                  <a:pt x="2708" y="556"/>
                </a:lnTo>
                <a:lnTo>
                  <a:pt x="2743" y="565"/>
                </a:lnTo>
                <a:lnTo>
                  <a:pt x="2761" y="574"/>
                </a:lnTo>
                <a:lnTo>
                  <a:pt x="2788" y="582"/>
                </a:lnTo>
                <a:lnTo>
                  <a:pt x="2841" y="574"/>
                </a:lnTo>
                <a:lnTo>
                  <a:pt x="2885" y="565"/>
                </a:lnTo>
                <a:lnTo>
                  <a:pt x="2893" y="565"/>
                </a:lnTo>
                <a:lnTo>
                  <a:pt x="2893" y="538"/>
                </a:lnTo>
                <a:lnTo>
                  <a:pt x="2876" y="503"/>
                </a:lnTo>
                <a:lnTo>
                  <a:pt x="2867" y="494"/>
                </a:lnTo>
                <a:lnTo>
                  <a:pt x="2832" y="424"/>
                </a:lnTo>
                <a:lnTo>
                  <a:pt x="2796" y="344"/>
                </a:lnTo>
                <a:lnTo>
                  <a:pt x="2788" y="309"/>
                </a:lnTo>
                <a:lnTo>
                  <a:pt x="2788" y="300"/>
                </a:lnTo>
                <a:lnTo>
                  <a:pt x="2796" y="300"/>
                </a:lnTo>
                <a:lnTo>
                  <a:pt x="2823" y="300"/>
                </a:lnTo>
                <a:lnTo>
                  <a:pt x="2841" y="300"/>
                </a:lnTo>
                <a:lnTo>
                  <a:pt x="2867" y="300"/>
                </a:lnTo>
                <a:lnTo>
                  <a:pt x="2893" y="309"/>
                </a:lnTo>
                <a:lnTo>
                  <a:pt x="2938" y="300"/>
                </a:lnTo>
                <a:lnTo>
                  <a:pt x="2991" y="291"/>
                </a:lnTo>
                <a:lnTo>
                  <a:pt x="3052" y="282"/>
                </a:lnTo>
                <a:lnTo>
                  <a:pt x="3070" y="274"/>
                </a:lnTo>
                <a:lnTo>
                  <a:pt x="3070" y="265"/>
                </a:lnTo>
                <a:lnTo>
                  <a:pt x="3088" y="256"/>
                </a:lnTo>
                <a:lnTo>
                  <a:pt x="3079" y="238"/>
                </a:lnTo>
                <a:lnTo>
                  <a:pt x="3070" y="221"/>
                </a:lnTo>
                <a:lnTo>
                  <a:pt x="3052" y="212"/>
                </a:lnTo>
                <a:lnTo>
                  <a:pt x="3017" y="194"/>
                </a:lnTo>
                <a:lnTo>
                  <a:pt x="2991" y="168"/>
                </a:lnTo>
                <a:lnTo>
                  <a:pt x="2964" y="150"/>
                </a:lnTo>
                <a:lnTo>
                  <a:pt x="2938" y="141"/>
                </a:lnTo>
                <a:lnTo>
                  <a:pt x="2876" y="115"/>
                </a:lnTo>
                <a:lnTo>
                  <a:pt x="2832" y="71"/>
                </a:lnTo>
                <a:lnTo>
                  <a:pt x="2823" y="71"/>
                </a:lnTo>
                <a:lnTo>
                  <a:pt x="2814" y="62"/>
                </a:lnTo>
                <a:lnTo>
                  <a:pt x="2770" y="27"/>
                </a:lnTo>
                <a:lnTo>
                  <a:pt x="2752" y="18"/>
                </a:lnTo>
                <a:lnTo>
                  <a:pt x="2717" y="9"/>
                </a:lnTo>
                <a:lnTo>
                  <a:pt x="2691" y="0"/>
                </a:lnTo>
                <a:lnTo>
                  <a:pt x="2682" y="0"/>
                </a:lnTo>
                <a:lnTo>
                  <a:pt x="2629" y="0"/>
                </a:lnTo>
                <a:lnTo>
                  <a:pt x="2602" y="18"/>
                </a:lnTo>
                <a:lnTo>
                  <a:pt x="2585" y="35"/>
                </a:lnTo>
                <a:lnTo>
                  <a:pt x="2558" y="44"/>
                </a:lnTo>
                <a:lnTo>
                  <a:pt x="2549" y="53"/>
                </a:lnTo>
                <a:lnTo>
                  <a:pt x="2470" y="124"/>
                </a:lnTo>
                <a:lnTo>
                  <a:pt x="2435" y="150"/>
                </a:lnTo>
                <a:lnTo>
                  <a:pt x="2417" y="168"/>
                </a:lnTo>
                <a:lnTo>
                  <a:pt x="2338" y="238"/>
                </a:lnTo>
                <a:lnTo>
                  <a:pt x="2258" y="300"/>
                </a:lnTo>
                <a:lnTo>
                  <a:pt x="2179" y="380"/>
                </a:lnTo>
                <a:lnTo>
                  <a:pt x="2135" y="424"/>
                </a:lnTo>
                <a:lnTo>
                  <a:pt x="2099" y="459"/>
                </a:lnTo>
                <a:lnTo>
                  <a:pt x="2046" y="494"/>
                </a:lnTo>
                <a:lnTo>
                  <a:pt x="1993" y="530"/>
                </a:lnTo>
                <a:lnTo>
                  <a:pt x="1958" y="565"/>
                </a:lnTo>
                <a:lnTo>
                  <a:pt x="1914" y="600"/>
                </a:lnTo>
                <a:lnTo>
                  <a:pt x="1817" y="680"/>
                </a:lnTo>
                <a:lnTo>
                  <a:pt x="1782" y="697"/>
                </a:lnTo>
                <a:lnTo>
                  <a:pt x="1746" y="732"/>
                </a:lnTo>
                <a:lnTo>
                  <a:pt x="1658" y="812"/>
                </a:lnTo>
                <a:lnTo>
                  <a:pt x="1543" y="900"/>
                </a:lnTo>
                <a:lnTo>
                  <a:pt x="1482" y="944"/>
                </a:lnTo>
                <a:lnTo>
                  <a:pt x="1429" y="988"/>
                </a:lnTo>
                <a:lnTo>
                  <a:pt x="1217" y="1174"/>
                </a:lnTo>
                <a:lnTo>
                  <a:pt x="1199" y="1182"/>
                </a:lnTo>
                <a:lnTo>
                  <a:pt x="1182" y="1182"/>
                </a:lnTo>
                <a:lnTo>
                  <a:pt x="1155" y="1174"/>
                </a:lnTo>
                <a:lnTo>
                  <a:pt x="1120" y="1156"/>
                </a:lnTo>
                <a:lnTo>
                  <a:pt x="1102" y="1138"/>
                </a:lnTo>
                <a:lnTo>
                  <a:pt x="1024" y="1094"/>
                </a:lnTo>
                <a:lnTo>
                  <a:pt x="944" y="1077"/>
                </a:lnTo>
                <a:lnTo>
                  <a:pt x="883" y="1077"/>
                </a:lnTo>
                <a:lnTo>
                  <a:pt x="812" y="1077"/>
                </a:lnTo>
                <a:lnTo>
                  <a:pt x="741" y="1094"/>
                </a:lnTo>
                <a:lnTo>
                  <a:pt x="662" y="1130"/>
                </a:lnTo>
                <a:lnTo>
                  <a:pt x="591" y="1174"/>
                </a:lnTo>
                <a:lnTo>
                  <a:pt x="556" y="1200"/>
                </a:lnTo>
                <a:lnTo>
                  <a:pt x="521" y="1235"/>
                </a:lnTo>
                <a:lnTo>
                  <a:pt x="459" y="1306"/>
                </a:lnTo>
                <a:lnTo>
                  <a:pt x="433" y="1350"/>
                </a:lnTo>
                <a:lnTo>
                  <a:pt x="433" y="1368"/>
                </a:lnTo>
                <a:lnTo>
                  <a:pt x="424" y="1385"/>
                </a:lnTo>
                <a:lnTo>
                  <a:pt x="424" y="1412"/>
                </a:lnTo>
                <a:lnTo>
                  <a:pt x="424" y="1438"/>
                </a:lnTo>
                <a:lnTo>
                  <a:pt x="424" y="1456"/>
                </a:lnTo>
                <a:lnTo>
                  <a:pt x="415" y="1465"/>
                </a:lnTo>
                <a:lnTo>
                  <a:pt x="397" y="1482"/>
                </a:lnTo>
                <a:lnTo>
                  <a:pt x="362" y="1491"/>
                </a:lnTo>
                <a:lnTo>
                  <a:pt x="353" y="1491"/>
                </a:lnTo>
                <a:lnTo>
                  <a:pt x="256" y="1518"/>
                </a:lnTo>
                <a:lnTo>
                  <a:pt x="247" y="1518"/>
                </a:lnTo>
                <a:lnTo>
                  <a:pt x="230" y="1527"/>
                </a:lnTo>
                <a:lnTo>
                  <a:pt x="168" y="1553"/>
                </a:lnTo>
                <a:lnTo>
                  <a:pt x="133" y="1562"/>
                </a:lnTo>
                <a:lnTo>
                  <a:pt x="97" y="1571"/>
                </a:lnTo>
                <a:lnTo>
                  <a:pt x="89" y="1571"/>
                </a:lnTo>
                <a:lnTo>
                  <a:pt x="62" y="1580"/>
                </a:lnTo>
                <a:lnTo>
                  <a:pt x="27" y="1588"/>
                </a:lnTo>
                <a:lnTo>
                  <a:pt x="0" y="1606"/>
                </a:lnTo>
                <a:lnTo>
                  <a:pt x="0" y="1615"/>
                </a:lnTo>
                <a:lnTo>
                  <a:pt x="0" y="1632"/>
                </a:lnTo>
                <a:lnTo>
                  <a:pt x="9" y="1659"/>
                </a:lnTo>
                <a:lnTo>
                  <a:pt x="18" y="1668"/>
                </a:lnTo>
                <a:lnTo>
                  <a:pt x="27" y="1677"/>
                </a:lnTo>
                <a:lnTo>
                  <a:pt x="44" y="1685"/>
                </a:lnTo>
                <a:lnTo>
                  <a:pt x="71" y="1677"/>
                </a:lnTo>
                <a:lnTo>
                  <a:pt x="115" y="1677"/>
                </a:lnTo>
                <a:lnTo>
                  <a:pt x="124" y="1677"/>
                </a:lnTo>
                <a:lnTo>
                  <a:pt x="194" y="1641"/>
                </a:lnTo>
                <a:lnTo>
                  <a:pt x="230" y="1624"/>
                </a:lnTo>
                <a:lnTo>
                  <a:pt x="265" y="1615"/>
                </a:lnTo>
                <a:lnTo>
                  <a:pt x="274" y="1615"/>
                </a:lnTo>
                <a:lnTo>
                  <a:pt x="283" y="1606"/>
                </a:lnTo>
                <a:lnTo>
                  <a:pt x="450" y="1571"/>
                </a:lnTo>
                <a:lnTo>
                  <a:pt x="486" y="1562"/>
                </a:lnTo>
                <a:lnTo>
                  <a:pt x="494" y="1544"/>
                </a:lnTo>
                <a:lnTo>
                  <a:pt x="530" y="1518"/>
                </a:lnTo>
                <a:lnTo>
                  <a:pt x="547" y="1500"/>
                </a:lnTo>
                <a:lnTo>
                  <a:pt x="539" y="1465"/>
                </a:lnTo>
                <a:lnTo>
                  <a:pt x="530" y="1412"/>
                </a:lnTo>
                <a:lnTo>
                  <a:pt x="539" y="1385"/>
                </a:lnTo>
                <a:lnTo>
                  <a:pt x="547" y="1368"/>
                </a:lnTo>
                <a:lnTo>
                  <a:pt x="556" y="1359"/>
                </a:lnTo>
                <a:lnTo>
                  <a:pt x="556" y="1332"/>
                </a:lnTo>
                <a:lnTo>
                  <a:pt x="574" y="1315"/>
                </a:lnTo>
                <a:lnTo>
                  <a:pt x="609" y="1271"/>
                </a:lnTo>
                <a:lnTo>
                  <a:pt x="627" y="1253"/>
                </a:lnTo>
                <a:lnTo>
                  <a:pt x="636" y="1244"/>
                </a:lnTo>
                <a:lnTo>
                  <a:pt x="644" y="1244"/>
                </a:lnTo>
                <a:lnTo>
                  <a:pt x="671" y="1218"/>
                </a:lnTo>
                <a:lnTo>
                  <a:pt x="689" y="1218"/>
                </a:lnTo>
                <a:lnTo>
                  <a:pt x="697" y="1209"/>
                </a:lnTo>
                <a:lnTo>
                  <a:pt x="768" y="1182"/>
                </a:lnTo>
                <a:lnTo>
                  <a:pt x="839" y="1165"/>
                </a:lnTo>
                <a:lnTo>
                  <a:pt x="883" y="1174"/>
                </a:lnTo>
                <a:lnTo>
                  <a:pt x="918" y="1182"/>
                </a:lnTo>
                <a:lnTo>
                  <a:pt x="1006" y="1218"/>
                </a:lnTo>
                <a:lnTo>
                  <a:pt x="1050" y="1244"/>
                </a:lnTo>
                <a:lnTo>
                  <a:pt x="1077" y="1280"/>
                </a:lnTo>
                <a:lnTo>
                  <a:pt x="1093" y="1280"/>
                </a:lnTo>
                <a:lnTo>
                  <a:pt x="1129" y="1280"/>
                </a:lnTo>
                <a:lnTo>
                  <a:pt x="1138" y="1280"/>
                </a:lnTo>
                <a:lnTo>
                  <a:pt x="1173" y="1280"/>
                </a:lnTo>
                <a:lnTo>
                  <a:pt x="1208" y="1280"/>
                </a:lnTo>
                <a:lnTo>
                  <a:pt x="1235" y="1271"/>
                </a:lnTo>
                <a:lnTo>
                  <a:pt x="1270" y="1253"/>
                </a:lnTo>
                <a:lnTo>
                  <a:pt x="1296" y="1227"/>
                </a:lnTo>
                <a:lnTo>
                  <a:pt x="1508" y="1059"/>
                </a:lnTo>
                <a:lnTo>
                  <a:pt x="1614" y="971"/>
                </a:lnTo>
                <a:lnTo>
                  <a:pt x="1702" y="891"/>
                </a:lnTo>
                <a:lnTo>
                  <a:pt x="1799" y="812"/>
                </a:lnTo>
                <a:lnTo>
                  <a:pt x="1826" y="785"/>
                </a:lnTo>
                <a:lnTo>
                  <a:pt x="1879" y="750"/>
                </a:lnTo>
                <a:lnTo>
                  <a:pt x="1932" y="706"/>
                </a:lnTo>
                <a:lnTo>
                  <a:pt x="2002" y="662"/>
                </a:lnTo>
                <a:lnTo>
                  <a:pt x="2055" y="609"/>
                </a:lnTo>
                <a:lnTo>
                  <a:pt x="2099" y="574"/>
                </a:lnTo>
                <a:lnTo>
                  <a:pt x="2117" y="565"/>
                </a:lnTo>
                <a:lnTo>
                  <a:pt x="2170" y="521"/>
                </a:lnTo>
                <a:lnTo>
                  <a:pt x="2285" y="424"/>
                </a:lnTo>
                <a:lnTo>
                  <a:pt x="2338" y="371"/>
                </a:lnTo>
                <a:lnTo>
                  <a:pt x="2399" y="318"/>
                </a:lnTo>
                <a:lnTo>
                  <a:pt x="2558" y="185"/>
                </a:lnTo>
                <a:lnTo>
                  <a:pt x="2620" y="132"/>
                </a:lnTo>
                <a:lnTo>
                  <a:pt x="2638" y="115"/>
                </a:lnTo>
                <a:lnTo>
                  <a:pt x="2655" y="106"/>
                </a:lnTo>
                <a:lnTo>
                  <a:pt x="2673" y="97"/>
                </a:lnTo>
                <a:lnTo>
                  <a:pt x="2708" y="106"/>
                </a:lnTo>
                <a:lnTo>
                  <a:pt x="2717" y="115"/>
                </a:lnTo>
                <a:lnTo>
                  <a:pt x="2735" y="124"/>
                </a:lnTo>
                <a:lnTo>
                  <a:pt x="2743" y="132"/>
                </a:lnTo>
                <a:lnTo>
                  <a:pt x="2788" y="168"/>
                </a:lnTo>
                <a:lnTo>
                  <a:pt x="2814" y="185"/>
                </a:lnTo>
                <a:lnTo>
                  <a:pt x="2841" y="194"/>
                </a:lnTo>
                <a:lnTo>
                  <a:pt x="2858" y="194"/>
                </a:lnTo>
                <a:lnTo>
                  <a:pt x="2876" y="212"/>
                </a:lnTo>
                <a:lnTo>
                  <a:pt x="2893" y="221"/>
                </a:lnTo>
                <a:lnTo>
                  <a:pt x="2911" y="230"/>
                </a:lnTo>
                <a:lnTo>
                  <a:pt x="2893" y="238"/>
                </a:lnTo>
                <a:lnTo>
                  <a:pt x="2867" y="238"/>
                </a:lnTo>
                <a:lnTo>
                  <a:pt x="2832" y="247"/>
                </a:lnTo>
                <a:lnTo>
                  <a:pt x="2796" y="247"/>
                </a:lnTo>
                <a:lnTo>
                  <a:pt x="2779" y="238"/>
                </a:lnTo>
                <a:lnTo>
                  <a:pt x="2699" y="238"/>
                </a:lnTo>
                <a:lnTo>
                  <a:pt x="2664" y="238"/>
                </a:lnTo>
                <a:lnTo>
                  <a:pt x="2646" y="256"/>
                </a:lnTo>
                <a:lnTo>
                  <a:pt x="2646" y="274"/>
                </a:lnTo>
                <a:lnTo>
                  <a:pt x="2646" y="300"/>
                </a:lnTo>
                <a:lnTo>
                  <a:pt x="2655" y="327"/>
                </a:lnTo>
                <a:lnTo>
                  <a:pt x="2664" y="335"/>
                </a:lnTo>
                <a:lnTo>
                  <a:pt x="2673" y="353"/>
                </a:lnTo>
                <a:lnTo>
                  <a:pt x="2708" y="441"/>
                </a:lnTo>
                <a:lnTo>
                  <a:pt x="2726" y="485"/>
                </a:lnTo>
                <a:lnTo>
                  <a:pt x="2726" y="494"/>
                </a:lnTo>
                <a:lnTo>
                  <a:pt x="2717" y="494"/>
                </a:lnTo>
                <a:lnTo>
                  <a:pt x="2673" y="485"/>
                </a:lnTo>
                <a:lnTo>
                  <a:pt x="2593" y="477"/>
                </a:lnTo>
                <a:lnTo>
                  <a:pt x="2549" y="468"/>
                </a:lnTo>
                <a:lnTo>
                  <a:pt x="2470" y="450"/>
                </a:lnTo>
                <a:lnTo>
                  <a:pt x="2461" y="450"/>
                </a:lnTo>
                <a:lnTo>
                  <a:pt x="2452" y="459"/>
                </a:lnTo>
                <a:lnTo>
                  <a:pt x="2443" y="468"/>
                </a:lnTo>
                <a:lnTo>
                  <a:pt x="2435" y="477"/>
                </a:lnTo>
                <a:lnTo>
                  <a:pt x="2435" y="494"/>
                </a:lnTo>
                <a:lnTo>
                  <a:pt x="2452" y="521"/>
                </a:lnTo>
                <a:lnTo>
                  <a:pt x="2479" y="556"/>
                </a:lnTo>
                <a:lnTo>
                  <a:pt x="2523" y="618"/>
                </a:lnTo>
                <a:lnTo>
                  <a:pt x="2541" y="680"/>
                </a:lnTo>
                <a:lnTo>
                  <a:pt x="2549" y="732"/>
                </a:lnTo>
                <a:lnTo>
                  <a:pt x="2549" y="741"/>
                </a:lnTo>
                <a:lnTo>
                  <a:pt x="2541" y="741"/>
                </a:lnTo>
                <a:lnTo>
                  <a:pt x="2532" y="741"/>
                </a:lnTo>
                <a:lnTo>
                  <a:pt x="2461" y="732"/>
                </a:lnTo>
                <a:lnTo>
                  <a:pt x="2399" y="715"/>
                </a:lnTo>
                <a:lnTo>
                  <a:pt x="2320" y="697"/>
                </a:lnTo>
                <a:lnTo>
                  <a:pt x="2205" y="688"/>
                </a:lnTo>
                <a:lnTo>
                  <a:pt x="2188" y="688"/>
                </a:lnTo>
                <a:lnTo>
                  <a:pt x="2179" y="697"/>
                </a:lnTo>
                <a:lnTo>
                  <a:pt x="2179" y="706"/>
                </a:lnTo>
                <a:lnTo>
                  <a:pt x="2179" y="724"/>
                </a:lnTo>
                <a:lnTo>
                  <a:pt x="2214" y="812"/>
                </a:lnTo>
                <a:lnTo>
                  <a:pt x="2232" y="856"/>
                </a:lnTo>
                <a:lnTo>
                  <a:pt x="2258" y="927"/>
                </a:lnTo>
                <a:lnTo>
                  <a:pt x="2276" y="971"/>
                </a:lnTo>
                <a:lnTo>
                  <a:pt x="2276" y="997"/>
                </a:lnTo>
                <a:lnTo>
                  <a:pt x="2276" y="1024"/>
                </a:lnTo>
                <a:lnTo>
                  <a:pt x="2276" y="1032"/>
                </a:lnTo>
                <a:lnTo>
                  <a:pt x="2267" y="1032"/>
                </a:lnTo>
                <a:lnTo>
                  <a:pt x="2241" y="1024"/>
                </a:lnTo>
                <a:lnTo>
                  <a:pt x="2188" y="1006"/>
                </a:lnTo>
                <a:lnTo>
                  <a:pt x="2117" y="962"/>
                </a:lnTo>
                <a:lnTo>
                  <a:pt x="2046" y="918"/>
                </a:lnTo>
                <a:lnTo>
                  <a:pt x="2002" y="900"/>
                </a:lnTo>
                <a:lnTo>
                  <a:pt x="1958" y="891"/>
                </a:lnTo>
                <a:lnTo>
                  <a:pt x="1949" y="891"/>
                </a:lnTo>
                <a:lnTo>
                  <a:pt x="1923" y="891"/>
                </a:lnTo>
                <a:lnTo>
                  <a:pt x="1914" y="900"/>
                </a:lnTo>
                <a:lnTo>
                  <a:pt x="1905" y="918"/>
                </a:lnTo>
                <a:lnTo>
                  <a:pt x="1914" y="944"/>
                </a:lnTo>
                <a:lnTo>
                  <a:pt x="1976" y="1068"/>
                </a:lnTo>
                <a:lnTo>
                  <a:pt x="1993" y="1121"/>
                </a:lnTo>
                <a:lnTo>
                  <a:pt x="2002" y="1174"/>
                </a:lnTo>
                <a:lnTo>
                  <a:pt x="2002" y="1182"/>
                </a:lnTo>
                <a:lnTo>
                  <a:pt x="1993" y="1182"/>
                </a:lnTo>
                <a:lnTo>
                  <a:pt x="1967" y="1174"/>
                </a:lnTo>
                <a:lnTo>
                  <a:pt x="1914" y="1156"/>
                </a:lnTo>
                <a:lnTo>
                  <a:pt x="1879" y="1138"/>
                </a:lnTo>
                <a:lnTo>
                  <a:pt x="1835" y="1130"/>
                </a:lnTo>
                <a:lnTo>
                  <a:pt x="1746" y="1130"/>
                </a:lnTo>
                <a:lnTo>
                  <a:pt x="1711" y="1130"/>
                </a:lnTo>
                <a:lnTo>
                  <a:pt x="1702" y="1130"/>
                </a:lnTo>
                <a:lnTo>
                  <a:pt x="1676" y="1138"/>
                </a:lnTo>
                <a:lnTo>
                  <a:pt x="1676" y="1165"/>
                </a:lnTo>
                <a:lnTo>
                  <a:pt x="1676" y="1191"/>
                </a:lnTo>
                <a:lnTo>
                  <a:pt x="1693" y="1244"/>
                </a:lnTo>
                <a:lnTo>
                  <a:pt x="1702" y="1297"/>
                </a:lnTo>
                <a:lnTo>
                  <a:pt x="1711" y="1394"/>
                </a:lnTo>
                <a:lnTo>
                  <a:pt x="1711" y="1403"/>
                </a:lnTo>
                <a:lnTo>
                  <a:pt x="1702" y="1403"/>
                </a:lnTo>
                <a:lnTo>
                  <a:pt x="1685" y="1385"/>
                </a:lnTo>
                <a:lnTo>
                  <a:pt x="1649" y="1377"/>
                </a:lnTo>
                <a:lnTo>
                  <a:pt x="1623" y="1359"/>
                </a:lnTo>
                <a:lnTo>
                  <a:pt x="1579" y="1359"/>
                </a:lnTo>
                <a:lnTo>
                  <a:pt x="1508" y="1368"/>
                </a:lnTo>
                <a:lnTo>
                  <a:pt x="1490" y="1368"/>
                </a:lnTo>
                <a:lnTo>
                  <a:pt x="1473" y="1377"/>
                </a:lnTo>
                <a:lnTo>
                  <a:pt x="1455" y="1385"/>
                </a:lnTo>
                <a:lnTo>
                  <a:pt x="1455" y="1394"/>
                </a:lnTo>
                <a:lnTo>
                  <a:pt x="1455" y="1421"/>
                </a:lnTo>
                <a:lnTo>
                  <a:pt x="1455" y="1438"/>
                </a:lnTo>
                <a:lnTo>
                  <a:pt x="1464" y="1456"/>
                </a:lnTo>
                <a:lnTo>
                  <a:pt x="1464" y="1474"/>
                </a:lnTo>
                <a:lnTo>
                  <a:pt x="1455" y="1518"/>
                </a:lnTo>
                <a:lnTo>
                  <a:pt x="1455" y="1553"/>
                </a:lnTo>
                <a:lnTo>
                  <a:pt x="1464" y="1580"/>
                </a:lnTo>
                <a:lnTo>
                  <a:pt x="1464" y="1597"/>
                </a:lnTo>
                <a:lnTo>
                  <a:pt x="1473" y="1615"/>
                </a:lnTo>
                <a:lnTo>
                  <a:pt x="1508" y="1632"/>
                </a:lnTo>
                <a:lnTo>
                  <a:pt x="1543" y="1641"/>
                </a:lnTo>
                <a:lnTo>
                  <a:pt x="1588" y="1650"/>
                </a:lnTo>
                <a:lnTo>
                  <a:pt x="1685" y="1650"/>
                </a:lnTo>
                <a:lnTo>
                  <a:pt x="1702" y="1650"/>
                </a:lnTo>
                <a:lnTo>
                  <a:pt x="1746" y="1659"/>
                </a:lnTo>
                <a:lnTo>
                  <a:pt x="1790" y="1668"/>
                </a:lnTo>
                <a:lnTo>
                  <a:pt x="1808" y="1668"/>
                </a:lnTo>
                <a:lnTo>
                  <a:pt x="1843" y="1659"/>
                </a:lnTo>
                <a:lnTo>
                  <a:pt x="1852" y="1650"/>
                </a:lnTo>
                <a:lnTo>
                  <a:pt x="1870" y="1641"/>
                </a:lnTo>
                <a:lnTo>
                  <a:pt x="1870" y="1632"/>
                </a:lnTo>
                <a:lnTo>
                  <a:pt x="1861" y="1606"/>
                </a:lnTo>
                <a:lnTo>
                  <a:pt x="1861" y="1580"/>
                </a:lnTo>
                <a:lnTo>
                  <a:pt x="1870" y="1562"/>
                </a:lnTo>
                <a:lnTo>
                  <a:pt x="1879" y="1544"/>
                </a:lnTo>
                <a:lnTo>
                  <a:pt x="1896" y="1527"/>
                </a:lnTo>
                <a:lnTo>
                  <a:pt x="1896" y="1518"/>
                </a:lnTo>
                <a:lnTo>
                  <a:pt x="1905" y="1527"/>
                </a:lnTo>
                <a:lnTo>
                  <a:pt x="1949" y="1580"/>
                </a:lnTo>
                <a:lnTo>
                  <a:pt x="1976" y="1632"/>
                </a:lnTo>
                <a:lnTo>
                  <a:pt x="1985" y="1641"/>
                </a:lnTo>
                <a:lnTo>
                  <a:pt x="2002" y="1650"/>
                </a:lnTo>
                <a:lnTo>
                  <a:pt x="2011" y="1659"/>
                </a:lnTo>
                <a:lnTo>
                  <a:pt x="2029" y="1668"/>
                </a:lnTo>
                <a:lnTo>
                  <a:pt x="2082" y="1668"/>
                </a:lnTo>
                <a:lnTo>
                  <a:pt x="2126" y="1641"/>
                </a:lnTo>
                <a:lnTo>
                  <a:pt x="2161" y="1597"/>
                </a:lnTo>
                <a:lnTo>
                  <a:pt x="2179" y="1580"/>
                </a:lnTo>
                <a:lnTo>
                  <a:pt x="2196" y="1562"/>
                </a:lnTo>
                <a:lnTo>
                  <a:pt x="2249" y="1465"/>
                </a:lnTo>
                <a:lnTo>
                  <a:pt x="2285" y="1412"/>
                </a:lnTo>
                <a:lnTo>
                  <a:pt x="2285" y="1403"/>
                </a:lnTo>
                <a:lnTo>
                  <a:pt x="2293" y="1412"/>
                </a:lnTo>
                <a:lnTo>
                  <a:pt x="2311" y="1430"/>
                </a:lnTo>
                <a:lnTo>
                  <a:pt x="2338" y="1465"/>
                </a:lnTo>
                <a:lnTo>
                  <a:pt x="2382" y="1527"/>
                </a:lnTo>
                <a:lnTo>
                  <a:pt x="2435" y="1606"/>
                </a:lnTo>
                <a:lnTo>
                  <a:pt x="2461" y="1624"/>
                </a:lnTo>
                <a:lnTo>
                  <a:pt x="2488" y="1641"/>
                </a:lnTo>
                <a:lnTo>
                  <a:pt x="2505" y="1641"/>
                </a:lnTo>
                <a:lnTo>
                  <a:pt x="2532" y="1632"/>
                </a:lnTo>
                <a:lnTo>
                  <a:pt x="2549" y="1624"/>
                </a:lnTo>
                <a:lnTo>
                  <a:pt x="2576" y="1606"/>
                </a:lnTo>
                <a:lnTo>
                  <a:pt x="2593" y="1588"/>
                </a:lnTo>
                <a:lnTo>
                  <a:pt x="2646" y="1474"/>
                </a:lnTo>
                <a:lnTo>
                  <a:pt x="2655" y="1447"/>
                </a:lnTo>
                <a:lnTo>
                  <a:pt x="2673" y="1412"/>
                </a:lnTo>
                <a:lnTo>
                  <a:pt x="2691" y="1368"/>
                </a:lnTo>
                <a:lnTo>
                  <a:pt x="2699" y="1368"/>
                </a:lnTo>
                <a:lnTo>
                  <a:pt x="2708" y="1368"/>
                </a:lnTo>
                <a:lnTo>
                  <a:pt x="2717" y="1385"/>
                </a:lnTo>
                <a:lnTo>
                  <a:pt x="2743" y="1421"/>
                </a:lnTo>
                <a:lnTo>
                  <a:pt x="2779" y="1474"/>
                </a:lnTo>
                <a:lnTo>
                  <a:pt x="2814" y="1527"/>
                </a:lnTo>
                <a:lnTo>
                  <a:pt x="2832" y="1544"/>
                </a:lnTo>
                <a:lnTo>
                  <a:pt x="2858" y="1562"/>
                </a:lnTo>
                <a:lnTo>
                  <a:pt x="2946" y="1562"/>
                </a:lnTo>
                <a:lnTo>
                  <a:pt x="2955" y="1562"/>
                </a:lnTo>
                <a:lnTo>
                  <a:pt x="2973" y="1544"/>
                </a:lnTo>
                <a:lnTo>
                  <a:pt x="2982" y="1535"/>
                </a:lnTo>
                <a:lnTo>
                  <a:pt x="2999" y="1527"/>
                </a:lnTo>
                <a:lnTo>
                  <a:pt x="3026" y="1421"/>
                </a:lnTo>
                <a:lnTo>
                  <a:pt x="3043" y="1412"/>
                </a:lnTo>
                <a:lnTo>
                  <a:pt x="3088" y="1518"/>
                </a:lnTo>
                <a:lnTo>
                  <a:pt x="3096" y="1527"/>
                </a:lnTo>
                <a:lnTo>
                  <a:pt x="3123" y="1580"/>
                </a:lnTo>
                <a:lnTo>
                  <a:pt x="3141" y="1597"/>
                </a:lnTo>
                <a:lnTo>
                  <a:pt x="3158" y="1615"/>
                </a:lnTo>
                <a:lnTo>
                  <a:pt x="3185" y="1624"/>
                </a:lnTo>
                <a:lnTo>
                  <a:pt x="3202" y="1632"/>
                </a:lnTo>
                <a:lnTo>
                  <a:pt x="3370" y="1650"/>
                </a:lnTo>
                <a:lnTo>
                  <a:pt x="3396" y="1650"/>
                </a:lnTo>
                <a:lnTo>
                  <a:pt x="3405" y="1641"/>
                </a:lnTo>
                <a:lnTo>
                  <a:pt x="3432" y="1641"/>
                </a:lnTo>
                <a:close/>
                <a:moveTo>
                  <a:pt x="1782" y="1580"/>
                </a:moveTo>
                <a:lnTo>
                  <a:pt x="1782" y="1580"/>
                </a:lnTo>
                <a:lnTo>
                  <a:pt x="1729" y="1588"/>
                </a:lnTo>
                <a:lnTo>
                  <a:pt x="1667" y="1580"/>
                </a:lnTo>
                <a:lnTo>
                  <a:pt x="1614" y="1571"/>
                </a:lnTo>
                <a:lnTo>
                  <a:pt x="1588" y="1562"/>
                </a:lnTo>
                <a:lnTo>
                  <a:pt x="1579" y="1553"/>
                </a:lnTo>
                <a:lnTo>
                  <a:pt x="1570" y="1544"/>
                </a:lnTo>
                <a:lnTo>
                  <a:pt x="1570" y="1518"/>
                </a:lnTo>
                <a:lnTo>
                  <a:pt x="1579" y="1456"/>
                </a:lnTo>
                <a:lnTo>
                  <a:pt x="1579" y="1421"/>
                </a:lnTo>
                <a:lnTo>
                  <a:pt x="1579" y="1412"/>
                </a:lnTo>
                <a:lnTo>
                  <a:pt x="1588" y="1412"/>
                </a:lnTo>
                <a:lnTo>
                  <a:pt x="1605" y="1421"/>
                </a:lnTo>
                <a:lnTo>
                  <a:pt x="1632" y="1430"/>
                </a:lnTo>
                <a:lnTo>
                  <a:pt x="1667" y="1456"/>
                </a:lnTo>
                <a:lnTo>
                  <a:pt x="1711" y="1491"/>
                </a:lnTo>
                <a:lnTo>
                  <a:pt x="1764" y="1518"/>
                </a:lnTo>
                <a:lnTo>
                  <a:pt x="1790" y="1527"/>
                </a:lnTo>
                <a:lnTo>
                  <a:pt x="1782" y="1580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612" name="TextBox 2"/>
          <p:cNvSpPr txBox="1">
            <a:spLocks noChangeArrowheads="1"/>
          </p:cNvSpPr>
          <p:nvPr/>
        </p:nvSpPr>
        <p:spPr bwMode="auto">
          <a:xfrm>
            <a:off x="3584575" y="1047750"/>
            <a:ext cx="19748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It’s scary!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021013" y="4238625"/>
            <a:ext cx="31019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Is it dangerous?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976438" y="285750"/>
            <a:ext cx="5191125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1. Control your fears</a:t>
            </a:r>
          </a:p>
        </p:txBody>
      </p:sp>
      <p:grpSp>
        <p:nvGrpSpPr>
          <p:cNvPr id="68615" name="Group 17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19" name="Rectangle 18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68618" name="Picture 20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19" name="Picture 21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8620" name="Picture 22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985968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1371600" y="771525"/>
            <a:ext cx="5954713" cy="3644900"/>
            <a:chOff x="2209801" y="1581150"/>
            <a:chExt cx="4365816" cy="2671826"/>
          </a:xfrm>
        </p:grpSpPr>
        <p:sp>
          <p:nvSpPr>
            <p:cNvPr id="25" name="Freeform 21"/>
            <p:cNvSpPr>
              <a:spLocks noChangeArrowheads="1"/>
            </p:cNvSpPr>
            <p:nvPr/>
          </p:nvSpPr>
          <p:spPr bwMode="auto">
            <a:xfrm>
              <a:off x="4322293" y="3618767"/>
              <a:ext cx="173422" cy="624900"/>
            </a:xfrm>
            <a:custGeom>
              <a:avLst/>
              <a:gdLst>
                <a:gd name="T0" fmla="*/ 169429165 w 168"/>
                <a:gd name="T1" fmla="*/ 571910352 h 601"/>
                <a:gd name="T2" fmla="*/ 169429165 w 168"/>
                <a:gd name="T3" fmla="*/ 571910352 h 601"/>
                <a:gd name="T4" fmla="*/ 169429165 w 168"/>
                <a:gd name="T5" fmla="*/ 553531429 h 601"/>
                <a:gd name="T6" fmla="*/ 159838309 w 168"/>
                <a:gd name="T7" fmla="*/ 534071149 h 601"/>
                <a:gd name="T8" fmla="*/ 159838309 w 168"/>
                <a:gd name="T9" fmla="*/ 534071149 h 601"/>
                <a:gd name="T10" fmla="*/ 159838309 w 168"/>
                <a:gd name="T11" fmla="*/ 486501806 h 601"/>
                <a:gd name="T12" fmla="*/ 159838309 w 168"/>
                <a:gd name="T13" fmla="*/ 486501806 h 601"/>
                <a:gd name="T14" fmla="*/ 159838309 w 168"/>
                <a:gd name="T15" fmla="*/ 401094300 h 601"/>
                <a:gd name="T16" fmla="*/ 159838309 w 168"/>
                <a:gd name="T17" fmla="*/ 401094300 h 601"/>
                <a:gd name="T18" fmla="*/ 150248485 w 168"/>
                <a:gd name="T19" fmla="*/ 257305954 h 601"/>
                <a:gd name="T20" fmla="*/ 150248485 w 168"/>
                <a:gd name="T21" fmla="*/ 124328066 h 601"/>
                <a:gd name="T22" fmla="*/ 150248485 w 168"/>
                <a:gd name="T23" fmla="*/ 114597926 h 601"/>
                <a:gd name="T24" fmla="*/ 150248485 w 168"/>
                <a:gd name="T25" fmla="*/ 114597926 h 601"/>
                <a:gd name="T26" fmla="*/ 140657629 w 168"/>
                <a:gd name="T27" fmla="*/ 57299483 h 601"/>
                <a:gd name="T28" fmla="*/ 112952433 w 168"/>
                <a:gd name="T29" fmla="*/ 9730140 h 601"/>
                <a:gd name="T30" fmla="*/ 112952433 w 168"/>
                <a:gd name="T31" fmla="*/ 0 h 601"/>
                <a:gd name="T32" fmla="*/ 103362609 w 168"/>
                <a:gd name="T33" fmla="*/ 0 h 601"/>
                <a:gd name="T34" fmla="*/ 103362609 w 168"/>
                <a:gd name="T35" fmla="*/ 0 h 601"/>
                <a:gd name="T36" fmla="*/ 74591073 w 168"/>
                <a:gd name="T37" fmla="*/ 9730140 h 601"/>
                <a:gd name="T38" fmla="*/ 74591073 w 168"/>
                <a:gd name="T39" fmla="*/ 9730140 h 601"/>
                <a:gd name="T40" fmla="*/ 18115373 w 168"/>
                <a:gd name="T41" fmla="*/ 19460280 h 601"/>
                <a:gd name="T42" fmla="*/ 0 w 168"/>
                <a:gd name="T43" fmla="*/ 19460280 h 601"/>
                <a:gd name="T44" fmla="*/ 9589824 w 168"/>
                <a:gd name="T45" fmla="*/ 29190420 h 601"/>
                <a:gd name="T46" fmla="*/ 9589824 w 168"/>
                <a:gd name="T47" fmla="*/ 29190420 h 601"/>
                <a:gd name="T48" fmla="*/ 18115373 w 168"/>
                <a:gd name="T49" fmla="*/ 171897409 h 601"/>
                <a:gd name="T50" fmla="*/ 18115373 w 168"/>
                <a:gd name="T51" fmla="*/ 171897409 h 601"/>
                <a:gd name="T52" fmla="*/ 27705197 w 168"/>
                <a:gd name="T53" fmla="*/ 276765195 h 601"/>
                <a:gd name="T54" fmla="*/ 37296053 w 168"/>
                <a:gd name="T55" fmla="*/ 381634020 h 601"/>
                <a:gd name="T56" fmla="*/ 37296053 w 168"/>
                <a:gd name="T57" fmla="*/ 381634020 h 601"/>
                <a:gd name="T58" fmla="*/ 37296053 w 168"/>
                <a:gd name="T59" fmla="*/ 381634020 h 601"/>
                <a:gd name="T60" fmla="*/ 37296053 w 168"/>
                <a:gd name="T61" fmla="*/ 381634020 h 601"/>
                <a:gd name="T62" fmla="*/ 37296053 w 168"/>
                <a:gd name="T63" fmla="*/ 419473223 h 601"/>
                <a:gd name="T64" fmla="*/ 37296053 w 168"/>
                <a:gd name="T65" fmla="*/ 419473223 h 601"/>
                <a:gd name="T66" fmla="*/ 37296053 w 168"/>
                <a:gd name="T67" fmla="*/ 458392744 h 601"/>
                <a:gd name="T68" fmla="*/ 37296053 w 168"/>
                <a:gd name="T69" fmla="*/ 458392744 h 601"/>
                <a:gd name="T70" fmla="*/ 46885876 w 168"/>
                <a:gd name="T71" fmla="*/ 505962086 h 601"/>
                <a:gd name="T72" fmla="*/ 46885876 w 168"/>
                <a:gd name="T73" fmla="*/ 505962086 h 601"/>
                <a:gd name="T74" fmla="*/ 46885876 w 168"/>
                <a:gd name="T75" fmla="*/ 524341009 h 601"/>
                <a:gd name="T76" fmla="*/ 46885876 w 168"/>
                <a:gd name="T77" fmla="*/ 524341009 h 601"/>
                <a:gd name="T78" fmla="*/ 46885876 w 168"/>
                <a:gd name="T79" fmla="*/ 571910352 h 601"/>
                <a:gd name="T80" fmla="*/ 46885876 w 168"/>
                <a:gd name="T81" fmla="*/ 571910352 h 601"/>
                <a:gd name="T82" fmla="*/ 56476732 w 168"/>
                <a:gd name="T83" fmla="*/ 610829872 h 601"/>
                <a:gd name="T84" fmla="*/ 66066556 w 168"/>
                <a:gd name="T85" fmla="*/ 638938935 h 601"/>
                <a:gd name="T86" fmla="*/ 66066556 w 168"/>
                <a:gd name="T87" fmla="*/ 638938935 h 601"/>
                <a:gd name="T88" fmla="*/ 74591073 w 168"/>
                <a:gd name="T89" fmla="*/ 638938935 h 601"/>
                <a:gd name="T90" fmla="*/ 74591073 w 168"/>
                <a:gd name="T91" fmla="*/ 638938935 h 601"/>
                <a:gd name="T92" fmla="*/ 112952433 w 168"/>
                <a:gd name="T93" fmla="*/ 638938935 h 601"/>
                <a:gd name="T94" fmla="*/ 112952433 w 168"/>
                <a:gd name="T95" fmla="*/ 638938935 h 601"/>
                <a:gd name="T96" fmla="*/ 140657629 w 168"/>
                <a:gd name="T97" fmla="*/ 648669075 h 601"/>
                <a:gd name="T98" fmla="*/ 140657629 w 168"/>
                <a:gd name="T99" fmla="*/ 629208795 h 601"/>
                <a:gd name="T100" fmla="*/ 140657629 w 168"/>
                <a:gd name="T101" fmla="*/ 629208795 h 601"/>
                <a:gd name="T102" fmla="*/ 159838309 w 168"/>
                <a:gd name="T103" fmla="*/ 629208795 h 601"/>
                <a:gd name="T104" fmla="*/ 159838309 w 168"/>
                <a:gd name="T105" fmla="*/ 629208795 h 601"/>
                <a:gd name="T106" fmla="*/ 177953682 w 168"/>
                <a:gd name="T107" fmla="*/ 629208795 h 601"/>
                <a:gd name="T108" fmla="*/ 177953682 w 168"/>
                <a:gd name="T109" fmla="*/ 629208795 h 601"/>
                <a:gd name="T110" fmla="*/ 177953682 w 168"/>
                <a:gd name="T111" fmla="*/ 601099732 h 601"/>
                <a:gd name="T112" fmla="*/ 177953682 w 168"/>
                <a:gd name="T113" fmla="*/ 601099732 h 601"/>
                <a:gd name="T114" fmla="*/ 177953682 w 168"/>
                <a:gd name="T115" fmla="*/ 591370632 h 601"/>
                <a:gd name="T116" fmla="*/ 177953682 w 168"/>
                <a:gd name="T117" fmla="*/ 591370632 h 601"/>
                <a:gd name="T118" fmla="*/ 169429165 w 168"/>
                <a:gd name="T119" fmla="*/ 571910352 h 60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68" h="601">
                  <a:moveTo>
                    <a:pt x="159" y="529"/>
                  </a:moveTo>
                  <a:lnTo>
                    <a:pt x="159" y="529"/>
                  </a:lnTo>
                  <a:lnTo>
                    <a:pt x="159" y="512"/>
                  </a:lnTo>
                  <a:lnTo>
                    <a:pt x="150" y="494"/>
                  </a:lnTo>
                  <a:lnTo>
                    <a:pt x="150" y="450"/>
                  </a:lnTo>
                  <a:lnTo>
                    <a:pt x="150" y="371"/>
                  </a:lnTo>
                  <a:lnTo>
                    <a:pt x="141" y="238"/>
                  </a:lnTo>
                  <a:lnTo>
                    <a:pt x="141" y="115"/>
                  </a:lnTo>
                  <a:lnTo>
                    <a:pt x="141" y="106"/>
                  </a:lnTo>
                  <a:lnTo>
                    <a:pt x="132" y="53"/>
                  </a:lnTo>
                  <a:lnTo>
                    <a:pt x="106" y="9"/>
                  </a:lnTo>
                  <a:lnTo>
                    <a:pt x="106" y="0"/>
                  </a:lnTo>
                  <a:lnTo>
                    <a:pt x="97" y="0"/>
                  </a:lnTo>
                  <a:lnTo>
                    <a:pt x="70" y="9"/>
                  </a:lnTo>
                  <a:lnTo>
                    <a:pt x="17" y="18"/>
                  </a:lnTo>
                  <a:lnTo>
                    <a:pt x="0" y="18"/>
                  </a:lnTo>
                  <a:lnTo>
                    <a:pt x="9" y="27"/>
                  </a:lnTo>
                  <a:lnTo>
                    <a:pt x="17" y="159"/>
                  </a:lnTo>
                  <a:lnTo>
                    <a:pt x="26" y="256"/>
                  </a:lnTo>
                  <a:lnTo>
                    <a:pt x="35" y="353"/>
                  </a:lnTo>
                  <a:lnTo>
                    <a:pt x="35" y="388"/>
                  </a:lnTo>
                  <a:lnTo>
                    <a:pt x="35" y="424"/>
                  </a:lnTo>
                  <a:lnTo>
                    <a:pt x="44" y="468"/>
                  </a:lnTo>
                  <a:lnTo>
                    <a:pt x="44" y="485"/>
                  </a:lnTo>
                  <a:lnTo>
                    <a:pt x="44" y="529"/>
                  </a:lnTo>
                  <a:lnTo>
                    <a:pt x="53" y="565"/>
                  </a:lnTo>
                  <a:lnTo>
                    <a:pt x="62" y="591"/>
                  </a:lnTo>
                  <a:lnTo>
                    <a:pt x="70" y="591"/>
                  </a:lnTo>
                  <a:lnTo>
                    <a:pt x="106" y="591"/>
                  </a:lnTo>
                  <a:lnTo>
                    <a:pt x="132" y="600"/>
                  </a:lnTo>
                  <a:lnTo>
                    <a:pt x="132" y="582"/>
                  </a:lnTo>
                  <a:lnTo>
                    <a:pt x="150" y="582"/>
                  </a:lnTo>
                  <a:lnTo>
                    <a:pt x="167" y="582"/>
                  </a:lnTo>
                  <a:lnTo>
                    <a:pt x="167" y="556"/>
                  </a:lnTo>
                  <a:lnTo>
                    <a:pt x="167" y="547"/>
                  </a:lnTo>
                  <a:lnTo>
                    <a:pt x="159" y="529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2"/>
            <p:cNvSpPr>
              <a:spLocks noChangeArrowheads="1"/>
            </p:cNvSpPr>
            <p:nvPr/>
          </p:nvSpPr>
          <p:spPr bwMode="auto">
            <a:xfrm>
              <a:off x="2209801" y="1581150"/>
              <a:ext cx="4365816" cy="2671826"/>
            </a:xfrm>
            <a:custGeom>
              <a:avLst/>
              <a:gdLst>
                <a:gd name="T0" fmla="*/ 1024990908 w 4192"/>
                <a:gd name="T1" fmla="*/ 2147483646 h 2568"/>
                <a:gd name="T2" fmla="*/ 1283137484 w 4192"/>
                <a:gd name="T3" fmla="*/ 2147483646 h 2568"/>
                <a:gd name="T4" fmla="*/ 1415463784 w 4192"/>
                <a:gd name="T5" fmla="*/ 2147483646 h 2568"/>
                <a:gd name="T6" fmla="*/ 1235412408 w 4192"/>
                <a:gd name="T7" fmla="*/ 2147483646 h 2568"/>
                <a:gd name="T8" fmla="*/ 1168164053 w 4192"/>
                <a:gd name="T9" fmla="*/ 1842408183 h 2568"/>
                <a:gd name="T10" fmla="*/ 1062953303 w 4192"/>
                <a:gd name="T11" fmla="*/ 1852150776 h 2568"/>
                <a:gd name="T12" fmla="*/ 1100916740 w 4192"/>
                <a:gd name="T13" fmla="*/ 2147483646 h 2568"/>
                <a:gd name="T14" fmla="*/ 938219274 w 4192"/>
                <a:gd name="T15" fmla="*/ 2147483646 h 2568"/>
                <a:gd name="T16" fmla="*/ 833008524 w 4192"/>
                <a:gd name="T17" fmla="*/ 2147483646 h 2568"/>
                <a:gd name="T18" fmla="*/ 813485245 w 4192"/>
                <a:gd name="T19" fmla="*/ 1986379860 h 2568"/>
                <a:gd name="T20" fmla="*/ 765760169 w 4192"/>
                <a:gd name="T21" fmla="*/ 1699518554 h 2568"/>
                <a:gd name="T22" fmla="*/ 680073740 w 4192"/>
                <a:gd name="T23" fmla="*/ 1365027372 h 2568"/>
                <a:gd name="T24" fmla="*/ 622587024 w 4192"/>
                <a:gd name="T25" fmla="*/ 831357180 h 2568"/>
                <a:gd name="T26" fmla="*/ 900256879 w 4192"/>
                <a:gd name="T27" fmla="*/ 286861306 h 2568"/>
                <a:gd name="T28" fmla="*/ 1387263029 w 4192"/>
                <a:gd name="T29" fmla="*/ 152632222 h 2568"/>
                <a:gd name="T30" fmla="*/ 2056489924 w 4192"/>
                <a:gd name="T31" fmla="*/ 229488837 h 2568"/>
                <a:gd name="T32" fmla="*/ 2147483646 w 4192"/>
                <a:gd name="T33" fmla="*/ 286861306 h 2568"/>
                <a:gd name="T34" fmla="*/ 2147483646 w 4192"/>
                <a:gd name="T35" fmla="*/ 429750935 h 2568"/>
                <a:gd name="T36" fmla="*/ 2147483646 w 4192"/>
                <a:gd name="T37" fmla="*/ 811871994 h 2568"/>
                <a:gd name="T38" fmla="*/ 2147483646 w 4192"/>
                <a:gd name="T39" fmla="*/ 946101078 h 2568"/>
                <a:gd name="T40" fmla="*/ 2147483646 w 4192"/>
                <a:gd name="T41" fmla="*/ 878987056 h 2568"/>
                <a:gd name="T42" fmla="*/ 2147483646 w 4192"/>
                <a:gd name="T43" fmla="*/ 687384462 h 2568"/>
                <a:gd name="T44" fmla="*/ 2147483646 w 4192"/>
                <a:gd name="T45" fmla="*/ 372378466 h 2568"/>
                <a:gd name="T46" fmla="*/ 2147483646 w 4192"/>
                <a:gd name="T47" fmla="*/ 76857655 h 2568"/>
                <a:gd name="T48" fmla="*/ 2147483646 w 4192"/>
                <a:gd name="T49" fmla="*/ 200262098 h 2568"/>
                <a:gd name="T50" fmla="*/ 2147483646 w 4192"/>
                <a:gd name="T51" fmla="*/ 219746244 h 2568"/>
                <a:gd name="T52" fmla="*/ 2147483646 w 4192"/>
                <a:gd name="T53" fmla="*/ 631095081 h 2568"/>
                <a:gd name="T54" fmla="*/ 2147483646 w 4192"/>
                <a:gd name="T55" fmla="*/ 974246809 h 2568"/>
                <a:gd name="T56" fmla="*/ 2147483646 w 4192"/>
                <a:gd name="T57" fmla="*/ 1499256456 h 2568"/>
                <a:gd name="T58" fmla="*/ 2147483646 w 4192"/>
                <a:gd name="T59" fmla="*/ 1604258802 h 2568"/>
                <a:gd name="T60" fmla="*/ 2147483646 w 4192"/>
                <a:gd name="T61" fmla="*/ 1661631271 h 2568"/>
                <a:gd name="T62" fmla="*/ 2147483646 w 4192"/>
                <a:gd name="T63" fmla="*/ 1222137743 h 2568"/>
                <a:gd name="T64" fmla="*/ 2147483646 w 4192"/>
                <a:gd name="T65" fmla="*/ 1202652557 h 2568"/>
                <a:gd name="T66" fmla="*/ 2147483646 w 4192"/>
                <a:gd name="T67" fmla="*/ 1250282433 h 2568"/>
                <a:gd name="T68" fmla="*/ 2147483646 w 4192"/>
                <a:gd name="T69" fmla="*/ 1584774656 h 2568"/>
                <a:gd name="T70" fmla="*/ 2147483646 w 4192"/>
                <a:gd name="T71" fmla="*/ 1756891023 h 2568"/>
                <a:gd name="T72" fmla="*/ 2147483646 w 4192"/>
                <a:gd name="T73" fmla="*/ 1709261147 h 2568"/>
                <a:gd name="T74" fmla="*/ 2147483646 w 4192"/>
                <a:gd name="T75" fmla="*/ 1546886332 h 2568"/>
                <a:gd name="T76" fmla="*/ 2147483646 w 4192"/>
                <a:gd name="T77" fmla="*/ 1402914655 h 2568"/>
                <a:gd name="T78" fmla="*/ 2147483646 w 4192"/>
                <a:gd name="T79" fmla="*/ 1365027372 h 2568"/>
                <a:gd name="T80" fmla="*/ 2147483646 w 4192"/>
                <a:gd name="T81" fmla="*/ 1069506561 h 2568"/>
                <a:gd name="T82" fmla="*/ 2147483646 w 4192"/>
                <a:gd name="T83" fmla="*/ 534753281 h 2568"/>
                <a:gd name="T84" fmla="*/ 2147483646 w 4192"/>
                <a:gd name="T85" fmla="*/ 114744939 h 2568"/>
                <a:gd name="T86" fmla="*/ 2147483646 w 4192"/>
                <a:gd name="T87" fmla="*/ 86599208 h 2568"/>
                <a:gd name="T88" fmla="*/ 2147483646 w 4192"/>
                <a:gd name="T89" fmla="*/ 37887283 h 2568"/>
                <a:gd name="T90" fmla="*/ 2147483646 w 4192"/>
                <a:gd name="T91" fmla="*/ 181858960 h 2568"/>
                <a:gd name="T92" fmla="*/ 2147483646 w 4192"/>
                <a:gd name="T93" fmla="*/ 181858960 h 2568"/>
                <a:gd name="T94" fmla="*/ 1492473779 w 4192"/>
                <a:gd name="T95" fmla="*/ 67115062 h 2568"/>
                <a:gd name="T96" fmla="*/ 804807769 w 4192"/>
                <a:gd name="T97" fmla="*/ 286861306 h 2568"/>
                <a:gd name="T98" fmla="*/ 603063745 w 4192"/>
                <a:gd name="T99" fmla="*/ 239231430 h 2568"/>
                <a:gd name="T100" fmla="*/ 220183140 w 4192"/>
                <a:gd name="T101" fmla="*/ 200262098 h 2568"/>
                <a:gd name="T102" fmla="*/ 86771634 w 4192"/>
                <a:gd name="T103" fmla="*/ 124487532 h 2568"/>
                <a:gd name="T104" fmla="*/ 47724034 w 4192"/>
                <a:gd name="T105" fmla="*/ 334491182 h 2568"/>
                <a:gd name="T106" fmla="*/ 105210750 w 4192"/>
                <a:gd name="T107" fmla="*/ 411348837 h 2568"/>
                <a:gd name="T108" fmla="*/ 267908216 w 4192"/>
                <a:gd name="T109" fmla="*/ 344233775 h 2568"/>
                <a:gd name="T110" fmla="*/ 699597019 w 4192"/>
                <a:gd name="T111" fmla="*/ 382121059 h 2568"/>
                <a:gd name="T112" fmla="*/ 536900595 w 4192"/>
                <a:gd name="T113" fmla="*/ 831357180 h 2568"/>
                <a:gd name="T114" fmla="*/ 680073740 w 4192"/>
                <a:gd name="T115" fmla="*/ 1565289470 h 2568"/>
                <a:gd name="T116" fmla="*/ 747322095 w 4192"/>
                <a:gd name="T117" fmla="*/ 2147483646 h 2568"/>
                <a:gd name="T118" fmla="*/ 765760169 w 4192"/>
                <a:gd name="T119" fmla="*/ 2147483646 h 25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4192" h="2568">
                  <a:moveTo>
                    <a:pt x="706" y="2523"/>
                  </a:moveTo>
                  <a:lnTo>
                    <a:pt x="706" y="2523"/>
                  </a:lnTo>
                  <a:lnTo>
                    <a:pt x="733" y="2540"/>
                  </a:lnTo>
                  <a:lnTo>
                    <a:pt x="768" y="2558"/>
                  </a:lnTo>
                  <a:lnTo>
                    <a:pt x="821" y="2558"/>
                  </a:lnTo>
                  <a:lnTo>
                    <a:pt x="900" y="2567"/>
                  </a:lnTo>
                  <a:lnTo>
                    <a:pt x="945" y="2567"/>
                  </a:lnTo>
                  <a:lnTo>
                    <a:pt x="1033" y="2558"/>
                  </a:lnTo>
                  <a:lnTo>
                    <a:pt x="1042" y="2558"/>
                  </a:lnTo>
                  <a:lnTo>
                    <a:pt x="1059" y="2558"/>
                  </a:lnTo>
                  <a:lnTo>
                    <a:pt x="1086" y="2540"/>
                  </a:lnTo>
                  <a:lnTo>
                    <a:pt x="1112" y="2540"/>
                  </a:lnTo>
                  <a:lnTo>
                    <a:pt x="1147" y="2540"/>
                  </a:lnTo>
                  <a:lnTo>
                    <a:pt x="1183" y="2549"/>
                  </a:lnTo>
                  <a:lnTo>
                    <a:pt x="1217" y="2567"/>
                  </a:lnTo>
                  <a:lnTo>
                    <a:pt x="1314" y="2567"/>
                  </a:lnTo>
                  <a:lnTo>
                    <a:pt x="1305" y="2540"/>
                  </a:lnTo>
                  <a:lnTo>
                    <a:pt x="1305" y="2532"/>
                  </a:lnTo>
                  <a:lnTo>
                    <a:pt x="1305" y="2523"/>
                  </a:lnTo>
                  <a:lnTo>
                    <a:pt x="1305" y="2514"/>
                  </a:lnTo>
                  <a:lnTo>
                    <a:pt x="1314" y="2505"/>
                  </a:lnTo>
                  <a:lnTo>
                    <a:pt x="1314" y="2496"/>
                  </a:lnTo>
                  <a:lnTo>
                    <a:pt x="1288" y="2496"/>
                  </a:lnTo>
                  <a:lnTo>
                    <a:pt x="1174" y="2496"/>
                  </a:lnTo>
                  <a:lnTo>
                    <a:pt x="1156" y="2496"/>
                  </a:lnTo>
                  <a:lnTo>
                    <a:pt x="1139" y="2487"/>
                  </a:lnTo>
                  <a:lnTo>
                    <a:pt x="1121" y="2452"/>
                  </a:lnTo>
                  <a:lnTo>
                    <a:pt x="1112" y="2373"/>
                  </a:lnTo>
                  <a:lnTo>
                    <a:pt x="1103" y="2285"/>
                  </a:lnTo>
                  <a:lnTo>
                    <a:pt x="1103" y="2108"/>
                  </a:lnTo>
                  <a:lnTo>
                    <a:pt x="1112" y="1985"/>
                  </a:lnTo>
                  <a:lnTo>
                    <a:pt x="1103" y="1861"/>
                  </a:lnTo>
                  <a:lnTo>
                    <a:pt x="1077" y="1702"/>
                  </a:lnTo>
                  <a:lnTo>
                    <a:pt x="1068" y="1640"/>
                  </a:lnTo>
                  <a:lnTo>
                    <a:pt x="1042" y="1623"/>
                  </a:lnTo>
                  <a:lnTo>
                    <a:pt x="1015" y="1623"/>
                  </a:lnTo>
                  <a:lnTo>
                    <a:pt x="1006" y="1632"/>
                  </a:lnTo>
                  <a:lnTo>
                    <a:pt x="989" y="1640"/>
                  </a:lnTo>
                  <a:lnTo>
                    <a:pt x="980" y="1658"/>
                  </a:lnTo>
                  <a:lnTo>
                    <a:pt x="971" y="1685"/>
                  </a:lnTo>
                  <a:lnTo>
                    <a:pt x="980" y="1711"/>
                  </a:lnTo>
                  <a:lnTo>
                    <a:pt x="997" y="1790"/>
                  </a:lnTo>
                  <a:lnTo>
                    <a:pt x="1006" y="1879"/>
                  </a:lnTo>
                  <a:lnTo>
                    <a:pt x="1006" y="1958"/>
                  </a:lnTo>
                  <a:lnTo>
                    <a:pt x="997" y="2046"/>
                  </a:lnTo>
                  <a:lnTo>
                    <a:pt x="997" y="2179"/>
                  </a:lnTo>
                  <a:lnTo>
                    <a:pt x="997" y="2240"/>
                  </a:lnTo>
                  <a:lnTo>
                    <a:pt x="1006" y="2302"/>
                  </a:lnTo>
                  <a:lnTo>
                    <a:pt x="1015" y="2364"/>
                  </a:lnTo>
                  <a:lnTo>
                    <a:pt x="1015" y="2408"/>
                  </a:lnTo>
                  <a:lnTo>
                    <a:pt x="1024" y="2452"/>
                  </a:lnTo>
                  <a:lnTo>
                    <a:pt x="1015" y="2479"/>
                  </a:lnTo>
                  <a:lnTo>
                    <a:pt x="997" y="2496"/>
                  </a:lnTo>
                  <a:lnTo>
                    <a:pt x="962" y="2496"/>
                  </a:lnTo>
                  <a:lnTo>
                    <a:pt x="865" y="2496"/>
                  </a:lnTo>
                  <a:lnTo>
                    <a:pt x="830" y="2496"/>
                  </a:lnTo>
                  <a:lnTo>
                    <a:pt x="812" y="2496"/>
                  </a:lnTo>
                  <a:lnTo>
                    <a:pt x="803" y="2496"/>
                  </a:lnTo>
                  <a:lnTo>
                    <a:pt x="786" y="2470"/>
                  </a:lnTo>
                  <a:lnTo>
                    <a:pt x="786" y="2417"/>
                  </a:lnTo>
                  <a:lnTo>
                    <a:pt x="777" y="2337"/>
                  </a:lnTo>
                  <a:lnTo>
                    <a:pt x="768" y="2267"/>
                  </a:lnTo>
                  <a:lnTo>
                    <a:pt x="777" y="2152"/>
                  </a:lnTo>
                  <a:lnTo>
                    <a:pt x="777" y="2090"/>
                  </a:lnTo>
                  <a:lnTo>
                    <a:pt x="777" y="2037"/>
                  </a:lnTo>
                  <a:lnTo>
                    <a:pt x="777" y="2002"/>
                  </a:lnTo>
                  <a:lnTo>
                    <a:pt x="768" y="1914"/>
                  </a:lnTo>
                  <a:lnTo>
                    <a:pt x="750" y="1835"/>
                  </a:lnTo>
                  <a:lnTo>
                    <a:pt x="742" y="1790"/>
                  </a:lnTo>
                  <a:lnTo>
                    <a:pt x="724" y="1746"/>
                  </a:lnTo>
                  <a:lnTo>
                    <a:pt x="715" y="1693"/>
                  </a:lnTo>
                  <a:lnTo>
                    <a:pt x="715" y="1667"/>
                  </a:lnTo>
                  <a:lnTo>
                    <a:pt x="724" y="1632"/>
                  </a:lnTo>
                  <a:lnTo>
                    <a:pt x="724" y="1614"/>
                  </a:lnTo>
                  <a:lnTo>
                    <a:pt x="724" y="1605"/>
                  </a:lnTo>
                  <a:lnTo>
                    <a:pt x="706" y="1570"/>
                  </a:lnTo>
                  <a:lnTo>
                    <a:pt x="689" y="1535"/>
                  </a:lnTo>
                  <a:lnTo>
                    <a:pt x="689" y="1490"/>
                  </a:lnTo>
                  <a:lnTo>
                    <a:pt x="680" y="1455"/>
                  </a:lnTo>
                  <a:lnTo>
                    <a:pt x="680" y="1429"/>
                  </a:lnTo>
                  <a:lnTo>
                    <a:pt x="680" y="1402"/>
                  </a:lnTo>
                  <a:lnTo>
                    <a:pt x="653" y="1349"/>
                  </a:lnTo>
                  <a:lnTo>
                    <a:pt x="627" y="1261"/>
                  </a:lnTo>
                  <a:lnTo>
                    <a:pt x="618" y="1217"/>
                  </a:lnTo>
                  <a:lnTo>
                    <a:pt x="592" y="1129"/>
                  </a:lnTo>
                  <a:lnTo>
                    <a:pt x="583" y="1068"/>
                  </a:lnTo>
                  <a:lnTo>
                    <a:pt x="574" y="944"/>
                  </a:lnTo>
                  <a:lnTo>
                    <a:pt x="565" y="856"/>
                  </a:lnTo>
                  <a:lnTo>
                    <a:pt x="574" y="768"/>
                  </a:lnTo>
                  <a:lnTo>
                    <a:pt x="583" y="688"/>
                  </a:lnTo>
                  <a:lnTo>
                    <a:pt x="609" y="609"/>
                  </a:lnTo>
                  <a:lnTo>
                    <a:pt x="636" y="547"/>
                  </a:lnTo>
                  <a:lnTo>
                    <a:pt x="671" y="477"/>
                  </a:lnTo>
                  <a:lnTo>
                    <a:pt x="750" y="353"/>
                  </a:lnTo>
                  <a:lnTo>
                    <a:pt x="768" y="327"/>
                  </a:lnTo>
                  <a:lnTo>
                    <a:pt x="795" y="300"/>
                  </a:lnTo>
                  <a:lnTo>
                    <a:pt x="830" y="265"/>
                  </a:lnTo>
                  <a:lnTo>
                    <a:pt x="856" y="247"/>
                  </a:lnTo>
                  <a:lnTo>
                    <a:pt x="874" y="230"/>
                  </a:lnTo>
                  <a:lnTo>
                    <a:pt x="909" y="221"/>
                  </a:lnTo>
                  <a:lnTo>
                    <a:pt x="962" y="203"/>
                  </a:lnTo>
                  <a:lnTo>
                    <a:pt x="1156" y="168"/>
                  </a:lnTo>
                  <a:lnTo>
                    <a:pt x="1279" y="141"/>
                  </a:lnTo>
                  <a:lnTo>
                    <a:pt x="1314" y="133"/>
                  </a:lnTo>
                  <a:lnTo>
                    <a:pt x="1367" y="124"/>
                  </a:lnTo>
                  <a:lnTo>
                    <a:pt x="1438" y="115"/>
                  </a:lnTo>
                  <a:lnTo>
                    <a:pt x="1526" y="124"/>
                  </a:lnTo>
                  <a:lnTo>
                    <a:pt x="1614" y="141"/>
                  </a:lnTo>
                  <a:lnTo>
                    <a:pt x="1694" y="168"/>
                  </a:lnTo>
                  <a:lnTo>
                    <a:pt x="1791" y="194"/>
                  </a:lnTo>
                  <a:lnTo>
                    <a:pt x="1896" y="212"/>
                  </a:lnTo>
                  <a:lnTo>
                    <a:pt x="2117" y="238"/>
                  </a:lnTo>
                  <a:lnTo>
                    <a:pt x="2223" y="256"/>
                  </a:lnTo>
                  <a:lnTo>
                    <a:pt x="2329" y="274"/>
                  </a:lnTo>
                  <a:lnTo>
                    <a:pt x="2426" y="274"/>
                  </a:lnTo>
                  <a:lnTo>
                    <a:pt x="2470" y="274"/>
                  </a:lnTo>
                  <a:lnTo>
                    <a:pt x="2497" y="265"/>
                  </a:lnTo>
                  <a:lnTo>
                    <a:pt x="2514" y="265"/>
                  </a:lnTo>
                  <a:lnTo>
                    <a:pt x="2541" y="265"/>
                  </a:lnTo>
                  <a:lnTo>
                    <a:pt x="2532" y="283"/>
                  </a:lnTo>
                  <a:lnTo>
                    <a:pt x="2523" y="300"/>
                  </a:lnTo>
                  <a:lnTo>
                    <a:pt x="2505" y="327"/>
                  </a:lnTo>
                  <a:lnTo>
                    <a:pt x="2488" y="362"/>
                  </a:lnTo>
                  <a:lnTo>
                    <a:pt x="2479" y="397"/>
                  </a:lnTo>
                  <a:lnTo>
                    <a:pt x="2470" y="441"/>
                  </a:lnTo>
                  <a:lnTo>
                    <a:pt x="2461" y="485"/>
                  </a:lnTo>
                  <a:lnTo>
                    <a:pt x="2470" y="574"/>
                  </a:lnTo>
                  <a:lnTo>
                    <a:pt x="2479" y="653"/>
                  </a:lnTo>
                  <a:lnTo>
                    <a:pt x="2497" y="680"/>
                  </a:lnTo>
                  <a:lnTo>
                    <a:pt x="2505" y="706"/>
                  </a:lnTo>
                  <a:lnTo>
                    <a:pt x="2532" y="724"/>
                  </a:lnTo>
                  <a:lnTo>
                    <a:pt x="2558" y="750"/>
                  </a:lnTo>
                  <a:lnTo>
                    <a:pt x="2629" y="785"/>
                  </a:lnTo>
                  <a:lnTo>
                    <a:pt x="2761" y="856"/>
                  </a:lnTo>
                  <a:lnTo>
                    <a:pt x="2797" y="865"/>
                  </a:lnTo>
                  <a:lnTo>
                    <a:pt x="2823" y="865"/>
                  </a:lnTo>
                  <a:lnTo>
                    <a:pt x="2841" y="865"/>
                  </a:lnTo>
                  <a:lnTo>
                    <a:pt x="2955" y="874"/>
                  </a:lnTo>
                  <a:lnTo>
                    <a:pt x="2964" y="874"/>
                  </a:lnTo>
                  <a:lnTo>
                    <a:pt x="3026" y="883"/>
                  </a:lnTo>
                  <a:lnTo>
                    <a:pt x="3061" y="874"/>
                  </a:lnTo>
                  <a:lnTo>
                    <a:pt x="3079" y="865"/>
                  </a:lnTo>
                  <a:lnTo>
                    <a:pt x="3088" y="847"/>
                  </a:lnTo>
                  <a:lnTo>
                    <a:pt x="3097" y="821"/>
                  </a:lnTo>
                  <a:lnTo>
                    <a:pt x="3079" y="812"/>
                  </a:lnTo>
                  <a:lnTo>
                    <a:pt x="3017" y="794"/>
                  </a:lnTo>
                  <a:lnTo>
                    <a:pt x="2947" y="785"/>
                  </a:lnTo>
                  <a:lnTo>
                    <a:pt x="2849" y="777"/>
                  </a:lnTo>
                  <a:lnTo>
                    <a:pt x="2761" y="750"/>
                  </a:lnTo>
                  <a:lnTo>
                    <a:pt x="2699" y="715"/>
                  </a:lnTo>
                  <a:lnTo>
                    <a:pt x="2638" y="680"/>
                  </a:lnTo>
                  <a:lnTo>
                    <a:pt x="2602" y="635"/>
                  </a:lnTo>
                  <a:lnTo>
                    <a:pt x="2594" y="609"/>
                  </a:lnTo>
                  <a:lnTo>
                    <a:pt x="2594" y="591"/>
                  </a:lnTo>
                  <a:lnTo>
                    <a:pt x="2585" y="574"/>
                  </a:lnTo>
                  <a:lnTo>
                    <a:pt x="2576" y="512"/>
                  </a:lnTo>
                  <a:lnTo>
                    <a:pt x="2576" y="459"/>
                  </a:lnTo>
                  <a:lnTo>
                    <a:pt x="2585" y="397"/>
                  </a:lnTo>
                  <a:lnTo>
                    <a:pt x="2611" y="344"/>
                  </a:lnTo>
                  <a:lnTo>
                    <a:pt x="2638" y="300"/>
                  </a:lnTo>
                  <a:lnTo>
                    <a:pt x="2664" y="256"/>
                  </a:lnTo>
                  <a:lnTo>
                    <a:pt x="2752" y="159"/>
                  </a:lnTo>
                  <a:lnTo>
                    <a:pt x="2770" y="141"/>
                  </a:lnTo>
                  <a:lnTo>
                    <a:pt x="2779" y="133"/>
                  </a:lnTo>
                  <a:lnTo>
                    <a:pt x="2814" y="106"/>
                  </a:lnTo>
                  <a:lnTo>
                    <a:pt x="2858" y="80"/>
                  </a:lnTo>
                  <a:lnTo>
                    <a:pt x="2894" y="71"/>
                  </a:lnTo>
                  <a:lnTo>
                    <a:pt x="2938" y="71"/>
                  </a:lnTo>
                  <a:lnTo>
                    <a:pt x="2973" y="80"/>
                  </a:lnTo>
                  <a:lnTo>
                    <a:pt x="3017" y="88"/>
                  </a:lnTo>
                  <a:lnTo>
                    <a:pt x="3052" y="115"/>
                  </a:lnTo>
                  <a:lnTo>
                    <a:pt x="3088" y="141"/>
                  </a:lnTo>
                  <a:lnTo>
                    <a:pt x="3114" y="168"/>
                  </a:lnTo>
                  <a:lnTo>
                    <a:pt x="3141" y="185"/>
                  </a:lnTo>
                  <a:lnTo>
                    <a:pt x="3176" y="194"/>
                  </a:lnTo>
                  <a:lnTo>
                    <a:pt x="3211" y="185"/>
                  </a:lnTo>
                  <a:lnTo>
                    <a:pt x="3264" y="177"/>
                  </a:lnTo>
                  <a:lnTo>
                    <a:pt x="3317" y="168"/>
                  </a:lnTo>
                  <a:lnTo>
                    <a:pt x="3370" y="177"/>
                  </a:lnTo>
                  <a:lnTo>
                    <a:pt x="3423" y="185"/>
                  </a:lnTo>
                  <a:lnTo>
                    <a:pt x="3432" y="185"/>
                  </a:lnTo>
                  <a:lnTo>
                    <a:pt x="3449" y="194"/>
                  </a:lnTo>
                  <a:lnTo>
                    <a:pt x="3467" y="203"/>
                  </a:lnTo>
                  <a:lnTo>
                    <a:pt x="3520" y="247"/>
                  </a:lnTo>
                  <a:lnTo>
                    <a:pt x="3564" y="291"/>
                  </a:lnTo>
                  <a:lnTo>
                    <a:pt x="3599" y="344"/>
                  </a:lnTo>
                  <a:lnTo>
                    <a:pt x="3626" y="406"/>
                  </a:lnTo>
                  <a:lnTo>
                    <a:pt x="3644" y="450"/>
                  </a:lnTo>
                  <a:lnTo>
                    <a:pt x="3652" y="503"/>
                  </a:lnTo>
                  <a:lnTo>
                    <a:pt x="3652" y="538"/>
                  </a:lnTo>
                  <a:lnTo>
                    <a:pt x="3661" y="583"/>
                  </a:lnTo>
                  <a:lnTo>
                    <a:pt x="3670" y="644"/>
                  </a:lnTo>
                  <a:lnTo>
                    <a:pt x="3679" y="715"/>
                  </a:lnTo>
                  <a:lnTo>
                    <a:pt x="3679" y="759"/>
                  </a:lnTo>
                  <a:lnTo>
                    <a:pt x="3670" y="803"/>
                  </a:lnTo>
                  <a:lnTo>
                    <a:pt x="3670" y="847"/>
                  </a:lnTo>
                  <a:lnTo>
                    <a:pt x="3661" y="900"/>
                  </a:lnTo>
                  <a:lnTo>
                    <a:pt x="3652" y="1024"/>
                  </a:lnTo>
                  <a:lnTo>
                    <a:pt x="3661" y="1102"/>
                  </a:lnTo>
                  <a:lnTo>
                    <a:pt x="3688" y="1173"/>
                  </a:lnTo>
                  <a:lnTo>
                    <a:pt x="3732" y="1226"/>
                  </a:lnTo>
                  <a:lnTo>
                    <a:pt x="3794" y="1287"/>
                  </a:lnTo>
                  <a:lnTo>
                    <a:pt x="3864" y="1340"/>
                  </a:lnTo>
                  <a:lnTo>
                    <a:pt x="3935" y="1385"/>
                  </a:lnTo>
                  <a:lnTo>
                    <a:pt x="3952" y="1385"/>
                  </a:lnTo>
                  <a:lnTo>
                    <a:pt x="3970" y="1376"/>
                  </a:lnTo>
                  <a:lnTo>
                    <a:pt x="4014" y="1367"/>
                  </a:lnTo>
                  <a:lnTo>
                    <a:pt x="4041" y="1367"/>
                  </a:lnTo>
                  <a:lnTo>
                    <a:pt x="4067" y="1385"/>
                  </a:lnTo>
                  <a:lnTo>
                    <a:pt x="4076" y="1393"/>
                  </a:lnTo>
                  <a:lnTo>
                    <a:pt x="4076" y="1402"/>
                  </a:lnTo>
                  <a:lnTo>
                    <a:pt x="4023" y="1482"/>
                  </a:lnTo>
                  <a:lnTo>
                    <a:pt x="3970" y="1526"/>
                  </a:lnTo>
                  <a:lnTo>
                    <a:pt x="3917" y="1552"/>
                  </a:lnTo>
                  <a:lnTo>
                    <a:pt x="3882" y="1561"/>
                  </a:lnTo>
                  <a:lnTo>
                    <a:pt x="3847" y="1561"/>
                  </a:lnTo>
                  <a:lnTo>
                    <a:pt x="3820" y="1561"/>
                  </a:lnTo>
                  <a:lnTo>
                    <a:pt x="3785" y="1552"/>
                  </a:lnTo>
                  <a:lnTo>
                    <a:pt x="3741" y="1543"/>
                  </a:lnTo>
                  <a:lnTo>
                    <a:pt x="3688" y="1535"/>
                  </a:lnTo>
                  <a:lnTo>
                    <a:pt x="3652" y="1517"/>
                  </a:lnTo>
                  <a:lnTo>
                    <a:pt x="3599" y="1482"/>
                  </a:lnTo>
                  <a:lnTo>
                    <a:pt x="3538" y="1437"/>
                  </a:lnTo>
                  <a:lnTo>
                    <a:pt x="3494" y="1376"/>
                  </a:lnTo>
                  <a:lnTo>
                    <a:pt x="3476" y="1349"/>
                  </a:lnTo>
                  <a:lnTo>
                    <a:pt x="3467" y="1305"/>
                  </a:lnTo>
                  <a:lnTo>
                    <a:pt x="3432" y="1208"/>
                  </a:lnTo>
                  <a:lnTo>
                    <a:pt x="3414" y="1129"/>
                  </a:lnTo>
                  <a:lnTo>
                    <a:pt x="3405" y="1111"/>
                  </a:lnTo>
                  <a:lnTo>
                    <a:pt x="3388" y="1093"/>
                  </a:lnTo>
                  <a:lnTo>
                    <a:pt x="3361" y="1085"/>
                  </a:lnTo>
                  <a:lnTo>
                    <a:pt x="3335" y="1077"/>
                  </a:lnTo>
                  <a:lnTo>
                    <a:pt x="3255" y="1077"/>
                  </a:lnTo>
                  <a:lnTo>
                    <a:pt x="3176" y="1093"/>
                  </a:lnTo>
                  <a:lnTo>
                    <a:pt x="3105" y="1111"/>
                  </a:lnTo>
                  <a:lnTo>
                    <a:pt x="3008" y="1137"/>
                  </a:lnTo>
                  <a:lnTo>
                    <a:pt x="3052" y="1155"/>
                  </a:lnTo>
                  <a:lnTo>
                    <a:pt x="3088" y="1190"/>
                  </a:lnTo>
                  <a:lnTo>
                    <a:pt x="3097" y="1182"/>
                  </a:lnTo>
                  <a:lnTo>
                    <a:pt x="3202" y="1155"/>
                  </a:lnTo>
                  <a:lnTo>
                    <a:pt x="3247" y="1155"/>
                  </a:lnTo>
                  <a:lnTo>
                    <a:pt x="3273" y="1155"/>
                  </a:lnTo>
                  <a:lnTo>
                    <a:pt x="3291" y="1173"/>
                  </a:lnTo>
                  <a:lnTo>
                    <a:pt x="3299" y="1217"/>
                  </a:lnTo>
                  <a:lnTo>
                    <a:pt x="3317" y="1261"/>
                  </a:lnTo>
                  <a:lnTo>
                    <a:pt x="3352" y="1358"/>
                  </a:lnTo>
                  <a:lnTo>
                    <a:pt x="3379" y="1402"/>
                  </a:lnTo>
                  <a:lnTo>
                    <a:pt x="3405" y="1437"/>
                  </a:lnTo>
                  <a:lnTo>
                    <a:pt x="3432" y="1464"/>
                  </a:lnTo>
                  <a:lnTo>
                    <a:pt x="3485" y="1517"/>
                  </a:lnTo>
                  <a:lnTo>
                    <a:pt x="3520" y="1552"/>
                  </a:lnTo>
                  <a:lnTo>
                    <a:pt x="3564" y="1579"/>
                  </a:lnTo>
                  <a:lnTo>
                    <a:pt x="3599" y="1587"/>
                  </a:lnTo>
                  <a:lnTo>
                    <a:pt x="3644" y="1596"/>
                  </a:lnTo>
                  <a:lnTo>
                    <a:pt x="3705" y="1614"/>
                  </a:lnTo>
                  <a:lnTo>
                    <a:pt x="3749" y="1623"/>
                  </a:lnTo>
                  <a:lnTo>
                    <a:pt x="3767" y="1632"/>
                  </a:lnTo>
                  <a:lnTo>
                    <a:pt x="3802" y="1632"/>
                  </a:lnTo>
                  <a:lnTo>
                    <a:pt x="3838" y="1632"/>
                  </a:lnTo>
                  <a:lnTo>
                    <a:pt x="3864" y="1632"/>
                  </a:lnTo>
                  <a:lnTo>
                    <a:pt x="3935" y="1614"/>
                  </a:lnTo>
                  <a:lnTo>
                    <a:pt x="3988" y="1596"/>
                  </a:lnTo>
                  <a:lnTo>
                    <a:pt x="4041" y="1579"/>
                  </a:lnTo>
                  <a:lnTo>
                    <a:pt x="4102" y="1535"/>
                  </a:lnTo>
                  <a:lnTo>
                    <a:pt x="4120" y="1517"/>
                  </a:lnTo>
                  <a:lnTo>
                    <a:pt x="4129" y="1499"/>
                  </a:lnTo>
                  <a:lnTo>
                    <a:pt x="4147" y="1464"/>
                  </a:lnTo>
                  <a:lnTo>
                    <a:pt x="4155" y="1464"/>
                  </a:lnTo>
                  <a:lnTo>
                    <a:pt x="4164" y="1446"/>
                  </a:lnTo>
                  <a:lnTo>
                    <a:pt x="4164" y="1429"/>
                  </a:lnTo>
                  <a:lnTo>
                    <a:pt x="4173" y="1411"/>
                  </a:lnTo>
                  <a:lnTo>
                    <a:pt x="4191" y="1367"/>
                  </a:lnTo>
                  <a:lnTo>
                    <a:pt x="4191" y="1349"/>
                  </a:lnTo>
                  <a:lnTo>
                    <a:pt x="4191" y="1332"/>
                  </a:lnTo>
                  <a:lnTo>
                    <a:pt x="4182" y="1323"/>
                  </a:lnTo>
                  <a:lnTo>
                    <a:pt x="4155" y="1314"/>
                  </a:lnTo>
                  <a:lnTo>
                    <a:pt x="4138" y="1296"/>
                  </a:lnTo>
                  <a:lnTo>
                    <a:pt x="4120" y="1287"/>
                  </a:lnTo>
                  <a:lnTo>
                    <a:pt x="4085" y="1261"/>
                  </a:lnTo>
                  <a:lnTo>
                    <a:pt x="4067" y="1252"/>
                  </a:lnTo>
                  <a:lnTo>
                    <a:pt x="4023" y="1252"/>
                  </a:lnTo>
                  <a:lnTo>
                    <a:pt x="4014" y="1252"/>
                  </a:lnTo>
                  <a:lnTo>
                    <a:pt x="3979" y="1261"/>
                  </a:lnTo>
                  <a:lnTo>
                    <a:pt x="3952" y="1261"/>
                  </a:lnTo>
                  <a:lnTo>
                    <a:pt x="3935" y="1252"/>
                  </a:lnTo>
                  <a:lnTo>
                    <a:pt x="3899" y="1235"/>
                  </a:lnTo>
                  <a:lnTo>
                    <a:pt x="3864" y="1208"/>
                  </a:lnTo>
                  <a:lnTo>
                    <a:pt x="3838" y="1173"/>
                  </a:lnTo>
                  <a:lnTo>
                    <a:pt x="3811" y="1137"/>
                  </a:lnTo>
                  <a:lnTo>
                    <a:pt x="3794" y="1068"/>
                  </a:lnTo>
                  <a:lnTo>
                    <a:pt x="3785" y="988"/>
                  </a:lnTo>
                  <a:lnTo>
                    <a:pt x="3785" y="918"/>
                  </a:lnTo>
                  <a:lnTo>
                    <a:pt x="3794" y="847"/>
                  </a:lnTo>
                  <a:lnTo>
                    <a:pt x="3802" y="777"/>
                  </a:lnTo>
                  <a:lnTo>
                    <a:pt x="3802" y="715"/>
                  </a:lnTo>
                  <a:lnTo>
                    <a:pt x="3785" y="635"/>
                  </a:lnTo>
                  <a:lnTo>
                    <a:pt x="3776" y="565"/>
                  </a:lnTo>
                  <a:lnTo>
                    <a:pt x="3767" y="494"/>
                  </a:lnTo>
                  <a:lnTo>
                    <a:pt x="3758" y="415"/>
                  </a:lnTo>
                  <a:lnTo>
                    <a:pt x="3732" y="344"/>
                  </a:lnTo>
                  <a:lnTo>
                    <a:pt x="3688" y="283"/>
                  </a:lnTo>
                  <a:lnTo>
                    <a:pt x="3644" y="230"/>
                  </a:lnTo>
                  <a:lnTo>
                    <a:pt x="3608" y="194"/>
                  </a:lnTo>
                  <a:lnTo>
                    <a:pt x="3573" y="168"/>
                  </a:lnTo>
                  <a:lnTo>
                    <a:pt x="3538" y="141"/>
                  </a:lnTo>
                  <a:lnTo>
                    <a:pt x="3494" y="124"/>
                  </a:lnTo>
                  <a:lnTo>
                    <a:pt x="3449" y="106"/>
                  </a:lnTo>
                  <a:lnTo>
                    <a:pt x="3397" y="97"/>
                  </a:lnTo>
                  <a:lnTo>
                    <a:pt x="3344" y="97"/>
                  </a:lnTo>
                  <a:lnTo>
                    <a:pt x="3291" y="97"/>
                  </a:lnTo>
                  <a:lnTo>
                    <a:pt x="3264" y="97"/>
                  </a:lnTo>
                  <a:lnTo>
                    <a:pt x="3211" y="106"/>
                  </a:lnTo>
                  <a:lnTo>
                    <a:pt x="3167" y="97"/>
                  </a:lnTo>
                  <a:lnTo>
                    <a:pt x="3141" y="80"/>
                  </a:lnTo>
                  <a:lnTo>
                    <a:pt x="3132" y="71"/>
                  </a:lnTo>
                  <a:lnTo>
                    <a:pt x="3105" y="44"/>
                  </a:lnTo>
                  <a:lnTo>
                    <a:pt x="3079" y="27"/>
                  </a:lnTo>
                  <a:lnTo>
                    <a:pt x="2999" y="9"/>
                  </a:lnTo>
                  <a:lnTo>
                    <a:pt x="2929" y="0"/>
                  </a:lnTo>
                  <a:lnTo>
                    <a:pt x="2858" y="9"/>
                  </a:lnTo>
                  <a:lnTo>
                    <a:pt x="2788" y="35"/>
                  </a:lnTo>
                  <a:lnTo>
                    <a:pt x="2735" y="71"/>
                  </a:lnTo>
                  <a:lnTo>
                    <a:pt x="2682" y="106"/>
                  </a:lnTo>
                  <a:lnTo>
                    <a:pt x="2655" y="133"/>
                  </a:lnTo>
                  <a:lnTo>
                    <a:pt x="2620" y="150"/>
                  </a:lnTo>
                  <a:lnTo>
                    <a:pt x="2576" y="168"/>
                  </a:lnTo>
                  <a:lnTo>
                    <a:pt x="2567" y="159"/>
                  </a:lnTo>
                  <a:lnTo>
                    <a:pt x="2523" y="168"/>
                  </a:lnTo>
                  <a:lnTo>
                    <a:pt x="2479" y="177"/>
                  </a:lnTo>
                  <a:lnTo>
                    <a:pt x="2435" y="185"/>
                  </a:lnTo>
                  <a:lnTo>
                    <a:pt x="2391" y="194"/>
                  </a:lnTo>
                  <a:lnTo>
                    <a:pt x="2347" y="194"/>
                  </a:lnTo>
                  <a:lnTo>
                    <a:pt x="2302" y="185"/>
                  </a:lnTo>
                  <a:lnTo>
                    <a:pt x="2196" y="177"/>
                  </a:lnTo>
                  <a:lnTo>
                    <a:pt x="2108" y="168"/>
                  </a:lnTo>
                  <a:lnTo>
                    <a:pt x="1967" y="168"/>
                  </a:lnTo>
                  <a:lnTo>
                    <a:pt x="1879" y="150"/>
                  </a:lnTo>
                  <a:lnTo>
                    <a:pt x="1799" y="133"/>
                  </a:lnTo>
                  <a:lnTo>
                    <a:pt x="1649" y="80"/>
                  </a:lnTo>
                  <a:lnTo>
                    <a:pt x="1588" y="71"/>
                  </a:lnTo>
                  <a:lnTo>
                    <a:pt x="1517" y="62"/>
                  </a:lnTo>
                  <a:lnTo>
                    <a:pt x="1438" y="53"/>
                  </a:lnTo>
                  <a:lnTo>
                    <a:pt x="1376" y="62"/>
                  </a:lnTo>
                  <a:lnTo>
                    <a:pt x="1226" y="88"/>
                  </a:lnTo>
                  <a:lnTo>
                    <a:pt x="1068" y="106"/>
                  </a:lnTo>
                  <a:lnTo>
                    <a:pt x="989" y="115"/>
                  </a:lnTo>
                  <a:lnTo>
                    <a:pt x="900" y="141"/>
                  </a:lnTo>
                  <a:lnTo>
                    <a:pt x="821" y="185"/>
                  </a:lnTo>
                  <a:lnTo>
                    <a:pt x="795" y="212"/>
                  </a:lnTo>
                  <a:lnTo>
                    <a:pt x="768" y="238"/>
                  </a:lnTo>
                  <a:lnTo>
                    <a:pt x="742" y="265"/>
                  </a:lnTo>
                  <a:lnTo>
                    <a:pt x="724" y="283"/>
                  </a:lnTo>
                  <a:lnTo>
                    <a:pt x="724" y="291"/>
                  </a:lnTo>
                  <a:lnTo>
                    <a:pt x="715" y="283"/>
                  </a:lnTo>
                  <a:lnTo>
                    <a:pt x="697" y="274"/>
                  </a:lnTo>
                  <a:lnTo>
                    <a:pt x="662" y="265"/>
                  </a:lnTo>
                  <a:lnTo>
                    <a:pt x="609" y="238"/>
                  </a:lnTo>
                  <a:lnTo>
                    <a:pt x="556" y="221"/>
                  </a:lnTo>
                  <a:lnTo>
                    <a:pt x="486" y="221"/>
                  </a:lnTo>
                  <a:lnTo>
                    <a:pt x="415" y="221"/>
                  </a:lnTo>
                  <a:lnTo>
                    <a:pt x="389" y="221"/>
                  </a:lnTo>
                  <a:lnTo>
                    <a:pt x="353" y="221"/>
                  </a:lnTo>
                  <a:lnTo>
                    <a:pt x="309" y="212"/>
                  </a:lnTo>
                  <a:lnTo>
                    <a:pt x="239" y="194"/>
                  </a:lnTo>
                  <a:lnTo>
                    <a:pt x="203" y="185"/>
                  </a:lnTo>
                  <a:lnTo>
                    <a:pt x="168" y="177"/>
                  </a:lnTo>
                  <a:lnTo>
                    <a:pt x="159" y="168"/>
                  </a:lnTo>
                  <a:lnTo>
                    <a:pt x="150" y="150"/>
                  </a:lnTo>
                  <a:lnTo>
                    <a:pt x="142" y="115"/>
                  </a:lnTo>
                  <a:lnTo>
                    <a:pt x="133" y="106"/>
                  </a:lnTo>
                  <a:lnTo>
                    <a:pt x="115" y="106"/>
                  </a:lnTo>
                  <a:lnTo>
                    <a:pt x="80" y="97"/>
                  </a:lnTo>
                  <a:lnTo>
                    <a:pt x="80" y="115"/>
                  </a:lnTo>
                  <a:lnTo>
                    <a:pt x="71" y="141"/>
                  </a:lnTo>
                  <a:lnTo>
                    <a:pt x="62" y="168"/>
                  </a:lnTo>
                  <a:lnTo>
                    <a:pt x="36" y="194"/>
                  </a:lnTo>
                  <a:lnTo>
                    <a:pt x="18" y="221"/>
                  </a:lnTo>
                  <a:lnTo>
                    <a:pt x="0" y="230"/>
                  </a:lnTo>
                  <a:lnTo>
                    <a:pt x="44" y="300"/>
                  </a:lnTo>
                  <a:lnTo>
                    <a:pt x="44" y="309"/>
                  </a:lnTo>
                  <a:lnTo>
                    <a:pt x="36" y="327"/>
                  </a:lnTo>
                  <a:lnTo>
                    <a:pt x="27" y="344"/>
                  </a:lnTo>
                  <a:lnTo>
                    <a:pt x="27" y="362"/>
                  </a:lnTo>
                  <a:lnTo>
                    <a:pt x="36" y="388"/>
                  </a:lnTo>
                  <a:lnTo>
                    <a:pt x="53" y="397"/>
                  </a:lnTo>
                  <a:lnTo>
                    <a:pt x="62" y="397"/>
                  </a:lnTo>
                  <a:lnTo>
                    <a:pt x="97" y="380"/>
                  </a:lnTo>
                  <a:lnTo>
                    <a:pt x="115" y="362"/>
                  </a:lnTo>
                  <a:lnTo>
                    <a:pt x="124" y="344"/>
                  </a:lnTo>
                  <a:lnTo>
                    <a:pt x="133" y="327"/>
                  </a:lnTo>
                  <a:lnTo>
                    <a:pt x="150" y="327"/>
                  </a:lnTo>
                  <a:lnTo>
                    <a:pt x="159" y="318"/>
                  </a:lnTo>
                  <a:lnTo>
                    <a:pt x="177" y="318"/>
                  </a:lnTo>
                  <a:lnTo>
                    <a:pt x="212" y="327"/>
                  </a:lnTo>
                  <a:lnTo>
                    <a:pt x="247" y="318"/>
                  </a:lnTo>
                  <a:lnTo>
                    <a:pt x="318" y="300"/>
                  </a:lnTo>
                  <a:lnTo>
                    <a:pt x="371" y="283"/>
                  </a:lnTo>
                  <a:lnTo>
                    <a:pt x="433" y="283"/>
                  </a:lnTo>
                  <a:lnTo>
                    <a:pt x="486" y="291"/>
                  </a:lnTo>
                  <a:lnTo>
                    <a:pt x="539" y="300"/>
                  </a:lnTo>
                  <a:lnTo>
                    <a:pt x="583" y="318"/>
                  </a:lnTo>
                  <a:lnTo>
                    <a:pt x="636" y="353"/>
                  </a:lnTo>
                  <a:lnTo>
                    <a:pt x="645" y="353"/>
                  </a:lnTo>
                  <a:lnTo>
                    <a:pt x="636" y="362"/>
                  </a:lnTo>
                  <a:lnTo>
                    <a:pt x="627" y="388"/>
                  </a:lnTo>
                  <a:lnTo>
                    <a:pt x="609" y="415"/>
                  </a:lnTo>
                  <a:lnTo>
                    <a:pt x="583" y="441"/>
                  </a:lnTo>
                  <a:lnTo>
                    <a:pt x="574" y="459"/>
                  </a:lnTo>
                  <a:lnTo>
                    <a:pt x="530" y="591"/>
                  </a:lnTo>
                  <a:lnTo>
                    <a:pt x="512" y="671"/>
                  </a:lnTo>
                  <a:lnTo>
                    <a:pt x="495" y="768"/>
                  </a:lnTo>
                  <a:lnTo>
                    <a:pt x="495" y="847"/>
                  </a:lnTo>
                  <a:lnTo>
                    <a:pt x="503" y="935"/>
                  </a:lnTo>
                  <a:lnTo>
                    <a:pt x="539" y="1137"/>
                  </a:lnTo>
                  <a:lnTo>
                    <a:pt x="556" y="1199"/>
                  </a:lnTo>
                  <a:lnTo>
                    <a:pt x="583" y="1270"/>
                  </a:lnTo>
                  <a:lnTo>
                    <a:pt x="609" y="1358"/>
                  </a:lnTo>
                  <a:lnTo>
                    <a:pt x="618" y="1402"/>
                  </a:lnTo>
                  <a:lnTo>
                    <a:pt x="627" y="1446"/>
                  </a:lnTo>
                  <a:lnTo>
                    <a:pt x="636" y="1570"/>
                  </a:lnTo>
                  <a:lnTo>
                    <a:pt x="645" y="1693"/>
                  </a:lnTo>
                  <a:lnTo>
                    <a:pt x="671" y="1870"/>
                  </a:lnTo>
                  <a:lnTo>
                    <a:pt x="671" y="1905"/>
                  </a:lnTo>
                  <a:lnTo>
                    <a:pt x="671" y="1949"/>
                  </a:lnTo>
                  <a:lnTo>
                    <a:pt x="680" y="1985"/>
                  </a:lnTo>
                  <a:lnTo>
                    <a:pt x="689" y="2011"/>
                  </a:lnTo>
                  <a:lnTo>
                    <a:pt x="697" y="2037"/>
                  </a:lnTo>
                  <a:lnTo>
                    <a:pt x="697" y="2082"/>
                  </a:lnTo>
                  <a:lnTo>
                    <a:pt x="697" y="2108"/>
                  </a:lnTo>
                  <a:lnTo>
                    <a:pt x="706" y="2143"/>
                  </a:lnTo>
                  <a:lnTo>
                    <a:pt x="706" y="2187"/>
                  </a:lnTo>
                  <a:lnTo>
                    <a:pt x="706" y="2311"/>
                  </a:lnTo>
                  <a:lnTo>
                    <a:pt x="697" y="2417"/>
                  </a:lnTo>
                  <a:lnTo>
                    <a:pt x="706" y="2523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3"/>
            <p:cNvSpPr>
              <a:spLocks noChangeArrowheads="1"/>
            </p:cNvSpPr>
            <p:nvPr/>
          </p:nvSpPr>
          <p:spPr bwMode="auto">
            <a:xfrm>
              <a:off x="5064866" y="3500071"/>
              <a:ext cx="313091" cy="688903"/>
            </a:xfrm>
            <a:custGeom>
              <a:avLst/>
              <a:gdLst>
                <a:gd name="T0" fmla="*/ 324585912 w 301"/>
                <a:gd name="T1" fmla="*/ 333616084 h 663"/>
                <a:gd name="T2" fmla="*/ 324585912 w 301"/>
                <a:gd name="T3" fmla="*/ 333616084 h 663"/>
                <a:gd name="T4" fmla="*/ 314847846 w 301"/>
                <a:gd name="T5" fmla="*/ 200817822 h 663"/>
                <a:gd name="T6" fmla="*/ 314847846 w 301"/>
                <a:gd name="T7" fmla="*/ 200817822 h 663"/>
                <a:gd name="T8" fmla="*/ 257504345 w 301"/>
                <a:gd name="T9" fmla="*/ 161949354 h 663"/>
                <a:gd name="T10" fmla="*/ 257504345 w 301"/>
                <a:gd name="T11" fmla="*/ 161949354 h 663"/>
                <a:gd name="T12" fmla="*/ 228292227 w 301"/>
                <a:gd name="T13" fmla="*/ 124161518 h 663"/>
                <a:gd name="T14" fmla="*/ 228292227 w 301"/>
                <a:gd name="T15" fmla="*/ 124161518 h 663"/>
                <a:gd name="T16" fmla="*/ 209898911 w 301"/>
                <a:gd name="T17" fmla="*/ 104727803 h 663"/>
                <a:gd name="T18" fmla="*/ 209898911 w 301"/>
                <a:gd name="T19" fmla="*/ 104727803 h 663"/>
                <a:gd name="T20" fmla="*/ 190423819 w 301"/>
                <a:gd name="T21" fmla="*/ 86373681 h 663"/>
                <a:gd name="T22" fmla="*/ 170948726 w 301"/>
                <a:gd name="T23" fmla="*/ 57222590 h 663"/>
                <a:gd name="T24" fmla="*/ 152555410 w 301"/>
                <a:gd name="T25" fmla="*/ 0 h 663"/>
                <a:gd name="T26" fmla="*/ 152555410 w 301"/>
                <a:gd name="T27" fmla="*/ 0 h 663"/>
                <a:gd name="T28" fmla="*/ 152555410 w 301"/>
                <a:gd name="T29" fmla="*/ 38867429 h 663"/>
                <a:gd name="T30" fmla="*/ 152555410 w 301"/>
                <a:gd name="T31" fmla="*/ 38867429 h 663"/>
                <a:gd name="T32" fmla="*/ 162292436 w 301"/>
                <a:gd name="T33" fmla="*/ 143595232 h 663"/>
                <a:gd name="T34" fmla="*/ 162292436 w 301"/>
                <a:gd name="T35" fmla="*/ 143595232 h 663"/>
                <a:gd name="T36" fmla="*/ 162292436 w 301"/>
                <a:gd name="T37" fmla="*/ 143595232 h 663"/>
                <a:gd name="T38" fmla="*/ 180685752 w 301"/>
                <a:gd name="T39" fmla="*/ 276394534 h 663"/>
                <a:gd name="T40" fmla="*/ 180685752 w 301"/>
                <a:gd name="T41" fmla="*/ 333616084 h 663"/>
                <a:gd name="T42" fmla="*/ 180685752 w 301"/>
                <a:gd name="T43" fmla="*/ 390838674 h 663"/>
                <a:gd name="T44" fmla="*/ 180685752 w 301"/>
                <a:gd name="T45" fmla="*/ 390838674 h 663"/>
                <a:gd name="T46" fmla="*/ 170948726 w 301"/>
                <a:gd name="T47" fmla="*/ 438343887 h 663"/>
                <a:gd name="T48" fmla="*/ 170948726 w 301"/>
                <a:gd name="T49" fmla="*/ 438343887 h 663"/>
                <a:gd name="T50" fmla="*/ 180685752 w 301"/>
                <a:gd name="T51" fmla="*/ 477212356 h 663"/>
                <a:gd name="T52" fmla="*/ 180685752 w 301"/>
                <a:gd name="T53" fmla="*/ 477212356 h 663"/>
                <a:gd name="T54" fmla="*/ 180685752 w 301"/>
                <a:gd name="T55" fmla="*/ 495566477 h 663"/>
                <a:gd name="T56" fmla="*/ 180685752 w 301"/>
                <a:gd name="T57" fmla="*/ 495566477 h 663"/>
                <a:gd name="T58" fmla="*/ 170948726 w 301"/>
                <a:gd name="T59" fmla="*/ 562505405 h 663"/>
                <a:gd name="T60" fmla="*/ 162292436 w 301"/>
                <a:gd name="T61" fmla="*/ 590576903 h 663"/>
                <a:gd name="T62" fmla="*/ 133080318 w 301"/>
                <a:gd name="T63" fmla="*/ 619727995 h 663"/>
                <a:gd name="T64" fmla="*/ 133080318 w 301"/>
                <a:gd name="T65" fmla="*/ 629444333 h 663"/>
                <a:gd name="T66" fmla="*/ 123342251 w 301"/>
                <a:gd name="T67" fmla="*/ 629444333 h 663"/>
                <a:gd name="T68" fmla="*/ 123342251 w 301"/>
                <a:gd name="T69" fmla="*/ 629444333 h 663"/>
                <a:gd name="T70" fmla="*/ 85473843 w 301"/>
                <a:gd name="T71" fmla="*/ 629444333 h 663"/>
                <a:gd name="T72" fmla="*/ 85473843 w 301"/>
                <a:gd name="T73" fmla="*/ 629444333 h 663"/>
                <a:gd name="T74" fmla="*/ 18393316 w 301"/>
                <a:gd name="T75" fmla="*/ 629444333 h 663"/>
                <a:gd name="T76" fmla="*/ 18393316 w 301"/>
                <a:gd name="T77" fmla="*/ 629444333 h 663"/>
                <a:gd name="T78" fmla="*/ 8655250 w 301"/>
                <a:gd name="T79" fmla="*/ 667233208 h 663"/>
                <a:gd name="T80" fmla="*/ 0 w 301"/>
                <a:gd name="T81" fmla="*/ 714738421 h 663"/>
                <a:gd name="T82" fmla="*/ 0 w 301"/>
                <a:gd name="T83" fmla="*/ 714738421 h 663"/>
                <a:gd name="T84" fmla="*/ 47605435 w 301"/>
                <a:gd name="T85" fmla="*/ 714738421 h 663"/>
                <a:gd name="T86" fmla="*/ 47605435 w 301"/>
                <a:gd name="T87" fmla="*/ 714738421 h 663"/>
                <a:gd name="T88" fmla="*/ 113605225 w 301"/>
                <a:gd name="T89" fmla="*/ 705021044 h 663"/>
                <a:gd name="T90" fmla="*/ 113605225 w 301"/>
                <a:gd name="T91" fmla="*/ 705021044 h 663"/>
                <a:gd name="T92" fmla="*/ 162292436 w 301"/>
                <a:gd name="T93" fmla="*/ 705021044 h 663"/>
                <a:gd name="T94" fmla="*/ 162292436 w 301"/>
                <a:gd name="T95" fmla="*/ 705021044 h 663"/>
                <a:gd name="T96" fmla="*/ 180685752 w 301"/>
                <a:gd name="T97" fmla="*/ 705021044 h 663"/>
                <a:gd name="T98" fmla="*/ 180685752 w 301"/>
                <a:gd name="T99" fmla="*/ 705021044 h 663"/>
                <a:gd name="T100" fmla="*/ 180685752 w 301"/>
                <a:gd name="T101" fmla="*/ 705021044 h 663"/>
                <a:gd name="T102" fmla="*/ 180685752 w 301"/>
                <a:gd name="T103" fmla="*/ 705021044 h 663"/>
                <a:gd name="T104" fmla="*/ 190423819 w 301"/>
                <a:gd name="T105" fmla="*/ 705021044 h 663"/>
                <a:gd name="T106" fmla="*/ 209898911 w 301"/>
                <a:gd name="T107" fmla="*/ 695304706 h 663"/>
                <a:gd name="T108" fmla="*/ 209898911 w 301"/>
                <a:gd name="T109" fmla="*/ 695304706 h 663"/>
                <a:gd name="T110" fmla="*/ 267242412 w 301"/>
                <a:gd name="T111" fmla="*/ 639161710 h 663"/>
                <a:gd name="T112" fmla="*/ 305110820 w 301"/>
                <a:gd name="T113" fmla="*/ 590576903 h 663"/>
                <a:gd name="T114" fmla="*/ 324585912 w 301"/>
                <a:gd name="T115" fmla="*/ 533354314 h 663"/>
                <a:gd name="T116" fmla="*/ 324585912 w 301"/>
                <a:gd name="T117" fmla="*/ 477212356 h 663"/>
                <a:gd name="T118" fmla="*/ 324585912 w 301"/>
                <a:gd name="T119" fmla="*/ 477212356 h 663"/>
                <a:gd name="T120" fmla="*/ 314847846 w 301"/>
                <a:gd name="T121" fmla="*/ 410272389 h 663"/>
                <a:gd name="T122" fmla="*/ 314847846 w 301"/>
                <a:gd name="T123" fmla="*/ 410272389 h 663"/>
                <a:gd name="T124" fmla="*/ 324585912 w 301"/>
                <a:gd name="T125" fmla="*/ 333616084 h 663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01" h="663">
                  <a:moveTo>
                    <a:pt x="300" y="309"/>
                  </a:moveTo>
                  <a:lnTo>
                    <a:pt x="300" y="309"/>
                  </a:lnTo>
                  <a:lnTo>
                    <a:pt x="291" y="186"/>
                  </a:lnTo>
                  <a:lnTo>
                    <a:pt x="238" y="150"/>
                  </a:lnTo>
                  <a:lnTo>
                    <a:pt x="211" y="115"/>
                  </a:lnTo>
                  <a:lnTo>
                    <a:pt x="194" y="97"/>
                  </a:lnTo>
                  <a:lnTo>
                    <a:pt x="176" y="80"/>
                  </a:lnTo>
                  <a:lnTo>
                    <a:pt x="158" y="53"/>
                  </a:lnTo>
                  <a:lnTo>
                    <a:pt x="141" y="0"/>
                  </a:lnTo>
                  <a:lnTo>
                    <a:pt x="141" y="36"/>
                  </a:lnTo>
                  <a:lnTo>
                    <a:pt x="150" y="133"/>
                  </a:lnTo>
                  <a:lnTo>
                    <a:pt x="167" y="256"/>
                  </a:lnTo>
                  <a:lnTo>
                    <a:pt x="167" y="309"/>
                  </a:lnTo>
                  <a:lnTo>
                    <a:pt x="167" y="362"/>
                  </a:lnTo>
                  <a:lnTo>
                    <a:pt x="158" y="406"/>
                  </a:lnTo>
                  <a:lnTo>
                    <a:pt x="167" y="442"/>
                  </a:lnTo>
                  <a:lnTo>
                    <a:pt x="167" y="459"/>
                  </a:lnTo>
                  <a:lnTo>
                    <a:pt x="158" y="521"/>
                  </a:lnTo>
                  <a:lnTo>
                    <a:pt x="150" y="547"/>
                  </a:lnTo>
                  <a:lnTo>
                    <a:pt x="123" y="574"/>
                  </a:lnTo>
                  <a:lnTo>
                    <a:pt x="123" y="583"/>
                  </a:lnTo>
                  <a:lnTo>
                    <a:pt x="114" y="583"/>
                  </a:lnTo>
                  <a:lnTo>
                    <a:pt x="79" y="583"/>
                  </a:lnTo>
                  <a:lnTo>
                    <a:pt x="17" y="583"/>
                  </a:lnTo>
                  <a:lnTo>
                    <a:pt x="8" y="618"/>
                  </a:lnTo>
                  <a:lnTo>
                    <a:pt x="0" y="662"/>
                  </a:lnTo>
                  <a:lnTo>
                    <a:pt x="44" y="662"/>
                  </a:lnTo>
                  <a:lnTo>
                    <a:pt x="105" y="653"/>
                  </a:lnTo>
                  <a:lnTo>
                    <a:pt x="150" y="653"/>
                  </a:lnTo>
                  <a:lnTo>
                    <a:pt x="167" y="653"/>
                  </a:lnTo>
                  <a:lnTo>
                    <a:pt x="176" y="653"/>
                  </a:lnTo>
                  <a:lnTo>
                    <a:pt x="194" y="644"/>
                  </a:lnTo>
                  <a:lnTo>
                    <a:pt x="247" y="592"/>
                  </a:lnTo>
                  <a:lnTo>
                    <a:pt x="282" y="547"/>
                  </a:lnTo>
                  <a:lnTo>
                    <a:pt x="300" y="494"/>
                  </a:lnTo>
                  <a:lnTo>
                    <a:pt x="300" y="442"/>
                  </a:lnTo>
                  <a:lnTo>
                    <a:pt x="291" y="380"/>
                  </a:lnTo>
                  <a:lnTo>
                    <a:pt x="300" y="309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4"/>
            <p:cNvSpPr>
              <a:spLocks noChangeArrowheads="1"/>
            </p:cNvSpPr>
            <p:nvPr/>
          </p:nvSpPr>
          <p:spPr bwMode="auto">
            <a:xfrm>
              <a:off x="5644491" y="2268890"/>
              <a:ext cx="109407" cy="83785"/>
            </a:xfrm>
            <a:custGeom>
              <a:avLst/>
              <a:gdLst>
                <a:gd name="T0" fmla="*/ 0 w 107"/>
                <a:gd name="T1" fmla="*/ 28518319 h 80"/>
                <a:gd name="T2" fmla="*/ 0 w 107"/>
                <a:gd name="T3" fmla="*/ 28518319 h 80"/>
                <a:gd name="T4" fmla="*/ 28228028 w 107"/>
                <a:gd name="T5" fmla="*/ 9871968 h 80"/>
                <a:gd name="T6" fmla="*/ 55411067 w 107"/>
                <a:gd name="T7" fmla="*/ 0 h 80"/>
                <a:gd name="T8" fmla="*/ 83640118 w 107"/>
                <a:gd name="T9" fmla="*/ 0 h 80"/>
                <a:gd name="T10" fmla="*/ 102459144 w 107"/>
                <a:gd name="T11" fmla="*/ 19743935 h 80"/>
                <a:gd name="T12" fmla="*/ 102459144 w 107"/>
                <a:gd name="T13" fmla="*/ 19743935 h 80"/>
                <a:gd name="T14" fmla="*/ 110823156 w 107"/>
                <a:gd name="T15" fmla="*/ 38390287 h 80"/>
                <a:gd name="T16" fmla="*/ 102459144 w 107"/>
                <a:gd name="T17" fmla="*/ 58134222 h 80"/>
                <a:gd name="T18" fmla="*/ 102459144 w 107"/>
                <a:gd name="T19" fmla="*/ 77877110 h 80"/>
                <a:gd name="T20" fmla="*/ 93049120 w 107"/>
                <a:gd name="T21" fmla="*/ 86652542 h 80"/>
                <a:gd name="T22" fmla="*/ 93049120 w 107"/>
                <a:gd name="T23" fmla="*/ 86652542 h 80"/>
                <a:gd name="T24" fmla="*/ 74230093 w 107"/>
                <a:gd name="T25" fmla="*/ 86652542 h 80"/>
                <a:gd name="T26" fmla="*/ 55411067 w 107"/>
                <a:gd name="T27" fmla="*/ 86652542 h 80"/>
                <a:gd name="T28" fmla="*/ 37638053 w 107"/>
                <a:gd name="T29" fmla="*/ 68005143 h 80"/>
                <a:gd name="T30" fmla="*/ 18819026 w 107"/>
                <a:gd name="T31" fmla="*/ 48262255 h 80"/>
                <a:gd name="T32" fmla="*/ 0 w 107"/>
                <a:gd name="T33" fmla="*/ 28518319 h 8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07" h="80">
                  <a:moveTo>
                    <a:pt x="0" y="26"/>
                  </a:moveTo>
                  <a:lnTo>
                    <a:pt x="0" y="26"/>
                  </a:lnTo>
                  <a:lnTo>
                    <a:pt x="27" y="9"/>
                  </a:lnTo>
                  <a:lnTo>
                    <a:pt x="53" y="0"/>
                  </a:lnTo>
                  <a:lnTo>
                    <a:pt x="80" y="0"/>
                  </a:lnTo>
                  <a:lnTo>
                    <a:pt x="98" y="18"/>
                  </a:lnTo>
                  <a:lnTo>
                    <a:pt x="106" y="35"/>
                  </a:lnTo>
                  <a:lnTo>
                    <a:pt x="98" y="53"/>
                  </a:lnTo>
                  <a:lnTo>
                    <a:pt x="98" y="71"/>
                  </a:lnTo>
                  <a:lnTo>
                    <a:pt x="89" y="79"/>
                  </a:lnTo>
                  <a:lnTo>
                    <a:pt x="71" y="79"/>
                  </a:lnTo>
                  <a:lnTo>
                    <a:pt x="53" y="79"/>
                  </a:lnTo>
                  <a:lnTo>
                    <a:pt x="36" y="62"/>
                  </a:lnTo>
                  <a:lnTo>
                    <a:pt x="18" y="44"/>
                  </a:lnTo>
                  <a:lnTo>
                    <a:pt x="0" y="26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7827" name="Group 3"/>
          <p:cNvGrpSpPr>
            <a:grpSpLocks/>
          </p:cNvGrpSpPr>
          <p:nvPr/>
        </p:nvGrpSpPr>
        <p:grpSpPr bwMode="auto">
          <a:xfrm>
            <a:off x="2828925" y="2289175"/>
            <a:ext cx="3394075" cy="2179638"/>
            <a:chOff x="3265677" y="2692115"/>
            <a:chExt cx="2488195" cy="1597586"/>
          </a:xfrm>
        </p:grpSpPr>
        <p:sp>
          <p:nvSpPr>
            <p:cNvPr id="29" name="Freeform 25"/>
            <p:cNvSpPr>
              <a:spLocks noChangeArrowheads="1"/>
            </p:cNvSpPr>
            <p:nvPr/>
          </p:nvSpPr>
          <p:spPr bwMode="auto">
            <a:xfrm>
              <a:off x="3265677" y="2692115"/>
              <a:ext cx="2488195" cy="1597586"/>
            </a:xfrm>
            <a:custGeom>
              <a:avLst/>
              <a:gdLst>
                <a:gd name="T0" fmla="*/ 2147483646 w 2391"/>
                <a:gd name="T1" fmla="*/ 849235087 h 1535"/>
                <a:gd name="T2" fmla="*/ 2147483646 w 2391"/>
                <a:gd name="T3" fmla="*/ 821071779 h 1535"/>
                <a:gd name="T4" fmla="*/ 2147483646 w 2391"/>
                <a:gd name="T5" fmla="*/ 448448114 h 1535"/>
                <a:gd name="T6" fmla="*/ 2025122242 w 2391"/>
                <a:gd name="T7" fmla="*/ 74741005 h 1535"/>
                <a:gd name="T8" fmla="*/ 1900582411 w 2391"/>
                <a:gd name="T9" fmla="*/ 27079863 h 1535"/>
                <a:gd name="T10" fmla="*/ 1575696573 w 2391"/>
                <a:gd name="T11" fmla="*/ 103987757 h 1535"/>
                <a:gd name="T12" fmla="*/ 1183667975 w 2391"/>
                <a:gd name="T13" fmla="*/ 94238840 h 1535"/>
                <a:gd name="T14" fmla="*/ 553388721 w 2391"/>
                <a:gd name="T15" fmla="*/ 74741005 h 1535"/>
                <a:gd name="T16" fmla="*/ 256659760 w 2391"/>
                <a:gd name="T17" fmla="*/ 103987757 h 1535"/>
                <a:gd name="T18" fmla="*/ 57396030 w 2391"/>
                <a:gd name="T19" fmla="*/ 27079863 h 1535"/>
                <a:gd name="T20" fmla="*/ 57396030 w 2391"/>
                <a:gd name="T21" fmla="*/ 246971184 h 1535"/>
                <a:gd name="T22" fmla="*/ 266406491 w 2391"/>
                <a:gd name="T23" fmla="*/ 189561125 h 1535"/>
                <a:gd name="T24" fmla="*/ 238249614 w 2391"/>
                <a:gd name="T25" fmla="*/ 724666050 h 1535"/>
                <a:gd name="T26" fmla="*/ 295646685 w 2391"/>
                <a:gd name="T27" fmla="*/ 1384338972 h 1535"/>
                <a:gd name="T28" fmla="*/ 361706129 w 2391"/>
                <a:gd name="T29" fmla="*/ 1643225962 h 1535"/>
                <a:gd name="T30" fmla="*/ 581545598 w 2391"/>
                <a:gd name="T31" fmla="*/ 1651891435 h 1535"/>
                <a:gd name="T32" fmla="*/ 878274559 w 2391"/>
                <a:gd name="T33" fmla="*/ 1643225962 h 1535"/>
                <a:gd name="T34" fmla="*/ 878274559 w 2391"/>
                <a:gd name="T35" fmla="*/ 1441749031 h 1535"/>
                <a:gd name="T36" fmla="*/ 1155511098 w 2391"/>
                <a:gd name="T37" fmla="*/ 1001967431 h 1535"/>
                <a:gd name="T38" fmla="*/ 1203161437 w 2391"/>
                <a:gd name="T39" fmla="*/ 1528405843 h 1535"/>
                <a:gd name="T40" fmla="*/ 1270304198 w 2391"/>
                <a:gd name="T41" fmla="*/ 1651891435 h 1535"/>
                <a:gd name="T42" fmla="*/ 1575696573 w 2391"/>
                <a:gd name="T43" fmla="*/ 1623728127 h 1535"/>
                <a:gd name="T44" fmla="*/ 1843186381 w 2391"/>
                <a:gd name="T45" fmla="*/ 1480744701 h 1535"/>
                <a:gd name="T46" fmla="*/ 1862679844 w 2391"/>
                <a:gd name="T47" fmla="*/ 830820696 h 1535"/>
                <a:gd name="T48" fmla="*/ 2005628780 w 2391"/>
                <a:gd name="T49" fmla="*/ 849235087 h 1535"/>
                <a:gd name="T50" fmla="*/ 2147483646 w 2391"/>
                <a:gd name="T51" fmla="*/ 1098372119 h 1535"/>
                <a:gd name="T52" fmla="*/ 2147483646 w 2391"/>
                <a:gd name="T53" fmla="*/ 993301958 h 1535"/>
                <a:gd name="T54" fmla="*/ 1747886744 w 2391"/>
                <a:gd name="T55" fmla="*/ 849235087 h 1535"/>
                <a:gd name="T56" fmla="*/ 1738140012 w 2391"/>
                <a:gd name="T57" fmla="*/ 1423334641 h 1535"/>
                <a:gd name="T58" fmla="*/ 1595190036 w 2391"/>
                <a:gd name="T59" fmla="*/ 1489410174 h 1535"/>
                <a:gd name="T60" fmla="*/ 1547539697 w 2391"/>
                <a:gd name="T61" fmla="*/ 1146033261 h 1535"/>
                <a:gd name="T62" fmla="*/ 1470650204 w 2391"/>
                <a:gd name="T63" fmla="*/ 1423334641 h 1535"/>
                <a:gd name="T64" fmla="*/ 1317953496 w 2391"/>
                <a:gd name="T65" fmla="*/ 1451497949 h 1535"/>
                <a:gd name="T66" fmla="*/ 1308207806 w 2391"/>
                <a:gd name="T67" fmla="*/ 1069126407 h 1535"/>
                <a:gd name="T68" fmla="*/ 1222653859 w 2391"/>
                <a:gd name="T69" fmla="*/ 858984004 h 1535"/>
                <a:gd name="T70" fmla="*/ 1098114027 w 2391"/>
                <a:gd name="T71" fmla="*/ 906645146 h 1535"/>
                <a:gd name="T72" fmla="*/ 906431435 w 2391"/>
                <a:gd name="T73" fmla="*/ 916394064 h 1535"/>
                <a:gd name="T74" fmla="*/ 782974921 w 2391"/>
                <a:gd name="T75" fmla="*/ 935891898 h 1535"/>
                <a:gd name="T76" fmla="*/ 763482499 w 2391"/>
                <a:gd name="T77" fmla="*/ 1566318068 h 1535"/>
                <a:gd name="T78" fmla="*/ 638942668 w 2391"/>
                <a:gd name="T79" fmla="*/ 1116787550 h 1535"/>
                <a:gd name="T80" fmla="*/ 524149568 w 2391"/>
                <a:gd name="T81" fmla="*/ 1059377490 h 1535"/>
                <a:gd name="T82" fmla="*/ 543641990 w 2391"/>
                <a:gd name="T83" fmla="*/ 1556569150 h 1535"/>
                <a:gd name="T84" fmla="*/ 410438744 w 2391"/>
                <a:gd name="T85" fmla="*/ 1556569150 h 1535"/>
                <a:gd name="T86" fmla="*/ 390946322 w 2391"/>
                <a:gd name="T87" fmla="*/ 1155782178 h 1535"/>
                <a:gd name="T88" fmla="*/ 343295983 w 2391"/>
                <a:gd name="T89" fmla="*/ 821071779 h 1535"/>
                <a:gd name="T90" fmla="*/ 419103199 w 2391"/>
                <a:gd name="T91" fmla="*/ 361791303 h 1535"/>
                <a:gd name="T92" fmla="*/ 820878529 w 2391"/>
                <a:gd name="T93" fmla="*/ 123485592 h 1535"/>
                <a:gd name="T94" fmla="*/ 1336364682 w 2391"/>
                <a:gd name="T95" fmla="*/ 209058959 h 1535"/>
                <a:gd name="T96" fmla="*/ 1480396936 w 2391"/>
                <a:gd name="T97" fmla="*/ 448448114 h 1535"/>
                <a:gd name="T98" fmla="*/ 1728393281 w 2391"/>
                <a:gd name="T99" fmla="*/ 610929376 h 1535"/>
                <a:gd name="T100" fmla="*/ 1920075873 w 2391"/>
                <a:gd name="T101" fmla="*/ 543770399 h 1535"/>
                <a:gd name="T102" fmla="*/ 1613600181 w 2391"/>
                <a:gd name="T103" fmla="*/ 419201363 h 1535"/>
                <a:gd name="T104" fmla="*/ 1757633475 w 2391"/>
                <a:gd name="T105" fmla="*/ 113736675 h 1535"/>
                <a:gd name="T106" fmla="*/ 2100929458 w 2391"/>
                <a:gd name="T107" fmla="*/ 180895652 h 1535"/>
                <a:gd name="T108" fmla="*/ 2147483646 w 2391"/>
                <a:gd name="T109" fmla="*/ 419201363 h 1535"/>
                <a:gd name="T110" fmla="*/ 2147483646 w 2391"/>
                <a:gd name="T111" fmla="*/ 801573944 h 1535"/>
                <a:gd name="T112" fmla="*/ 2147483646 w 2391"/>
                <a:gd name="T113" fmla="*/ 973804123 h 1535"/>
                <a:gd name="T114" fmla="*/ 2139915342 w 2391"/>
                <a:gd name="T115" fmla="*/ 868732921 h 1535"/>
                <a:gd name="T116" fmla="*/ 1881089989 w 2391"/>
                <a:gd name="T117" fmla="*/ 716000577 h 1535"/>
                <a:gd name="T118" fmla="*/ 629195937 w 2391"/>
                <a:gd name="T119" fmla="*/ 1116787550 h 1535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391" h="1535">
                  <a:moveTo>
                    <a:pt x="2382" y="828"/>
                  </a:moveTo>
                  <a:lnTo>
                    <a:pt x="2382" y="828"/>
                  </a:lnTo>
                  <a:lnTo>
                    <a:pt x="2373" y="819"/>
                  </a:lnTo>
                  <a:lnTo>
                    <a:pt x="2364" y="819"/>
                  </a:lnTo>
                  <a:lnTo>
                    <a:pt x="2355" y="811"/>
                  </a:lnTo>
                  <a:lnTo>
                    <a:pt x="2346" y="811"/>
                  </a:lnTo>
                  <a:lnTo>
                    <a:pt x="2337" y="802"/>
                  </a:lnTo>
                  <a:lnTo>
                    <a:pt x="2320" y="784"/>
                  </a:lnTo>
                  <a:lnTo>
                    <a:pt x="2311" y="784"/>
                  </a:lnTo>
                  <a:lnTo>
                    <a:pt x="2284" y="775"/>
                  </a:lnTo>
                  <a:lnTo>
                    <a:pt x="2276" y="775"/>
                  </a:lnTo>
                  <a:lnTo>
                    <a:pt x="2267" y="775"/>
                  </a:lnTo>
                  <a:lnTo>
                    <a:pt x="2249" y="784"/>
                  </a:lnTo>
                  <a:lnTo>
                    <a:pt x="2240" y="775"/>
                  </a:lnTo>
                  <a:lnTo>
                    <a:pt x="2187" y="758"/>
                  </a:lnTo>
                  <a:lnTo>
                    <a:pt x="2161" y="740"/>
                  </a:lnTo>
                  <a:lnTo>
                    <a:pt x="2152" y="722"/>
                  </a:lnTo>
                  <a:lnTo>
                    <a:pt x="2143" y="687"/>
                  </a:lnTo>
                  <a:lnTo>
                    <a:pt x="2143" y="643"/>
                  </a:lnTo>
                  <a:lnTo>
                    <a:pt x="2143" y="617"/>
                  </a:lnTo>
                  <a:lnTo>
                    <a:pt x="2152" y="546"/>
                  </a:lnTo>
                  <a:lnTo>
                    <a:pt x="2152" y="502"/>
                  </a:lnTo>
                  <a:lnTo>
                    <a:pt x="2161" y="458"/>
                  </a:lnTo>
                  <a:lnTo>
                    <a:pt x="2152" y="414"/>
                  </a:lnTo>
                  <a:lnTo>
                    <a:pt x="2143" y="334"/>
                  </a:lnTo>
                  <a:lnTo>
                    <a:pt x="2134" y="281"/>
                  </a:lnTo>
                  <a:lnTo>
                    <a:pt x="2117" y="237"/>
                  </a:lnTo>
                  <a:lnTo>
                    <a:pt x="2099" y="202"/>
                  </a:lnTo>
                  <a:lnTo>
                    <a:pt x="2064" y="158"/>
                  </a:lnTo>
                  <a:lnTo>
                    <a:pt x="2029" y="122"/>
                  </a:lnTo>
                  <a:lnTo>
                    <a:pt x="1993" y="96"/>
                  </a:lnTo>
                  <a:lnTo>
                    <a:pt x="1949" y="78"/>
                  </a:lnTo>
                  <a:lnTo>
                    <a:pt x="1896" y="69"/>
                  </a:lnTo>
                  <a:lnTo>
                    <a:pt x="1870" y="69"/>
                  </a:lnTo>
                  <a:lnTo>
                    <a:pt x="1852" y="69"/>
                  </a:lnTo>
                  <a:lnTo>
                    <a:pt x="1826" y="69"/>
                  </a:lnTo>
                  <a:lnTo>
                    <a:pt x="1817" y="69"/>
                  </a:lnTo>
                  <a:lnTo>
                    <a:pt x="1799" y="69"/>
                  </a:lnTo>
                  <a:lnTo>
                    <a:pt x="1799" y="61"/>
                  </a:lnTo>
                  <a:lnTo>
                    <a:pt x="1782" y="43"/>
                  </a:lnTo>
                  <a:lnTo>
                    <a:pt x="1755" y="25"/>
                  </a:lnTo>
                  <a:lnTo>
                    <a:pt x="1702" y="17"/>
                  </a:lnTo>
                  <a:lnTo>
                    <a:pt x="1649" y="9"/>
                  </a:lnTo>
                  <a:lnTo>
                    <a:pt x="1605" y="9"/>
                  </a:lnTo>
                  <a:lnTo>
                    <a:pt x="1570" y="25"/>
                  </a:lnTo>
                  <a:lnTo>
                    <a:pt x="1499" y="69"/>
                  </a:lnTo>
                  <a:lnTo>
                    <a:pt x="1499" y="78"/>
                  </a:lnTo>
                  <a:lnTo>
                    <a:pt x="1482" y="87"/>
                  </a:lnTo>
                  <a:lnTo>
                    <a:pt x="1473" y="96"/>
                  </a:lnTo>
                  <a:lnTo>
                    <a:pt x="1455" y="96"/>
                  </a:lnTo>
                  <a:lnTo>
                    <a:pt x="1437" y="96"/>
                  </a:lnTo>
                  <a:lnTo>
                    <a:pt x="1393" y="105"/>
                  </a:lnTo>
                  <a:lnTo>
                    <a:pt x="1340" y="114"/>
                  </a:lnTo>
                  <a:lnTo>
                    <a:pt x="1296" y="105"/>
                  </a:lnTo>
                  <a:lnTo>
                    <a:pt x="1234" y="96"/>
                  </a:lnTo>
                  <a:lnTo>
                    <a:pt x="1181" y="96"/>
                  </a:lnTo>
                  <a:lnTo>
                    <a:pt x="1093" y="87"/>
                  </a:lnTo>
                  <a:lnTo>
                    <a:pt x="1005" y="69"/>
                  </a:lnTo>
                  <a:lnTo>
                    <a:pt x="917" y="43"/>
                  </a:lnTo>
                  <a:lnTo>
                    <a:pt x="864" y="25"/>
                  </a:lnTo>
                  <a:lnTo>
                    <a:pt x="820" y="17"/>
                  </a:lnTo>
                  <a:lnTo>
                    <a:pt x="784" y="25"/>
                  </a:lnTo>
                  <a:lnTo>
                    <a:pt x="758" y="25"/>
                  </a:lnTo>
                  <a:lnTo>
                    <a:pt x="687" y="34"/>
                  </a:lnTo>
                  <a:lnTo>
                    <a:pt x="617" y="43"/>
                  </a:lnTo>
                  <a:lnTo>
                    <a:pt x="555" y="52"/>
                  </a:lnTo>
                  <a:lnTo>
                    <a:pt x="511" y="69"/>
                  </a:lnTo>
                  <a:lnTo>
                    <a:pt x="476" y="96"/>
                  </a:lnTo>
                  <a:lnTo>
                    <a:pt x="440" y="122"/>
                  </a:lnTo>
                  <a:lnTo>
                    <a:pt x="431" y="140"/>
                  </a:lnTo>
                  <a:lnTo>
                    <a:pt x="414" y="131"/>
                  </a:lnTo>
                  <a:lnTo>
                    <a:pt x="343" y="105"/>
                  </a:lnTo>
                  <a:lnTo>
                    <a:pt x="273" y="96"/>
                  </a:lnTo>
                  <a:lnTo>
                    <a:pt x="255" y="96"/>
                  </a:lnTo>
                  <a:lnTo>
                    <a:pt x="237" y="96"/>
                  </a:lnTo>
                  <a:lnTo>
                    <a:pt x="202" y="87"/>
                  </a:lnTo>
                  <a:lnTo>
                    <a:pt x="168" y="78"/>
                  </a:lnTo>
                  <a:lnTo>
                    <a:pt x="150" y="69"/>
                  </a:lnTo>
                  <a:lnTo>
                    <a:pt x="141" y="52"/>
                  </a:lnTo>
                  <a:lnTo>
                    <a:pt x="132" y="25"/>
                  </a:lnTo>
                  <a:lnTo>
                    <a:pt x="124" y="9"/>
                  </a:lnTo>
                  <a:lnTo>
                    <a:pt x="106" y="9"/>
                  </a:lnTo>
                  <a:lnTo>
                    <a:pt x="80" y="0"/>
                  </a:lnTo>
                  <a:lnTo>
                    <a:pt x="62" y="0"/>
                  </a:lnTo>
                  <a:lnTo>
                    <a:pt x="62" y="9"/>
                  </a:lnTo>
                  <a:lnTo>
                    <a:pt x="53" y="25"/>
                  </a:lnTo>
                  <a:lnTo>
                    <a:pt x="44" y="52"/>
                  </a:lnTo>
                  <a:lnTo>
                    <a:pt x="27" y="78"/>
                  </a:lnTo>
                  <a:lnTo>
                    <a:pt x="9" y="87"/>
                  </a:lnTo>
                  <a:lnTo>
                    <a:pt x="0" y="96"/>
                  </a:lnTo>
                  <a:lnTo>
                    <a:pt x="27" y="140"/>
                  </a:lnTo>
                  <a:lnTo>
                    <a:pt x="18" y="158"/>
                  </a:lnTo>
                  <a:lnTo>
                    <a:pt x="18" y="184"/>
                  </a:lnTo>
                  <a:lnTo>
                    <a:pt x="27" y="202"/>
                  </a:lnTo>
                  <a:lnTo>
                    <a:pt x="44" y="219"/>
                  </a:lnTo>
                  <a:lnTo>
                    <a:pt x="53" y="228"/>
                  </a:lnTo>
                  <a:lnTo>
                    <a:pt x="62" y="219"/>
                  </a:lnTo>
                  <a:lnTo>
                    <a:pt x="71" y="219"/>
                  </a:lnTo>
                  <a:lnTo>
                    <a:pt x="97" y="202"/>
                  </a:lnTo>
                  <a:lnTo>
                    <a:pt x="115" y="193"/>
                  </a:lnTo>
                  <a:lnTo>
                    <a:pt x="124" y="175"/>
                  </a:lnTo>
                  <a:lnTo>
                    <a:pt x="177" y="184"/>
                  </a:lnTo>
                  <a:lnTo>
                    <a:pt x="229" y="175"/>
                  </a:lnTo>
                  <a:lnTo>
                    <a:pt x="246" y="175"/>
                  </a:lnTo>
                  <a:lnTo>
                    <a:pt x="264" y="175"/>
                  </a:lnTo>
                  <a:lnTo>
                    <a:pt x="326" y="193"/>
                  </a:lnTo>
                  <a:lnTo>
                    <a:pt x="370" y="211"/>
                  </a:lnTo>
                  <a:lnTo>
                    <a:pt x="308" y="281"/>
                  </a:lnTo>
                  <a:lnTo>
                    <a:pt x="273" y="343"/>
                  </a:lnTo>
                  <a:lnTo>
                    <a:pt x="246" y="387"/>
                  </a:lnTo>
                  <a:lnTo>
                    <a:pt x="229" y="431"/>
                  </a:lnTo>
                  <a:lnTo>
                    <a:pt x="220" y="502"/>
                  </a:lnTo>
                  <a:lnTo>
                    <a:pt x="220" y="572"/>
                  </a:lnTo>
                  <a:lnTo>
                    <a:pt x="220" y="669"/>
                  </a:lnTo>
                  <a:lnTo>
                    <a:pt x="220" y="714"/>
                  </a:lnTo>
                  <a:lnTo>
                    <a:pt x="229" y="749"/>
                  </a:lnTo>
                  <a:lnTo>
                    <a:pt x="237" y="784"/>
                  </a:lnTo>
                  <a:lnTo>
                    <a:pt x="246" y="811"/>
                  </a:lnTo>
                  <a:lnTo>
                    <a:pt x="255" y="961"/>
                  </a:lnTo>
                  <a:lnTo>
                    <a:pt x="264" y="1067"/>
                  </a:lnTo>
                  <a:lnTo>
                    <a:pt x="273" y="1234"/>
                  </a:lnTo>
                  <a:lnTo>
                    <a:pt x="273" y="1252"/>
                  </a:lnTo>
                  <a:lnTo>
                    <a:pt x="273" y="1278"/>
                  </a:lnTo>
                  <a:lnTo>
                    <a:pt x="281" y="1419"/>
                  </a:lnTo>
                  <a:lnTo>
                    <a:pt x="273" y="1419"/>
                  </a:lnTo>
                  <a:lnTo>
                    <a:pt x="273" y="1428"/>
                  </a:lnTo>
                  <a:lnTo>
                    <a:pt x="264" y="1437"/>
                  </a:lnTo>
                  <a:lnTo>
                    <a:pt x="273" y="1437"/>
                  </a:lnTo>
                  <a:lnTo>
                    <a:pt x="273" y="1455"/>
                  </a:lnTo>
                  <a:lnTo>
                    <a:pt x="281" y="1481"/>
                  </a:lnTo>
                  <a:lnTo>
                    <a:pt x="308" y="1508"/>
                  </a:lnTo>
                  <a:lnTo>
                    <a:pt x="334" y="1517"/>
                  </a:lnTo>
                  <a:lnTo>
                    <a:pt x="379" y="1525"/>
                  </a:lnTo>
                  <a:lnTo>
                    <a:pt x="440" y="1525"/>
                  </a:lnTo>
                  <a:lnTo>
                    <a:pt x="449" y="1525"/>
                  </a:lnTo>
                  <a:lnTo>
                    <a:pt x="476" y="1525"/>
                  </a:lnTo>
                  <a:lnTo>
                    <a:pt x="493" y="1525"/>
                  </a:lnTo>
                  <a:lnTo>
                    <a:pt x="529" y="1525"/>
                  </a:lnTo>
                  <a:lnTo>
                    <a:pt x="537" y="1525"/>
                  </a:lnTo>
                  <a:lnTo>
                    <a:pt x="546" y="1525"/>
                  </a:lnTo>
                  <a:lnTo>
                    <a:pt x="555" y="1517"/>
                  </a:lnTo>
                  <a:lnTo>
                    <a:pt x="573" y="1517"/>
                  </a:lnTo>
                  <a:lnTo>
                    <a:pt x="608" y="1525"/>
                  </a:lnTo>
                  <a:lnTo>
                    <a:pt x="634" y="1534"/>
                  </a:lnTo>
                  <a:lnTo>
                    <a:pt x="687" y="1534"/>
                  </a:lnTo>
                  <a:lnTo>
                    <a:pt x="740" y="1534"/>
                  </a:lnTo>
                  <a:lnTo>
                    <a:pt x="776" y="1525"/>
                  </a:lnTo>
                  <a:lnTo>
                    <a:pt x="802" y="1517"/>
                  </a:lnTo>
                  <a:lnTo>
                    <a:pt x="811" y="1517"/>
                  </a:lnTo>
                  <a:lnTo>
                    <a:pt x="811" y="1508"/>
                  </a:lnTo>
                  <a:lnTo>
                    <a:pt x="820" y="1499"/>
                  </a:lnTo>
                  <a:lnTo>
                    <a:pt x="820" y="1490"/>
                  </a:lnTo>
                  <a:lnTo>
                    <a:pt x="811" y="1481"/>
                  </a:lnTo>
                  <a:lnTo>
                    <a:pt x="820" y="1455"/>
                  </a:lnTo>
                  <a:lnTo>
                    <a:pt x="811" y="1428"/>
                  </a:lnTo>
                  <a:lnTo>
                    <a:pt x="811" y="1419"/>
                  </a:lnTo>
                  <a:lnTo>
                    <a:pt x="811" y="1358"/>
                  </a:lnTo>
                  <a:lnTo>
                    <a:pt x="811" y="1331"/>
                  </a:lnTo>
                  <a:lnTo>
                    <a:pt x="811" y="1261"/>
                  </a:lnTo>
                  <a:lnTo>
                    <a:pt x="811" y="934"/>
                  </a:lnTo>
                  <a:lnTo>
                    <a:pt x="837" y="943"/>
                  </a:lnTo>
                  <a:lnTo>
                    <a:pt x="855" y="943"/>
                  </a:lnTo>
                  <a:lnTo>
                    <a:pt x="873" y="943"/>
                  </a:lnTo>
                  <a:lnTo>
                    <a:pt x="881" y="943"/>
                  </a:lnTo>
                  <a:lnTo>
                    <a:pt x="996" y="934"/>
                  </a:lnTo>
                  <a:lnTo>
                    <a:pt x="1067" y="925"/>
                  </a:lnTo>
                  <a:lnTo>
                    <a:pt x="1084" y="917"/>
                  </a:lnTo>
                  <a:lnTo>
                    <a:pt x="1102" y="952"/>
                  </a:lnTo>
                  <a:lnTo>
                    <a:pt x="1102" y="996"/>
                  </a:lnTo>
                  <a:lnTo>
                    <a:pt x="1102" y="1005"/>
                  </a:lnTo>
                  <a:lnTo>
                    <a:pt x="1102" y="1128"/>
                  </a:lnTo>
                  <a:lnTo>
                    <a:pt x="1102" y="1261"/>
                  </a:lnTo>
                  <a:lnTo>
                    <a:pt x="1111" y="1340"/>
                  </a:lnTo>
                  <a:lnTo>
                    <a:pt x="1111" y="1384"/>
                  </a:lnTo>
                  <a:lnTo>
                    <a:pt x="1111" y="1411"/>
                  </a:lnTo>
                  <a:lnTo>
                    <a:pt x="1120" y="1419"/>
                  </a:lnTo>
                  <a:lnTo>
                    <a:pt x="1120" y="1437"/>
                  </a:lnTo>
                  <a:lnTo>
                    <a:pt x="1111" y="1455"/>
                  </a:lnTo>
                  <a:lnTo>
                    <a:pt x="1120" y="1481"/>
                  </a:lnTo>
                  <a:lnTo>
                    <a:pt x="1137" y="1508"/>
                  </a:lnTo>
                  <a:lnTo>
                    <a:pt x="1137" y="1517"/>
                  </a:lnTo>
                  <a:lnTo>
                    <a:pt x="1146" y="1517"/>
                  </a:lnTo>
                  <a:lnTo>
                    <a:pt x="1173" y="1525"/>
                  </a:lnTo>
                  <a:lnTo>
                    <a:pt x="1181" y="1525"/>
                  </a:lnTo>
                  <a:lnTo>
                    <a:pt x="1243" y="1534"/>
                  </a:lnTo>
                  <a:lnTo>
                    <a:pt x="1367" y="1534"/>
                  </a:lnTo>
                  <a:lnTo>
                    <a:pt x="1402" y="1517"/>
                  </a:lnTo>
                  <a:lnTo>
                    <a:pt x="1429" y="1490"/>
                  </a:lnTo>
                  <a:lnTo>
                    <a:pt x="1437" y="1472"/>
                  </a:lnTo>
                  <a:lnTo>
                    <a:pt x="1446" y="1490"/>
                  </a:lnTo>
                  <a:lnTo>
                    <a:pt x="1455" y="1499"/>
                  </a:lnTo>
                  <a:lnTo>
                    <a:pt x="1499" y="1517"/>
                  </a:lnTo>
                  <a:lnTo>
                    <a:pt x="1543" y="1517"/>
                  </a:lnTo>
                  <a:lnTo>
                    <a:pt x="1570" y="1525"/>
                  </a:lnTo>
                  <a:lnTo>
                    <a:pt x="1579" y="1525"/>
                  </a:lnTo>
                  <a:lnTo>
                    <a:pt x="1605" y="1517"/>
                  </a:lnTo>
                  <a:lnTo>
                    <a:pt x="1632" y="1508"/>
                  </a:lnTo>
                  <a:lnTo>
                    <a:pt x="1667" y="1472"/>
                  </a:lnTo>
                  <a:lnTo>
                    <a:pt x="1693" y="1446"/>
                  </a:lnTo>
                  <a:lnTo>
                    <a:pt x="1702" y="1411"/>
                  </a:lnTo>
                  <a:lnTo>
                    <a:pt x="1702" y="1367"/>
                  </a:lnTo>
                  <a:lnTo>
                    <a:pt x="1702" y="1340"/>
                  </a:lnTo>
                  <a:lnTo>
                    <a:pt x="1702" y="1296"/>
                  </a:lnTo>
                  <a:lnTo>
                    <a:pt x="1702" y="1199"/>
                  </a:lnTo>
                  <a:lnTo>
                    <a:pt x="1702" y="1172"/>
                  </a:lnTo>
                  <a:lnTo>
                    <a:pt x="1693" y="1075"/>
                  </a:lnTo>
                  <a:lnTo>
                    <a:pt x="1693" y="934"/>
                  </a:lnTo>
                  <a:lnTo>
                    <a:pt x="1711" y="819"/>
                  </a:lnTo>
                  <a:lnTo>
                    <a:pt x="1720" y="767"/>
                  </a:lnTo>
                  <a:lnTo>
                    <a:pt x="1720" y="758"/>
                  </a:lnTo>
                  <a:lnTo>
                    <a:pt x="1755" y="749"/>
                  </a:lnTo>
                  <a:lnTo>
                    <a:pt x="1817" y="740"/>
                  </a:lnTo>
                  <a:lnTo>
                    <a:pt x="1834" y="731"/>
                  </a:lnTo>
                  <a:lnTo>
                    <a:pt x="1843" y="758"/>
                  </a:lnTo>
                  <a:lnTo>
                    <a:pt x="1852" y="784"/>
                  </a:lnTo>
                  <a:lnTo>
                    <a:pt x="1870" y="837"/>
                  </a:lnTo>
                  <a:lnTo>
                    <a:pt x="1887" y="872"/>
                  </a:lnTo>
                  <a:lnTo>
                    <a:pt x="1905" y="899"/>
                  </a:lnTo>
                  <a:lnTo>
                    <a:pt x="1914" y="917"/>
                  </a:lnTo>
                  <a:lnTo>
                    <a:pt x="1949" y="943"/>
                  </a:lnTo>
                  <a:lnTo>
                    <a:pt x="1993" y="978"/>
                  </a:lnTo>
                  <a:lnTo>
                    <a:pt x="2020" y="996"/>
                  </a:lnTo>
                  <a:lnTo>
                    <a:pt x="2055" y="1005"/>
                  </a:lnTo>
                  <a:lnTo>
                    <a:pt x="2090" y="1014"/>
                  </a:lnTo>
                  <a:lnTo>
                    <a:pt x="2117" y="1014"/>
                  </a:lnTo>
                  <a:lnTo>
                    <a:pt x="2126" y="1022"/>
                  </a:lnTo>
                  <a:lnTo>
                    <a:pt x="2161" y="1022"/>
                  </a:lnTo>
                  <a:lnTo>
                    <a:pt x="2170" y="1022"/>
                  </a:lnTo>
                  <a:lnTo>
                    <a:pt x="2249" y="1005"/>
                  </a:lnTo>
                  <a:lnTo>
                    <a:pt x="2284" y="996"/>
                  </a:lnTo>
                  <a:lnTo>
                    <a:pt x="2320" y="969"/>
                  </a:lnTo>
                  <a:lnTo>
                    <a:pt x="2337" y="952"/>
                  </a:lnTo>
                  <a:lnTo>
                    <a:pt x="2346" y="934"/>
                  </a:lnTo>
                  <a:lnTo>
                    <a:pt x="2355" y="917"/>
                  </a:lnTo>
                  <a:lnTo>
                    <a:pt x="2364" y="899"/>
                  </a:lnTo>
                  <a:lnTo>
                    <a:pt x="2364" y="890"/>
                  </a:lnTo>
                  <a:lnTo>
                    <a:pt x="2373" y="881"/>
                  </a:lnTo>
                  <a:lnTo>
                    <a:pt x="2382" y="855"/>
                  </a:lnTo>
                  <a:lnTo>
                    <a:pt x="2390" y="837"/>
                  </a:lnTo>
                  <a:lnTo>
                    <a:pt x="2382" y="828"/>
                  </a:lnTo>
                  <a:close/>
                  <a:moveTo>
                    <a:pt x="1614" y="784"/>
                  </a:moveTo>
                  <a:lnTo>
                    <a:pt x="1614" y="784"/>
                  </a:lnTo>
                  <a:lnTo>
                    <a:pt x="1614" y="811"/>
                  </a:lnTo>
                  <a:lnTo>
                    <a:pt x="1605" y="837"/>
                  </a:lnTo>
                  <a:lnTo>
                    <a:pt x="1587" y="925"/>
                  </a:lnTo>
                  <a:lnTo>
                    <a:pt x="1596" y="1022"/>
                  </a:lnTo>
                  <a:lnTo>
                    <a:pt x="1596" y="1084"/>
                  </a:lnTo>
                  <a:lnTo>
                    <a:pt x="1587" y="1128"/>
                  </a:lnTo>
                  <a:lnTo>
                    <a:pt x="1596" y="1181"/>
                  </a:lnTo>
                  <a:lnTo>
                    <a:pt x="1596" y="1190"/>
                  </a:lnTo>
                  <a:lnTo>
                    <a:pt x="1605" y="1252"/>
                  </a:lnTo>
                  <a:lnTo>
                    <a:pt x="1605" y="1314"/>
                  </a:lnTo>
                  <a:lnTo>
                    <a:pt x="1596" y="1349"/>
                  </a:lnTo>
                  <a:lnTo>
                    <a:pt x="1596" y="1358"/>
                  </a:lnTo>
                  <a:lnTo>
                    <a:pt x="1587" y="1393"/>
                  </a:lnTo>
                  <a:lnTo>
                    <a:pt x="1561" y="1428"/>
                  </a:lnTo>
                  <a:lnTo>
                    <a:pt x="1526" y="1419"/>
                  </a:lnTo>
                  <a:lnTo>
                    <a:pt x="1508" y="1419"/>
                  </a:lnTo>
                  <a:lnTo>
                    <a:pt x="1490" y="1419"/>
                  </a:lnTo>
                  <a:lnTo>
                    <a:pt x="1482" y="1411"/>
                  </a:lnTo>
                  <a:lnTo>
                    <a:pt x="1473" y="1375"/>
                  </a:lnTo>
                  <a:lnTo>
                    <a:pt x="1473" y="1367"/>
                  </a:lnTo>
                  <a:lnTo>
                    <a:pt x="1464" y="1349"/>
                  </a:lnTo>
                  <a:lnTo>
                    <a:pt x="1464" y="1305"/>
                  </a:lnTo>
                  <a:lnTo>
                    <a:pt x="1455" y="1225"/>
                  </a:lnTo>
                  <a:lnTo>
                    <a:pt x="1455" y="1155"/>
                  </a:lnTo>
                  <a:lnTo>
                    <a:pt x="1455" y="1093"/>
                  </a:lnTo>
                  <a:lnTo>
                    <a:pt x="1437" y="1067"/>
                  </a:lnTo>
                  <a:lnTo>
                    <a:pt x="1429" y="1058"/>
                  </a:lnTo>
                  <a:lnTo>
                    <a:pt x="1429" y="1049"/>
                  </a:lnTo>
                  <a:lnTo>
                    <a:pt x="1411" y="1049"/>
                  </a:lnTo>
                  <a:lnTo>
                    <a:pt x="1384" y="1058"/>
                  </a:lnTo>
                  <a:lnTo>
                    <a:pt x="1358" y="1075"/>
                  </a:lnTo>
                  <a:lnTo>
                    <a:pt x="1349" y="1093"/>
                  </a:lnTo>
                  <a:lnTo>
                    <a:pt x="1349" y="1128"/>
                  </a:lnTo>
                  <a:lnTo>
                    <a:pt x="1349" y="1217"/>
                  </a:lnTo>
                  <a:lnTo>
                    <a:pt x="1349" y="1278"/>
                  </a:lnTo>
                  <a:lnTo>
                    <a:pt x="1358" y="1314"/>
                  </a:lnTo>
                  <a:lnTo>
                    <a:pt x="1358" y="1367"/>
                  </a:lnTo>
                  <a:lnTo>
                    <a:pt x="1349" y="1393"/>
                  </a:lnTo>
                  <a:lnTo>
                    <a:pt x="1340" y="1419"/>
                  </a:lnTo>
                  <a:lnTo>
                    <a:pt x="1323" y="1437"/>
                  </a:lnTo>
                  <a:lnTo>
                    <a:pt x="1296" y="1446"/>
                  </a:lnTo>
                  <a:lnTo>
                    <a:pt x="1234" y="1446"/>
                  </a:lnTo>
                  <a:lnTo>
                    <a:pt x="1226" y="1446"/>
                  </a:lnTo>
                  <a:lnTo>
                    <a:pt x="1226" y="1419"/>
                  </a:lnTo>
                  <a:lnTo>
                    <a:pt x="1217" y="1340"/>
                  </a:lnTo>
                  <a:lnTo>
                    <a:pt x="1208" y="1243"/>
                  </a:lnTo>
                  <a:lnTo>
                    <a:pt x="1199" y="1199"/>
                  </a:lnTo>
                  <a:lnTo>
                    <a:pt x="1199" y="1172"/>
                  </a:lnTo>
                  <a:lnTo>
                    <a:pt x="1199" y="1102"/>
                  </a:lnTo>
                  <a:lnTo>
                    <a:pt x="1208" y="1067"/>
                  </a:lnTo>
                  <a:lnTo>
                    <a:pt x="1208" y="1049"/>
                  </a:lnTo>
                  <a:lnTo>
                    <a:pt x="1208" y="987"/>
                  </a:lnTo>
                  <a:lnTo>
                    <a:pt x="1208" y="943"/>
                  </a:lnTo>
                  <a:lnTo>
                    <a:pt x="1199" y="934"/>
                  </a:lnTo>
                  <a:lnTo>
                    <a:pt x="1199" y="908"/>
                  </a:lnTo>
                  <a:lnTo>
                    <a:pt x="1190" y="855"/>
                  </a:lnTo>
                  <a:lnTo>
                    <a:pt x="1181" y="828"/>
                  </a:lnTo>
                  <a:lnTo>
                    <a:pt x="1164" y="802"/>
                  </a:lnTo>
                  <a:lnTo>
                    <a:pt x="1146" y="793"/>
                  </a:lnTo>
                  <a:lnTo>
                    <a:pt x="1129" y="793"/>
                  </a:lnTo>
                  <a:lnTo>
                    <a:pt x="1111" y="793"/>
                  </a:lnTo>
                  <a:lnTo>
                    <a:pt x="1084" y="802"/>
                  </a:lnTo>
                  <a:lnTo>
                    <a:pt x="1076" y="819"/>
                  </a:lnTo>
                  <a:lnTo>
                    <a:pt x="1058" y="828"/>
                  </a:lnTo>
                  <a:lnTo>
                    <a:pt x="1040" y="828"/>
                  </a:lnTo>
                  <a:lnTo>
                    <a:pt x="1023" y="837"/>
                  </a:lnTo>
                  <a:lnTo>
                    <a:pt x="1014" y="837"/>
                  </a:lnTo>
                  <a:lnTo>
                    <a:pt x="987" y="846"/>
                  </a:lnTo>
                  <a:lnTo>
                    <a:pt x="943" y="855"/>
                  </a:lnTo>
                  <a:lnTo>
                    <a:pt x="934" y="846"/>
                  </a:lnTo>
                  <a:lnTo>
                    <a:pt x="864" y="855"/>
                  </a:lnTo>
                  <a:lnTo>
                    <a:pt x="855" y="855"/>
                  </a:lnTo>
                  <a:lnTo>
                    <a:pt x="846" y="855"/>
                  </a:lnTo>
                  <a:lnTo>
                    <a:pt x="837" y="846"/>
                  </a:lnTo>
                  <a:lnTo>
                    <a:pt x="829" y="837"/>
                  </a:lnTo>
                  <a:lnTo>
                    <a:pt x="820" y="837"/>
                  </a:lnTo>
                  <a:lnTo>
                    <a:pt x="811" y="837"/>
                  </a:lnTo>
                  <a:lnTo>
                    <a:pt x="767" y="837"/>
                  </a:lnTo>
                  <a:lnTo>
                    <a:pt x="758" y="837"/>
                  </a:lnTo>
                  <a:lnTo>
                    <a:pt x="749" y="846"/>
                  </a:lnTo>
                  <a:lnTo>
                    <a:pt x="740" y="855"/>
                  </a:lnTo>
                  <a:lnTo>
                    <a:pt x="723" y="864"/>
                  </a:lnTo>
                  <a:lnTo>
                    <a:pt x="705" y="872"/>
                  </a:lnTo>
                  <a:lnTo>
                    <a:pt x="696" y="908"/>
                  </a:lnTo>
                  <a:lnTo>
                    <a:pt x="696" y="934"/>
                  </a:lnTo>
                  <a:lnTo>
                    <a:pt x="714" y="1067"/>
                  </a:lnTo>
                  <a:lnTo>
                    <a:pt x="723" y="1190"/>
                  </a:lnTo>
                  <a:lnTo>
                    <a:pt x="723" y="1367"/>
                  </a:lnTo>
                  <a:lnTo>
                    <a:pt x="714" y="1428"/>
                  </a:lnTo>
                  <a:lnTo>
                    <a:pt x="714" y="1446"/>
                  </a:lnTo>
                  <a:lnTo>
                    <a:pt x="705" y="1446"/>
                  </a:lnTo>
                  <a:lnTo>
                    <a:pt x="652" y="1446"/>
                  </a:lnTo>
                  <a:lnTo>
                    <a:pt x="617" y="1446"/>
                  </a:lnTo>
                  <a:lnTo>
                    <a:pt x="608" y="1446"/>
                  </a:lnTo>
                  <a:lnTo>
                    <a:pt x="608" y="1437"/>
                  </a:lnTo>
                  <a:lnTo>
                    <a:pt x="599" y="1393"/>
                  </a:lnTo>
                  <a:lnTo>
                    <a:pt x="590" y="1340"/>
                  </a:lnTo>
                  <a:lnTo>
                    <a:pt x="599" y="1243"/>
                  </a:lnTo>
                  <a:lnTo>
                    <a:pt x="599" y="1164"/>
                  </a:lnTo>
                  <a:lnTo>
                    <a:pt x="599" y="1093"/>
                  </a:lnTo>
                  <a:lnTo>
                    <a:pt x="590" y="1031"/>
                  </a:lnTo>
                  <a:lnTo>
                    <a:pt x="581" y="943"/>
                  </a:lnTo>
                  <a:lnTo>
                    <a:pt x="581" y="934"/>
                  </a:lnTo>
                  <a:lnTo>
                    <a:pt x="581" y="925"/>
                  </a:lnTo>
                  <a:lnTo>
                    <a:pt x="555" y="917"/>
                  </a:lnTo>
                  <a:lnTo>
                    <a:pt x="537" y="917"/>
                  </a:lnTo>
                  <a:lnTo>
                    <a:pt x="520" y="917"/>
                  </a:lnTo>
                  <a:lnTo>
                    <a:pt x="502" y="925"/>
                  </a:lnTo>
                  <a:lnTo>
                    <a:pt x="493" y="943"/>
                  </a:lnTo>
                  <a:lnTo>
                    <a:pt x="484" y="961"/>
                  </a:lnTo>
                  <a:lnTo>
                    <a:pt x="484" y="978"/>
                  </a:lnTo>
                  <a:lnTo>
                    <a:pt x="484" y="996"/>
                  </a:lnTo>
                  <a:lnTo>
                    <a:pt x="502" y="1040"/>
                  </a:lnTo>
                  <a:lnTo>
                    <a:pt x="502" y="1093"/>
                  </a:lnTo>
                  <a:lnTo>
                    <a:pt x="493" y="1208"/>
                  </a:lnTo>
                  <a:lnTo>
                    <a:pt x="493" y="1278"/>
                  </a:lnTo>
                  <a:lnTo>
                    <a:pt x="493" y="1384"/>
                  </a:lnTo>
                  <a:lnTo>
                    <a:pt x="493" y="1393"/>
                  </a:lnTo>
                  <a:lnTo>
                    <a:pt x="493" y="1419"/>
                  </a:lnTo>
                  <a:lnTo>
                    <a:pt x="502" y="1437"/>
                  </a:lnTo>
                  <a:lnTo>
                    <a:pt x="484" y="1446"/>
                  </a:lnTo>
                  <a:lnTo>
                    <a:pt x="476" y="1446"/>
                  </a:lnTo>
                  <a:lnTo>
                    <a:pt x="440" y="1446"/>
                  </a:lnTo>
                  <a:lnTo>
                    <a:pt x="414" y="1446"/>
                  </a:lnTo>
                  <a:lnTo>
                    <a:pt x="405" y="1446"/>
                  </a:lnTo>
                  <a:lnTo>
                    <a:pt x="387" y="1446"/>
                  </a:lnTo>
                  <a:lnTo>
                    <a:pt x="379" y="1437"/>
                  </a:lnTo>
                  <a:lnTo>
                    <a:pt x="370" y="1411"/>
                  </a:lnTo>
                  <a:lnTo>
                    <a:pt x="370" y="1367"/>
                  </a:lnTo>
                  <a:lnTo>
                    <a:pt x="370" y="1322"/>
                  </a:lnTo>
                  <a:lnTo>
                    <a:pt x="370" y="1269"/>
                  </a:lnTo>
                  <a:lnTo>
                    <a:pt x="370" y="1190"/>
                  </a:lnTo>
                  <a:lnTo>
                    <a:pt x="370" y="1146"/>
                  </a:lnTo>
                  <a:lnTo>
                    <a:pt x="370" y="1111"/>
                  </a:lnTo>
                  <a:lnTo>
                    <a:pt x="361" y="1067"/>
                  </a:lnTo>
                  <a:lnTo>
                    <a:pt x="361" y="1031"/>
                  </a:lnTo>
                  <a:lnTo>
                    <a:pt x="361" y="1005"/>
                  </a:lnTo>
                  <a:lnTo>
                    <a:pt x="352" y="978"/>
                  </a:lnTo>
                  <a:lnTo>
                    <a:pt x="343" y="943"/>
                  </a:lnTo>
                  <a:lnTo>
                    <a:pt x="326" y="837"/>
                  </a:lnTo>
                  <a:lnTo>
                    <a:pt x="326" y="811"/>
                  </a:lnTo>
                  <a:lnTo>
                    <a:pt x="317" y="784"/>
                  </a:lnTo>
                  <a:lnTo>
                    <a:pt x="317" y="758"/>
                  </a:lnTo>
                  <a:lnTo>
                    <a:pt x="317" y="740"/>
                  </a:lnTo>
                  <a:lnTo>
                    <a:pt x="317" y="705"/>
                  </a:lnTo>
                  <a:lnTo>
                    <a:pt x="317" y="669"/>
                  </a:lnTo>
                  <a:lnTo>
                    <a:pt x="326" y="590"/>
                  </a:lnTo>
                  <a:lnTo>
                    <a:pt x="326" y="528"/>
                  </a:lnTo>
                  <a:lnTo>
                    <a:pt x="334" y="484"/>
                  </a:lnTo>
                  <a:lnTo>
                    <a:pt x="370" y="387"/>
                  </a:lnTo>
                  <a:lnTo>
                    <a:pt x="387" y="334"/>
                  </a:lnTo>
                  <a:lnTo>
                    <a:pt x="414" y="290"/>
                  </a:lnTo>
                  <a:lnTo>
                    <a:pt x="440" y="255"/>
                  </a:lnTo>
                  <a:lnTo>
                    <a:pt x="476" y="211"/>
                  </a:lnTo>
                  <a:lnTo>
                    <a:pt x="520" y="167"/>
                  </a:lnTo>
                  <a:lnTo>
                    <a:pt x="555" y="140"/>
                  </a:lnTo>
                  <a:lnTo>
                    <a:pt x="670" y="122"/>
                  </a:lnTo>
                  <a:lnTo>
                    <a:pt x="731" y="114"/>
                  </a:lnTo>
                  <a:lnTo>
                    <a:pt x="758" y="114"/>
                  </a:lnTo>
                  <a:lnTo>
                    <a:pt x="784" y="105"/>
                  </a:lnTo>
                  <a:lnTo>
                    <a:pt x="802" y="105"/>
                  </a:lnTo>
                  <a:lnTo>
                    <a:pt x="855" y="114"/>
                  </a:lnTo>
                  <a:lnTo>
                    <a:pt x="908" y="122"/>
                  </a:lnTo>
                  <a:lnTo>
                    <a:pt x="926" y="131"/>
                  </a:lnTo>
                  <a:lnTo>
                    <a:pt x="1049" y="167"/>
                  </a:lnTo>
                  <a:lnTo>
                    <a:pt x="1181" y="184"/>
                  </a:lnTo>
                  <a:lnTo>
                    <a:pt x="1234" y="193"/>
                  </a:lnTo>
                  <a:lnTo>
                    <a:pt x="1305" y="202"/>
                  </a:lnTo>
                  <a:lnTo>
                    <a:pt x="1340" y="211"/>
                  </a:lnTo>
                  <a:lnTo>
                    <a:pt x="1367" y="211"/>
                  </a:lnTo>
                  <a:lnTo>
                    <a:pt x="1384" y="211"/>
                  </a:lnTo>
                  <a:lnTo>
                    <a:pt x="1393" y="211"/>
                  </a:lnTo>
                  <a:lnTo>
                    <a:pt x="1367" y="255"/>
                  </a:lnTo>
                  <a:lnTo>
                    <a:pt x="1358" y="308"/>
                  </a:lnTo>
                  <a:lnTo>
                    <a:pt x="1358" y="361"/>
                  </a:lnTo>
                  <a:lnTo>
                    <a:pt x="1367" y="414"/>
                  </a:lnTo>
                  <a:lnTo>
                    <a:pt x="1376" y="431"/>
                  </a:lnTo>
                  <a:lnTo>
                    <a:pt x="1384" y="449"/>
                  </a:lnTo>
                  <a:lnTo>
                    <a:pt x="1429" y="484"/>
                  </a:lnTo>
                  <a:lnTo>
                    <a:pt x="1464" y="511"/>
                  </a:lnTo>
                  <a:lnTo>
                    <a:pt x="1543" y="555"/>
                  </a:lnTo>
                  <a:lnTo>
                    <a:pt x="1561" y="555"/>
                  </a:lnTo>
                  <a:lnTo>
                    <a:pt x="1587" y="564"/>
                  </a:lnTo>
                  <a:lnTo>
                    <a:pt x="1596" y="564"/>
                  </a:lnTo>
                  <a:lnTo>
                    <a:pt x="1658" y="572"/>
                  </a:lnTo>
                  <a:lnTo>
                    <a:pt x="1667" y="572"/>
                  </a:lnTo>
                  <a:lnTo>
                    <a:pt x="1693" y="572"/>
                  </a:lnTo>
                  <a:lnTo>
                    <a:pt x="1711" y="572"/>
                  </a:lnTo>
                  <a:lnTo>
                    <a:pt x="1729" y="564"/>
                  </a:lnTo>
                  <a:lnTo>
                    <a:pt x="1755" y="555"/>
                  </a:lnTo>
                  <a:lnTo>
                    <a:pt x="1764" y="537"/>
                  </a:lnTo>
                  <a:lnTo>
                    <a:pt x="1773" y="511"/>
                  </a:lnTo>
                  <a:lnTo>
                    <a:pt x="1773" y="502"/>
                  </a:lnTo>
                  <a:lnTo>
                    <a:pt x="1764" y="493"/>
                  </a:lnTo>
                  <a:lnTo>
                    <a:pt x="1746" y="484"/>
                  </a:lnTo>
                  <a:lnTo>
                    <a:pt x="1711" y="475"/>
                  </a:lnTo>
                  <a:lnTo>
                    <a:pt x="1667" y="467"/>
                  </a:lnTo>
                  <a:lnTo>
                    <a:pt x="1614" y="458"/>
                  </a:lnTo>
                  <a:lnTo>
                    <a:pt x="1570" y="449"/>
                  </a:lnTo>
                  <a:lnTo>
                    <a:pt x="1534" y="431"/>
                  </a:lnTo>
                  <a:lnTo>
                    <a:pt x="1517" y="414"/>
                  </a:lnTo>
                  <a:lnTo>
                    <a:pt x="1490" y="387"/>
                  </a:lnTo>
                  <a:lnTo>
                    <a:pt x="1490" y="369"/>
                  </a:lnTo>
                  <a:lnTo>
                    <a:pt x="1490" y="361"/>
                  </a:lnTo>
                  <a:lnTo>
                    <a:pt x="1482" y="299"/>
                  </a:lnTo>
                  <a:lnTo>
                    <a:pt x="1499" y="237"/>
                  </a:lnTo>
                  <a:lnTo>
                    <a:pt x="1526" y="184"/>
                  </a:lnTo>
                  <a:lnTo>
                    <a:pt x="1570" y="140"/>
                  </a:lnTo>
                  <a:lnTo>
                    <a:pt x="1579" y="131"/>
                  </a:lnTo>
                  <a:lnTo>
                    <a:pt x="1587" y="122"/>
                  </a:lnTo>
                  <a:lnTo>
                    <a:pt x="1623" y="105"/>
                  </a:lnTo>
                  <a:lnTo>
                    <a:pt x="1658" y="96"/>
                  </a:lnTo>
                  <a:lnTo>
                    <a:pt x="1667" y="96"/>
                  </a:lnTo>
                  <a:lnTo>
                    <a:pt x="1702" y="105"/>
                  </a:lnTo>
                  <a:lnTo>
                    <a:pt x="1729" y="131"/>
                  </a:lnTo>
                  <a:lnTo>
                    <a:pt x="1764" y="158"/>
                  </a:lnTo>
                  <a:lnTo>
                    <a:pt x="1808" y="167"/>
                  </a:lnTo>
                  <a:lnTo>
                    <a:pt x="1826" y="167"/>
                  </a:lnTo>
                  <a:lnTo>
                    <a:pt x="1879" y="158"/>
                  </a:lnTo>
                  <a:lnTo>
                    <a:pt x="1940" y="167"/>
                  </a:lnTo>
                  <a:lnTo>
                    <a:pt x="1949" y="175"/>
                  </a:lnTo>
                  <a:lnTo>
                    <a:pt x="1958" y="175"/>
                  </a:lnTo>
                  <a:lnTo>
                    <a:pt x="2011" y="228"/>
                  </a:lnTo>
                  <a:lnTo>
                    <a:pt x="2029" y="255"/>
                  </a:lnTo>
                  <a:lnTo>
                    <a:pt x="2046" y="281"/>
                  </a:lnTo>
                  <a:lnTo>
                    <a:pt x="2055" y="334"/>
                  </a:lnTo>
                  <a:lnTo>
                    <a:pt x="2055" y="361"/>
                  </a:lnTo>
                  <a:lnTo>
                    <a:pt x="2055" y="387"/>
                  </a:lnTo>
                  <a:lnTo>
                    <a:pt x="2064" y="458"/>
                  </a:lnTo>
                  <a:lnTo>
                    <a:pt x="2064" y="511"/>
                  </a:lnTo>
                  <a:lnTo>
                    <a:pt x="2055" y="528"/>
                  </a:lnTo>
                  <a:lnTo>
                    <a:pt x="2055" y="564"/>
                  </a:lnTo>
                  <a:lnTo>
                    <a:pt x="2046" y="643"/>
                  </a:lnTo>
                  <a:lnTo>
                    <a:pt x="2046" y="687"/>
                  </a:lnTo>
                  <a:lnTo>
                    <a:pt x="2055" y="740"/>
                  </a:lnTo>
                  <a:lnTo>
                    <a:pt x="2073" y="784"/>
                  </a:lnTo>
                  <a:lnTo>
                    <a:pt x="2099" y="828"/>
                  </a:lnTo>
                  <a:lnTo>
                    <a:pt x="2134" y="846"/>
                  </a:lnTo>
                  <a:lnTo>
                    <a:pt x="2170" y="855"/>
                  </a:lnTo>
                  <a:lnTo>
                    <a:pt x="2223" y="872"/>
                  </a:lnTo>
                  <a:lnTo>
                    <a:pt x="2232" y="881"/>
                  </a:lnTo>
                  <a:lnTo>
                    <a:pt x="2258" y="872"/>
                  </a:lnTo>
                  <a:lnTo>
                    <a:pt x="2284" y="872"/>
                  </a:lnTo>
                  <a:lnTo>
                    <a:pt x="2267" y="899"/>
                  </a:lnTo>
                  <a:lnTo>
                    <a:pt x="2223" y="925"/>
                  </a:lnTo>
                  <a:lnTo>
                    <a:pt x="2179" y="934"/>
                  </a:lnTo>
                  <a:lnTo>
                    <a:pt x="2143" y="934"/>
                  </a:lnTo>
                  <a:lnTo>
                    <a:pt x="2117" y="925"/>
                  </a:lnTo>
                  <a:lnTo>
                    <a:pt x="2090" y="917"/>
                  </a:lnTo>
                  <a:lnTo>
                    <a:pt x="2073" y="908"/>
                  </a:lnTo>
                  <a:lnTo>
                    <a:pt x="2011" y="864"/>
                  </a:lnTo>
                  <a:lnTo>
                    <a:pt x="1993" y="837"/>
                  </a:lnTo>
                  <a:lnTo>
                    <a:pt x="1976" y="802"/>
                  </a:lnTo>
                  <a:lnTo>
                    <a:pt x="1967" y="740"/>
                  </a:lnTo>
                  <a:lnTo>
                    <a:pt x="1949" y="696"/>
                  </a:lnTo>
                  <a:lnTo>
                    <a:pt x="1940" y="678"/>
                  </a:lnTo>
                  <a:lnTo>
                    <a:pt x="1923" y="661"/>
                  </a:lnTo>
                  <a:lnTo>
                    <a:pt x="1905" y="652"/>
                  </a:lnTo>
                  <a:lnTo>
                    <a:pt x="1879" y="643"/>
                  </a:lnTo>
                  <a:lnTo>
                    <a:pt x="1861" y="643"/>
                  </a:lnTo>
                  <a:lnTo>
                    <a:pt x="1817" y="643"/>
                  </a:lnTo>
                  <a:lnTo>
                    <a:pt x="1782" y="652"/>
                  </a:lnTo>
                  <a:lnTo>
                    <a:pt x="1737" y="661"/>
                  </a:lnTo>
                  <a:lnTo>
                    <a:pt x="1667" y="678"/>
                  </a:lnTo>
                  <a:lnTo>
                    <a:pt x="1658" y="678"/>
                  </a:lnTo>
                  <a:lnTo>
                    <a:pt x="1649" y="687"/>
                  </a:lnTo>
                  <a:lnTo>
                    <a:pt x="1649" y="696"/>
                  </a:lnTo>
                  <a:lnTo>
                    <a:pt x="1632" y="714"/>
                  </a:lnTo>
                  <a:lnTo>
                    <a:pt x="1614" y="731"/>
                  </a:lnTo>
                  <a:lnTo>
                    <a:pt x="1605" y="775"/>
                  </a:lnTo>
                  <a:lnTo>
                    <a:pt x="1605" y="784"/>
                  </a:lnTo>
                  <a:lnTo>
                    <a:pt x="1614" y="784"/>
                  </a:lnTo>
                  <a:close/>
                  <a:moveTo>
                    <a:pt x="581" y="1031"/>
                  </a:moveTo>
                  <a:lnTo>
                    <a:pt x="581" y="1031"/>
                  </a:lnTo>
                  <a:close/>
                </a:path>
              </a:pathLst>
            </a:custGeom>
            <a:solidFill>
              <a:srgbClr val="221F1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6"/>
            <p:cNvSpPr>
              <a:spLocks noChangeArrowheads="1"/>
            </p:cNvSpPr>
            <p:nvPr/>
          </p:nvSpPr>
          <p:spPr bwMode="auto">
            <a:xfrm>
              <a:off x="5175466" y="3114492"/>
              <a:ext cx="100086" cy="73305"/>
            </a:xfrm>
            <a:custGeom>
              <a:avLst/>
              <a:gdLst>
                <a:gd name="T0" fmla="*/ 36794242 w 99"/>
                <a:gd name="T1" fmla="*/ 56497506 h 71"/>
                <a:gd name="T2" fmla="*/ 36794242 w 99"/>
                <a:gd name="T3" fmla="*/ 56497506 h 71"/>
                <a:gd name="T4" fmla="*/ 45993055 w 99"/>
                <a:gd name="T5" fmla="*/ 66091169 h 71"/>
                <a:gd name="T6" fmla="*/ 63367581 w 99"/>
                <a:gd name="T7" fmla="*/ 74619328 h 71"/>
                <a:gd name="T8" fmla="*/ 63367581 w 99"/>
                <a:gd name="T9" fmla="*/ 74619328 h 71"/>
                <a:gd name="T10" fmla="*/ 81765207 w 99"/>
                <a:gd name="T11" fmla="*/ 66091169 h 71"/>
                <a:gd name="T12" fmla="*/ 81765207 w 99"/>
                <a:gd name="T13" fmla="*/ 66091169 h 71"/>
                <a:gd name="T14" fmla="*/ 90963009 w 99"/>
                <a:gd name="T15" fmla="*/ 56497506 h 71"/>
                <a:gd name="T16" fmla="*/ 90963009 w 99"/>
                <a:gd name="T17" fmla="*/ 46902810 h 71"/>
                <a:gd name="T18" fmla="*/ 90963009 w 99"/>
                <a:gd name="T19" fmla="*/ 46902810 h 71"/>
                <a:gd name="T20" fmla="*/ 100161823 w 99"/>
                <a:gd name="T21" fmla="*/ 27715485 h 71"/>
                <a:gd name="T22" fmla="*/ 90963009 w 99"/>
                <a:gd name="T23" fmla="*/ 18121822 h 71"/>
                <a:gd name="T24" fmla="*/ 90963009 w 99"/>
                <a:gd name="T25" fmla="*/ 18121822 h 71"/>
                <a:gd name="T26" fmla="*/ 81765207 w 99"/>
                <a:gd name="T27" fmla="*/ 9593663 h 71"/>
                <a:gd name="T28" fmla="*/ 63367581 w 99"/>
                <a:gd name="T29" fmla="*/ 0 h 71"/>
                <a:gd name="T30" fmla="*/ 63367581 w 99"/>
                <a:gd name="T31" fmla="*/ 0 h 71"/>
                <a:gd name="T32" fmla="*/ 45993055 w 99"/>
                <a:gd name="T33" fmla="*/ 9593663 h 71"/>
                <a:gd name="T34" fmla="*/ 18396616 w 99"/>
                <a:gd name="T35" fmla="*/ 18121822 h 71"/>
                <a:gd name="T36" fmla="*/ 0 w 99"/>
                <a:gd name="T37" fmla="*/ 37309148 h 71"/>
                <a:gd name="T38" fmla="*/ 27595429 w 99"/>
                <a:gd name="T39" fmla="*/ 46902810 h 71"/>
                <a:gd name="T40" fmla="*/ 27595429 w 99"/>
                <a:gd name="T41" fmla="*/ 46902810 h 71"/>
                <a:gd name="T42" fmla="*/ 36794242 w 99"/>
                <a:gd name="T43" fmla="*/ 56497506 h 71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99" h="71">
                  <a:moveTo>
                    <a:pt x="36" y="53"/>
                  </a:moveTo>
                  <a:lnTo>
                    <a:pt x="36" y="53"/>
                  </a:lnTo>
                  <a:lnTo>
                    <a:pt x="45" y="62"/>
                  </a:lnTo>
                  <a:lnTo>
                    <a:pt x="62" y="70"/>
                  </a:lnTo>
                  <a:lnTo>
                    <a:pt x="80" y="62"/>
                  </a:lnTo>
                  <a:lnTo>
                    <a:pt x="89" y="53"/>
                  </a:lnTo>
                  <a:lnTo>
                    <a:pt x="89" y="44"/>
                  </a:lnTo>
                  <a:lnTo>
                    <a:pt x="98" y="26"/>
                  </a:lnTo>
                  <a:lnTo>
                    <a:pt x="89" y="17"/>
                  </a:lnTo>
                  <a:lnTo>
                    <a:pt x="80" y="9"/>
                  </a:lnTo>
                  <a:lnTo>
                    <a:pt x="62" y="0"/>
                  </a:lnTo>
                  <a:lnTo>
                    <a:pt x="45" y="9"/>
                  </a:lnTo>
                  <a:lnTo>
                    <a:pt x="18" y="17"/>
                  </a:lnTo>
                  <a:lnTo>
                    <a:pt x="0" y="35"/>
                  </a:lnTo>
                  <a:lnTo>
                    <a:pt x="27" y="44"/>
                  </a:lnTo>
                  <a:lnTo>
                    <a:pt x="36" y="53"/>
                  </a:lnTo>
                </a:path>
              </a:pathLst>
            </a:custGeom>
            <a:solidFill>
              <a:srgbClr val="221F1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7828" name="TextBox 2"/>
          <p:cNvSpPr txBox="1">
            <a:spLocks noChangeArrowheads="1"/>
          </p:cNvSpPr>
          <p:nvPr/>
        </p:nvSpPr>
        <p:spPr bwMode="auto">
          <a:xfrm>
            <a:off x="0" y="1719263"/>
            <a:ext cx="91440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It’s big!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4454525"/>
            <a:ext cx="91440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Big compared to what?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14300" y="133350"/>
            <a:ext cx="89154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3. Check proportions</a:t>
            </a:r>
          </a:p>
        </p:txBody>
      </p:sp>
      <p:sp>
        <p:nvSpPr>
          <p:cNvPr id="9" name="Freeform 7"/>
          <p:cNvSpPr>
            <a:spLocks noChangeArrowheads="1"/>
          </p:cNvSpPr>
          <p:nvPr/>
        </p:nvSpPr>
        <p:spPr bwMode="auto">
          <a:xfrm>
            <a:off x="2551113" y="39989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Freeform 8"/>
          <p:cNvSpPr>
            <a:spLocks noChangeArrowheads="1"/>
          </p:cNvSpPr>
          <p:nvPr/>
        </p:nvSpPr>
        <p:spPr bwMode="auto">
          <a:xfrm>
            <a:off x="2551113" y="3998913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Freeform 9"/>
          <p:cNvSpPr>
            <a:spLocks noChangeArrowheads="1"/>
          </p:cNvSpPr>
          <p:nvPr/>
        </p:nvSpPr>
        <p:spPr bwMode="auto">
          <a:xfrm>
            <a:off x="4249738" y="3190875"/>
            <a:ext cx="4762" cy="47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EF4137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Freeform 10"/>
          <p:cNvSpPr>
            <a:spLocks noChangeArrowheads="1"/>
          </p:cNvSpPr>
          <p:nvPr/>
        </p:nvSpPr>
        <p:spPr bwMode="auto">
          <a:xfrm>
            <a:off x="4249738" y="3190875"/>
            <a:ext cx="4762" cy="4763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9ABE2"/>
          </a:solidFill>
          <a:ln w="12600" cap="flat">
            <a:solidFill>
              <a:srgbClr val="29ABE2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Freeform 14"/>
          <p:cNvSpPr>
            <a:spLocks noChangeArrowheads="1"/>
          </p:cNvSpPr>
          <p:nvPr/>
        </p:nvSpPr>
        <p:spPr bwMode="auto">
          <a:xfrm>
            <a:off x="3744913" y="3613150"/>
            <a:ext cx="4762" cy="36513"/>
          </a:xfrm>
          <a:custGeom>
            <a:avLst/>
            <a:gdLst>
              <a:gd name="T0" fmla="*/ 0 w 1"/>
              <a:gd name="T1" fmla="*/ 35058401 h 37"/>
              <a:gd name="T2" fmla="*/ 0 w 1"/>
              <a:gd name="T3" fmla="*/ 35058401 h 37"/>
              <a:gd name="T4" fmla="*/ 0 w 1"/>
              <a:gd name="T5" fmla="*/ 0 h 37"/>
              <a:gd name="T6" fmla="*/ 0 w 1"/>
              <a:gd name="T7" fmla="*/ 0 h 37"/>
              <a:gd name="T8" fmla="*/ 0 w 1"/>
              <a:gd name="T9" fmla="*/ 35058401 h 3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37">
                <a:moveTo>
                  <a:pt x="0" y="36"/>
                </a:moveTo>
                <a:lnTo>
                  <a:pt x="0" y="36"/>
                </a:lnTo>
                <a:lnTo>
                  <a:pt x="0" y="0"/>
                </a:lnTo>
                <a:lnTo>
                  <a:pt x="0" y="36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Freeform 15"/>
          <p:cNvSpPr>
            <a:spLocks noChangeArrowheads="1"/>
          </p:cNvSpPr>
          <p:nvPr/>
        </p:nvSpPr>
        <p:spPr bwMode="auto">
          <a:xfrm>
            <a:off x="3744913" y="3557588"/>
            <a:ext cx="4762" cy="19050"/>
          </a:xfrm>
          <a:custGeom>
            <a:avLst/>
            <a:gdLst>
              <a:gd name="T0" fmla="*/ 0 w 1"/>
              <a:gd name="T1" fmla="*/ 18094492 h 19"/>
              <a:gd name="T2" fmla="*/ 0 w 1"/>
              <a:gd name="T3" fmla="*/ 18094492 h 19"/>
              <a:gd name="T4" fmla="*/ 0 w 1"/>
              <a:gd name="T5" fmla="*/ 0 h 19"/>
              <a:gd name="T6" fmla="*/ 0 w 1"/>
              <a:gd name="T7" fmla="*/ 0 h 19"/>
              <a:gd name="T8" fmla="*/ 0 w 1"/>
              <a:gd name="T9" fmla="*/ 18094492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" h="19">
                <a:moveTo>
                  <a:pt x="0" y="18"/>
                </a:moveTo>
                <a:lnTo>
                  <a:pt x="0" y="18"/>
                </a:lnTo>
                <a:lnTo>
                  <a:pt x="0" y="0"/>
                </a:lnTo>
                <a:lnTo>
                  <a:pt x="0" y="18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19"/>
          <p:cNvSpPr>
            <a:spLocks noChangeArrowheads="1"/>
          </p:cNvSpPr>
          <p:nvPr/>
        </p:nvSpPr>
        <p:spPr bwMode="auto">
          <a:xfrm>
            <a:off x="6103938" y="2547938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Freeform 20"/>
          <p:cNvSpPr>
            <a:spLocks noChangeArrowheads="1"/>
          </p:cNvSpPr>
          <p:nvPr/>
        </p:nvSpPr>
        <p:spPr bwMode="auto">
          <a:xfrm>
            <a:off x="6103938" y="2547938"/>
            <a:ext cx="4762" cy="4762"/>
          </a:xfrm>
          <a:custGeom>
            <a:avLst/>
            <a:gdLst>
              <a:gd name="T0" fmla="*/ 0 w 1"/>
              <a:gd name="T1" fmla="*/ 0 h 1"/>
              <a:gd name="T2" fmla="*/ 0 w 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7839" name="Group 20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22" name="Rectangle 21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77842" name="Picture 31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3" name="Picture 32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7844" name="Picture 33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419333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extBox 2"/>
          <p:cNvSpPr txBox="1">
            <a:spLocks noChangeArrowheads="1"/>
          </p:cNvSpPr>
          <p:nvPr/>
        </p:nvSpPr>
        <p:spPr bwMode="auto">
          <a:xfrm>
            <a:off x="0" y="963929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 dirty="0" smtClean="0">
                <a:latin typeface="Verdana" charset="0"/>
                <a:ea typeface="MS PGothic" charset="0"/>
                <a:cs typeface="MS PGothic" charset="0"/>
              </a:rPr>
              <a:t>They are all the same </a:t>
            </a:r>
            <a:endParaRPr lang="en-US" sz="2800" dirty="0">
              <a:latin typeface="Verdana" charset="0"/>
              <a:ea typeface="MS PGothic" charset="0"/>
              <a:cs typeface="MS PGothic" charset="0"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0" y="4324350"/>
            <a:ext cx="91440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 dirty="0" smtClean="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How useful are you categories?</a:t>
            </a:r>
            <a:endParaRPr lang="en-US" sz="2800" dirty="0">
              <a:solidFill>
                <a:srgbClr val="29ABE2"/>
              </a:solidFill>
              <a:latin typeface="Verdana" charset="0"/>
              <a:ea typeface="MS PGothic" charset="0"/>
              <a:cs typeface="MS PGothic" charset="0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114300" y="133350"/>
            <a:ext cx="89154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/>
            <a:r>
              <a:rPr lang="en-US" sz="40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5</a:t>
            </a:r>
            <a:r>
              <a:rPr lang="en-US" sz="40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.  </a:t>
            </a:r>
            <a:r>
              <a:rPr lang="en-US" sz="40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Avoid sweeping generalizations</a:t>
            </a:r>
            <a:endParaRPr lang="en-US" sz="4000" b="1" dirty="0">
              <a:solidFill>
                <a:srgbClr val="29ABE2"/>
              </a:solidFill>
              <a:latin typeface="Trebuchet MS" charset="0"/>
              <a:ea typeface="MS PGothic" charset="0"/>
              <a:cs typeface="MS PGothic" charset="0"/>
            </a:endParaRPr>
          </a:p>
        </p:txBody>
      </p:sp>
      <p:grpSp>
        <p:nvGrpSpPr>
          <p:cNvPr id="91143" name="Group 24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26" name="Rectangle 25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91146" name="Picture 27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147" name="Picture 28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1148" name="Picture 29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2" name="Freeform 2"/>
          <p:cNvSpPr/>
          <p:nvPr/>
        </p:nvSpPr>
        <p:spPr>
          <a:xfrm>
            <a:off x="5335806" y="2234269"/>
            <a:ext cx="1778302" cy="1679183"/>
          </a:xfrm>
          <a:custGeom>
            <a:avLst/>
            <a:gdLst/>
            <a:ahLst/>
            <a:cxnLst/>
            <a:rect l="0" t="0" r="r" b="b"/>
            <a:pathLst>
              <a:path w="1525" h="1440">
                <a:moveTo>
                  <a:pt x="1434" y="415"/>
                </a:moveTo>
                <a:cubicBezTo>
                  <a:pt x="1431" y="408"/>
                  <a:pt x="1428" y="400"/>
                  <a:pt x="1426" y="394"/>
                </a:cubicBezTo>
                <a:cubicBezTo>
                  <a:pt x="1402" y="341"/>
                  <a:pt x="1360" y="267"/>
                  <a:pt x="1291" y="222"/>
                </a:cubicBezTo>
                <a:cubicBezTo>
                  <a:pt x="1272" y="209"/>
                  <a:pt x="1267" y="193"/>
                  <a:pt x="1264" y="177"/>
                </a:cubicBezTo>
                <a:cubicBezTo>
                  <a:pt x="1259" y="162"/>
                  <a:pt x="1256" y="148"/>
                  <a:pt x="1238" y="143"/>
                </a:cubicBezTo>
                <a:cubicBezTo>
                  <a:pt x="1219" y="135"/>
                  <a:pt x="1203" y="127"/>
                  <a:pt x="1185" y="122"/>
                </a:cubicBezTo>
                <a:cubicBezTo>
                  <a:pt x="1145" y="106"/>
                  <a:pt x="1103" y="87"/>
                  <a:pt x="1063" y="69"/>
                </a:cubicBezTo>
                <a:cubicBezTo>
                  <a:pt x="979" y="27"/>
                  <a:pt x="886" y="13"/>
                  <a:pt x="799" y="3"/>
                </a:cubicBezTo>
                <a:cubicBezTo>
                  <a:pt x="772" y="0"/>
                  <a:pt x="746" y="0"/>
                  <a:pt x="714" y="3"/>
                </a:cubicBezTo>
                <a:cubicBezTo>
                  <a:pt x="690" y="5"/>
                  <a:pt x="666" y="11"/>
                  <a:pt x="645" y="16"/>
                </a:cubicBezTo>
                <a:cubicBezTo>
                  <a:pt x="616" y="21"/>
                  <a:pt x="587" y="27"/>
                  <a:pt x="558" y="29"/>
                </a:cubicBezTo>
                <a:cubicBezTo>
                  <a:pt x="468" y="40"/>
                  <a:pt x="391" y="82"/>
                  <a:pt x="317" y="162"/>
                </a:cubicBezTo>
                <a:cubicBezTo>
                  <a:pt x="294" y="188"/>
                  <a:pt x="270" y="212"/>
                  <a:pt x="241" y="230"/>
                </a:cubicBezTo>
                <a:cubicBezTo>
                  <a:pt x="206" y="251"/>
                  <a:pt x="182" y="291"/>
                  <a:pt x="161" y="326"/>
                </a:cubicBezTo>
                <a:cubicBezTo>
                  <a:pt x="145" y="352"/>
                  <a:pt x="132" y="381"/>
                  <a:pt x="116" y="410"/>
                </a:cubicBezTo>
                <a:cubicBezTo>
                  <a:pt x="95" y="447"/>
                  <a:pt x="74" y="487"/>
                  <a:pt x="53" y="524"/>
                </a:cubicBezTo>
                <a:cubicBezTo>
                  <a:pt x="53" y="527"/>
                  <a:pt x="53" y="529"/>
                  <a:pt x="50" y="532"/>
                </a:cubicBezTo>
                <a:cubicBezTo>
                  <a:pt x="48" y="548"/>
                  <a:pt x="45" y="566"/>
                  <a:pt x="34" y="577"/>
                </a:cubicBezTo>
                <a:lnTo>
                  <a:pt x="10" y="669"/>
                </a:lnTo>
                <a:cubicBezTo>
                  <a:pt x="0" y="770"/>
                  <a:pt x="10" y="886"/>
                  <a:pt x="42" y="1032"/>
                </a:cubicBezTo>
                <a:cubicBezTo>
                  <a:pt x="61" y="1117"/>
                  <a:pt x="103" y="1191"/>
                  <a:pt x="167" y="1244"/>
                </a:cubicBezTo>
                <a:cubicBezTo>
                  <a:pt x="196" y="1267"/>
                  <a:pt x="225" y="1291"/>
                  <a:pt x="254" y="1315"/>
                </a:cubicBezTo>
                <a:lnTo>
                  <a:pt x="283" y="1339"/>
                </a:lnTo>
                <a:lnTo>
                  <a:pt x="378" y="1400"/>
                </a:lnTo>
                <a:lnTo>
                  <a:pt x="391" y="1402"/>
                </a:lnTo>
                <a:cubicBezTo>
                  <a:pt x="407" y="1408"/>
                  <a:pt x="423" y="1410"/>
                  <a:pt x="439" y="1415"/>
                </a:cubicBezTo>
                <a:lnTo>
                  <a:pt x="455" y="1418"/>
                </a:lnTo>
                <a:cubicBezTo>
                  <a:pt x="510" y="1429"/>
                  <a:pt x="569" y="1439"/>
                  <a:pt x="627" y="1439"/>
                </a:cubicBezTo>
                <a:cubicBezTo>
                  <a:pt x="664" y="1439"/>
                  <a:pt x="743" y="1429"/>
                  <a:pt x="783" y="1423"/>
                </a:cubicBezTo>
                <a:lnTo>
                  <a:pt x="788" y="1423"/>
                </a:lnTo>
                <a:cubicBezTo>
                  <a:pt x="825" y="1418"/>
                  <a:pt x="854" y="1415"/>
                  <a:pt x="881" y="1413"/>
                </a:cubicBezTo>
                <a:cubicBezTo>
                  <a:pt x="942" y="1408"/>
                  <a:pt x="981" y="1402"/>
                  <a:pt x="1024" y="1386"/>
                </a:cubicBezTo>
                <a:cubicBezTo>
                  <a:pt x="1039" y="1381"/>
                  <a:pt x="1106" y="1357"/>
                  <a:pt x="1124" y="1357"/>
                </a:cubicBezTo>
                <a:lnTo>
                  <a:pt x="1143" y="1357"/>
                </a:lnTo>
                <a:cubicBezTo>
                  <a:pt x="1190" y="1357"/>
                  <a:pt x="1262" y="1355"/>
                  <a:pt x="1296" y="1352"/>
                </a:cubicBezTo>
                <a:cubicBezTo>
                  <a:pt x="1320" y="1349"/>
                  <a:pt x="1383" y="1328"/>
                  <a:pt x="1402" y="1318"/>
                </a:cubicBezTo>
                <a:cubicBezTo>
                  <a:pt x="1434" y="1299"/>
                  <a:pt x="1439" y="1288"/>
                  <a:pt x="1442" y="1286"/>
                </a:cubicBezTo>
                <a:cubicBezTo>
                  <a:pt x="1447" y="1275"/>
                  <a:pt x="1444" y="1254"/>
                  <a:pt x="1428" y="1236"/>
                </a:cubicBezTo>
                <a:cubicBezTo>
                  <a:pt x="1418" y="1225"/>
                  <a:pt x="1391" y="1214"/>
                  <a:pt x="1357" y="1204"/>
                </a:cubicBezTo>
                <a:cubicBezTo>
                  <a:pt x="1354" y="1204"/>
                  <a:pt x="1349" y="1201"/>
                  <a:pt x="1346" y="1201"/>
                </a:cubicBezTo>
                <a:cubicBezTo>
                  <a:pt x="1328" y="1199"/>
                  <a:pt x="1301" y="1193"/>
                  <a:pt x="1293" y="1172"/>
                </a:cubicBezTo>
                <a:lnTo>
                  <a:pt x="1293" y="1169"/>
                </a:lnTo>
                <a:lnTo>
                  <a:pt x="1296" y="1167"/>
                </a:lnTo>
                <a:cubicBezTo>
                  <a:pt x="1299" y="1161"/>
                  <a:pt x="1304" y="1154"/>
                  <a:pt x="1307" y="1148"/>
                </a:cubicBezTo>
                <a:cubicBezTo>
                  <a:pt x="1315" y="1135"/>
                  <a:pt x="1325" y="1122"/>
                  <a:pt x="1333" y="1109"/>
                </a:cubicBezTo>
                <a:cubicBezTo>
                  <a:pt x="1341" y="1098"/>
                  <a:pt x="1349" y="1087"/>
                  <a:pt x="1357" y="1077"/>
                </a:cubicBezTo>
                <a:cubicBezTo>
                  <a:pt x="1365" y="1066"/>
                  <a:pt x="1373" y="1056"/>
                  <a:pt x="1381" y="1045"/>
                </a:cubicBezTo>
                <a:cubicBezTo>
                  <a:pt x="1502" y="873"/>
                  <a:pt x="1524" y="683"/>
                  <a:pt x="1447" y="450"/>
                </a:cubicBezTo>
                <a:cubicBezTo>
                  <a:pt x="1447" y="447"/>
                  <a:pt x="1447" y="445"/>
                  <a:pt x="1447" y="445"/>
                </a:cubicBezTo>
                <a:lnTo>
                  <a:pt x="1447" y="445"/>
                </a:lnTo>
                <a:cubicBezTo>
                  <a:pt x="1444" y="442"/>
                  <a:pt x="1442" y="437"/>
                  <a:pt x="1444" y="434"/>
                </a:cubicBezTo>
                <a:cubicBezTo>
                  <a:pt x="1439" y="429"/>
                  <a:pt x="1436" y="423"/>
                  <a:pt x="1434" y="415"/>
                </a:cubicBezTo>
                <a:moveTo>
                  <a:pt x="1362" y="699"/>
                </a:moveTo>
                <a:cubicBezTo>
                  <a:pt x="1354" y="736"/>
                  <a:pt x="1354" y="770"/>
                  <a:pt x="1352" y="802"/>
                </a:cubicBezTo>
                <a:cubicBezTo>
                  <a:pt x="1349" y="868"/>
                  <a:pt x="1346" y="929"/>
                  <a:pt x="1299" y="992"/>
                </a:cubicBezTo>
                <a:cubicBezTo>
                  <a:pt x="1283" y="1013"/>
                  <a:pt x="1264" y="1037"/>
                  <a:pt x="1248" y="1061"/>
                </a:cubicBezTo>
                <a:cubicBezTo>
                  <a:pt x="1238" y="1074"/>
                  <a:pt x="1230" y="1087"/>
                  <a:pt x="1219" y="1101"/>
                </a:cubicBezTo>
                <a:cubicBezTo>
                  <a:pt x="1196" y="1132"/>
                  <a:pt x="1164" y="1161"/>
                  <a:pt x="1121" y="1183"/>
                </a:cubicBezTo>
                <a:cubicBezTo>
                  <a:pt x="1050" y="1222"/>
                  <a:pt x="976" y="1262"/>
                  <a:pt x="886" y="1275"/>
                </a:cubicBezTo>
                <a:cubicBezTo>
                  <a:pt x="862" y="1278"/>
                  <a:pt x="838" y="1286"/>
                  <a:pt x="815" y="1294"/>
                </a:cubicBezTo>
                <a:cubicBezTo>
                  <a:pt x="796" y="1299"/>
                  <a:pt x="775" y="1304"/>
                  <a:pt x="756" y="1310"/>
                </a:cubicBezTo>
                <a:cubicBezTo>
                  <a:pt x="714" y="1318"/>
                  <a:pt x="674" y="1323"/>
                  <a:pt x="637" y="1323"/>
                </a:cubicBezTo>
                <a:cubicBezTo>
                  <a:pt x="595" y="1323"/>
                  <a:pt x="555" y="1318"/>
                  <a:pt x="518" y="1304"/>
                </a:cubicBezTo>
                <a:cubicBezTo>
                  <a:pt x="460" y="1304"/>
                  <a:pt x="410" y="1283"/>
                  <a:pt x="357" y="1241"/>
                </a:cubicBezTo>
                <a:cubicBezTo>
                  <a:pt x="288" y="1199"/>
                  <a:pt x="227" y="1148"/>
                  <a:pt x="177" y="1085"/>
                </a:cubicBezTo>
                <a:cubicBezTo>
                  <a:pt x="156" y="1058"/>
                  <a:pt x="143" y="1032"/>
                  <a:pt x="135" y="1005"/>
                </a:cubicBezTo>
                <a:cubicBezTo>
                  <a:pt x="103" y="878"/>
                  <a:pt x="92" y="770"/>
                  <a:pt x="100" y="677"/>
                </a:cubicBezTo>
                <a:cubicBezTo>
                  <a:pt x="106" y="627"/>
                  <a:pt x="119" y="577"/>
                  <a:pt x="135" y="540"/>
                </a:cubicBezTo>
                <a:cubicBezTo>
                  <a:pt x="161" y="487"/>
                  <a:pt x="190" y="426"/>
                  <a:pt x="227" y="360"/>
                </a:cubicBezTo>
                <a:cubicBezTo>
                  <a:pt x="233" y="349"/>
                  <a:pt x="241" y="339"/>
                  <a:pt x="249" y="333"/>
                </a:cubicBezTo>
                <a:cubicBezTo>
                  <a:pt x="267" y="320"/>
                  <a:pt x="288" y="304"/>
                  <a:pt x="307" y="291"/>
                </a:cubicBezTo>
                <a:cubicBezTo>
                  <a:pt x="333" y="270"/>
                  <a:pt x="360" y="249"/>
                  <a:pt x="389" y="233"/>
                </a:cubicBezTo>
                <a:cubicBezTo>
                  <a:pt x="402" y="225"/>
                  <a:pt x="418" y="222"/>
                  <a:pt x="434" y="220"/>
                </a:cubicBezTo>
                <a:cubicBezTo>
                  <a:pt x="439" y="220"/>
                  <a:pt x="444" y="217"/>
                  <a:pt x="450" y="217"/>
                </a:cubicBezTo>
                <a:cubicBezTo>
                  <a:pt x="463" y="214"/>
                  <a:pt x="473" y="212"/>
                  <a:pt x="473" y="199"/>
                </a:cubicBezTo>
                <a:cubicBezTo>
                  <a:pt x="476" y="172"/>
                  <a:pt x="497" y="162"/>
                  <a:pt x="513" y="159"/>
                </a:cubicBezTo>
                <a:cubicBezTo>
                  <a:pt x="669" y="117"/>
                  <a:pt x="799" y="117"/>
                  <a:pt x="912" y="159"/>
                </a:cubicBezTo>
                <a:cubicBezTo>
                  <a:pt x="984" y="185"/>
                  <a:pt x="1053" y="217"/>
                  <a:pt x="1121" y="251"/>
                </a:cubicBezTo>
                <a:cubicBezTo>
                  <a:pt x="1145" y="262"/>
                  <a:pt x="1166" y="273"/>
                  <a:pt x="1190" y="283"/>
                </a:cubicBezTo>
                <a:lnTo>
                  <a:pt x="1188" y="288"/>
                </a:lnTo>
                <a:lnTo>
                  <a:pt x="1301" y="487"/>
                </a:lnTo>
                <a:lnTo>
                  <a:pt x="1307" y="484"/>
                </a:lnTo>
                <a:cubicBezTo>
                  <a:pt x="1312" y="497"/>
                  <a:pt x="1315" y="508"/>
                  <a:pt x="1320" y="521"/>
                </a:cubicBezTo>
                <a:cubicBezTo>
                  <a:pt x="1336" y="561"/>
                  <a:pt x="1352" y="601"/>
                  <a:pt x="1352" y="643"/>
                </a:cubicBezTo>
                <a:cubicBezTo>
                  <a:pt x="1352" y="648"/>
                  <a:pt x="1352" y="654"/>
                  <a:pt x="1352" y="662"/>
                </a:cubicBezTo>
                <a:cubicBezTo>
                  <a:pt x="1362" y="677"/>
                  <a:pt x="1365" y="688"/>
                  <a:pt x="1362" y="699"/>
                </a:cubicBezTo>
              </a:path>
            </a:pathLst>
          </a:custGeom>
          <a:solidFill>
            <a:srgbClr val="221F1F"/>
          </a:solidFill>
          <a:ln>
            <a:noFill/>
          </a:ln>
        </p:spPr>
      </p:sp>
      <p:sp>
        <p:nvSpPr>
          <p:cNvPr id="63" name="Freeform 3"/>
          <p:cNvSpPr/>
          <p:nvPr/>
        </p:nvSpPr>
        <p:spPr>
          <a:xfrm>
            <a:off x="1607786" y="2224941"/>
            <a:ext cx="1746817" cy="1719997"/>
          </a:xfrm>
          <a:custGeom>
            <a:avLst/>
            <a:gdLst/>
            <a:ahLst/>
            <a:cxnLst/>
            <a:rect l="0" t="0" r="r" b="b"/>
            <a:pathLst>
              <a:path w="1498" h="1475">
                <a:moveTo>
                  <a:pt x="1148" y="1405"/>
                </a:moveTo>
                <a:cubicBezTo>
                  <a:pt x="1166" y="1394"/>
                  <a:pt x="1187" y="1381"/>
                  <a:pt x="1201" y="1378"/>
                </a:cubicBezTo>
                <a:cubicBezTo>
                  <a:pt x="1206" y="1376"/>
                  <a:pt x="1254" y="1355"/>
                  <a:pt x="1288" y="1339"/>
                </a:cubicBezTo>
                <a:cubicBezTo>
                  <a:pt x="1320" y="1323"/>
                  <a:pt x="1341" y="1312"/>
                  <a:pt x="1346" y="1312"/>
                </a:cubicBezTo>
                <a:lnTo>
                  <a:pt x="1354" y="1310"/>
                </a:lnTo>
                <a:cubicBezTo>
                  <a:pt x="1375" y="1302"/>
                  <a:pt x="1436" y="1283"/>
                  <a:pt x="1444" y="1270"/>
                </a:cubicBezTo>
                <a:cubicBezTo>
                  <a:pt x="1447" y="1267"/>
                  <a:pt x="1449" y="1262"/>
                  <a:pt x="1452" y="1259"/>
                </a:cubicBezTo>
                <a:cubicBezTo>
                  <a:pt x="1476" y="1228"/>
                  <a:pt x="1497" y="1199"/>
                  <a:pt x="1444" y="1156"/>
                </a:cubicBezTo>
                <a:cubicBezTo>
                  <a:pt x="1428" y="1143"/>
                  <a:pt x="1410" y="1143"/>
                  <a:pt x="1391" y="1143"/>
                </a:cubicBezTo>
                <a:cubicBezTo>
                  <a:pt x="1378" y="1143"/>
                  <a:pt x="1367" y="1143"/>
                  <a:pt x="1362" y="1135"/>
                </a:cubicBezTo>
                <a:cubicBezTo>
                  <a:pt x="1357" y="1130"/>
                  <a:pt x="1357" y="1122"/>
                  <a:pt x="1362" y="1109"/>
                </a:cubicBezTo>
                <a:cubicBezTo>
                  <a:pt x="1365" y="1098"/>
                  <a:pt x="1367" y="1093"/>
                  <a:pt x="1370" y="1090"/>
                </a:cubicBezTo>
                <a:cubicBezTo>
                  <a:pt x="1370" y="1087"/>
                  <a:pt x="1373" y="1085"/>
                  <a:pt x="1373" y="1077"/>
                </a:cubicBezTo>
                <a:cubicBezTo>
                  <a:pt x="1378" y="1058"/>
                  <a:pt x="1386" y="1050"/>
                  <a:pt x="1391" y="1040"/>
                </a:cubicBezTo>
                <a:cubicBezTo>
                  <a:pt x="1396" y="1032"/>
                  <a:pt x="1402" y="1024"/>
                  <a:pt x="1407" y="1008"/>
                </a:cubicBezTo>
                <a:cubicBezTo>
                  <a:pt x="1426" y="947"/>
                  <a:pt x="1444" y="889"/>
                  <a:pt x="1460" y="826"/>
                </a:cubicBezTo>
                <a:cubicBezTo>
                  <a:pt x="1468" y="794"/>
                  <a:pt x="1476" y="749"/>
                  <a:pt x="1476" y="707"/>
                </a:cubicBezTo>
                <a:cubicBezTo>
                  <a:pt x="1478" y="580"/>
                  <a:pt x="1447" y="455"/>
                  <a:pt x="1418" y="352"/>
                </a:cubicBezTo>
                <a:cubicBezTo>
                  <a:pt x="1415" y="339"/>
                  <a:pt x="1410" y="328"/>
                  <a:pt x="1404" y="318"/>
                </a:cubicBezTo>
                <a:cubicBezTo>
                  <a:pt x="1367" y="257"/>
                  <a:pt x="1322" y="188"/>
                  <a:pt x="1246" y="154"/>
                </a:cubicBezTo>
                <a:cubicBezTo>
                  <a:pt x="1240" y="151"/>
                  <a:pt x="1238" y="148"/>
                  <a:pt x="1232" y="146"/>
                </a:cubicBezTo>
                <a:lnTo>
                  <a:pt x="1230" y="143"/>
                </a:lnTo>
                <a:cubicBezTo>
                  <a:pt x="1180" y="103"/>
                  <a:pt x="1137" y="101"/>
                  <a:pt x="1074" y="98"/>
                </a:cubicBezTo>
                <a:lnTo>
                  <a:pt x="1055" y="95"/>
                </a:lnTo>
                <a:cubicBezTo>
                  <a:pt x="1034" y="93"/>
                  <a:pt x="1018" y="85"/>
                  <a:pt x="997" y="74"/>
                </a:cubicBezTo>
                <a:cubicBezTo>
                  <a:pt x="981" y="66"/>
                  <a:pt x="960" y="56"/>
                  <a:pt x="936" y="48"/>
                </a:cubicBezTo>
                <a:cubicBezTo>
                  <a:pt x="883" y="29"/>
                  <a:pt x="777" y="19"/>
                  <a:pt x="701" y="11"/>
                </a:cubicBezTo>
                <a:cubicBezTo>
                  <a:pt x="677" y="8"/>
                  <a:pt x="653" y="5"/>
                  <a:pt x="637" y="3"/>
                </a:cubicBezTo>
                <a:cubicBezTo>
                  <a:pt x="627" y="0"/>
                  <a:pt x="613" y="0"/>
                  <a:pt x="603" y="0"/>
                </a:cubicBezTo>
                <a:cubicBezTo>
                  <a:pt x="566" y="0"/>
                  <a:pt x="529" y="5"/>
                  <a:pt x="481" y="19"/>
                </a:cubicBezTo>
                <a:cubicBezTo>
                  <a:pt x="407" y="40"/>
                  <a:pt x="333" y="80"/>
                  <a:pt x="259" y="140"/>
                </a:cubicBezTo>
                <a:cubicBezTo>
                  <a:pt x="251" y="146"/>
                  <a:pt x="246" y="151"/>
                  <a:pt x="238" y="156"/>
                </a:cubicBezTo>
                <a:cubicBezTo>
                  <a:pt x="219" y="170"/>
                  <a:pt x="203" y="185"/>
                  <a:pt x="185" y="199"/>
                </a:cubicBezTo>
                <a:cubicBezTo>
                  <a:pt x="121" y="257"/>
                  <a:pt x="76" y="310"/>
                  <a:pt x="55" y="379"/>
                </a:cubicBezTo>
                <a:cubicBezTo>
                  <a:pt x="10" y="521"/>
                  <a:pt x="0" y="643"/>
                  <a:pt x="24" y="757"/>
                </a:cubicBezTo>
                <a:cubicBezTo>
                  <a:pt x="26" y="770"/>
                  <a:pt x="29" y="781"/>
                  <a:pt x="32" y="794"/>
                </a:cubicBezTo>
                <a:cubicBezTo>
                  <a:pt x="39" y="834"/>
                  <a:pt x="45" y="873"/>
                  <a:pt x="63" y="910"/>
                </a:cubicBezTo>
                <a:cubicBezTo>
                  <a:pt x="92" y="971"/>
                  <a:pt x="121" y="1019"/>
                  <a:pt x="153" y="1066"/>
                </a:cubicBezTo>
                <a:cubicBezTo>
                  <a:pt x="180" y="1109"/>
                  <a:pt x="209" y="1154"/>
                  <a:pt x="235" y="1209"/>
                </a:cubicBezTo>
                <a:cubicBezTo>
                  <a:pt x="291" y="1318"/>
                  <a:pt x="381" y="1378"/>
                  <a:pt x="513" y="1397"/>
                </a:cubicBezTo>
                <a:cubicBezTo>
                  <a:pt x="547" y="1402"/>
                  <a:pt x="574" y="1408"/>
                  <a:pt x="600" y="1418"/>
                </a:cubicBezTo>
                <a:cubicBezTo>
                  <a:pt x="651" y="1437"/>
                  <a:pt x="701" y="1450"/>
                  <a:pt x="751" y="1458"/>
                </a:cubicBezTo>
                <a:cubicBezTo>
                  <a:pt x="859" y="1474"/>
                  <a:pt x="984" y="1460"/>
                  <a:pt x="1105" y="1418"/>
                </a:cubicBezTo>
                <a:cubicBezTo>
                  <a:pt x="1119" y="1423"/>
                  <a:pt x="1132" y="1416"/>
                  <a:pt x="1148" y="1405"/>
                </a:cubicBezTo>
                <a:moveTo>
                  <a:pt x="1010" y="1365"/>
                </a:moveTo>
                <a:lnTo>
                  <a:pt x="1008" y="1365"/>
                </a:lnTo>
                <a:cubicBezTo>
                  <a:pt x="976" y="1376"/>
                  <a:pt x="941" y="1376"/>
                  <a:pt x="910" y="1378"/>
                </a:cubicBezTo>
                <a:cubicBezTo>
                  <a:pt x="899" y="1378"/>
                  <a:pt x="886" y="1378"/>
                  <a:pt x="875" y="1381"/>
                </a:cubicBezTo>
                <a:cubicBezTo>
                  <a:pt x="867" y="1381"/>
                  <a:pt x="859" y="1381"/>
                  <a:pt x="852" y="1381"/>
                </a:cubicBezTo>
                <a:cubicBezTo>
                  <a:pt x="820" y="1381"/>
                  <a:pt x="788" y="1376"/>
                  <a:pt x="756" y="1371"/>
                </a:cubicBezTo>
                <a:cubicBezTo>
                  <a:pt x="717" y="1365"/>
                  <a:pt x="680" y="1355"/>
                  <a:pt x="643" y="1344"/>
                </a:cubicBezTo>
                <a:cubicBezTo>
                  <a:pt x="603" y="1334"/>
                  <a:pt x="563" y="1323"/>
                  <a:pt x="524" y="1318"/>
                </a:cubicBezTo>
                <a:cubicBezTo>
                  <a:pt x="449" y="1307"/>
                  <a:pt x="405" y="1281"/>
                  <a:pt x="373" y="1228"/>
                </a:cubicBezTo>
                <a:cubicBezTo>
                  <a:pt x="349" y="1183"/>
                  <a:pt x="323" y="1146"/>
                  <a:pt x="299" y="1109"/>
                </a:cubicBezTo>
                <a:cubicBezTo>
                  <a:pt x="256" y="1043"/>
                  <a:pt x="214" y="979"/>
                  <a:pt x="180" y="894"/>
                </a:cubicBezTo>
                <a:cubicBezTo>
                  <a:pt x="143" y="804"/>
                  <a:pt x="129" y="707"/>
                  <a:pt x="143" y="590"/>
                </a:cubicBezTo>
                <a:cubicBezTo>
                  <a:pt x="151" y="505"/>
                  <a:pt x="161" y="437"/>
                  <a:pt x="203" y="373"/>
                </a:cubicBezTo>
                <a:cubicBezTo>
                  <a:pt x="222" y="347"/>
                  <a:pt x="240" y="318"/>
                  <a:pt x="264" y="294"/>
                </a:cubicBezTo>
                <a:cubicBezTo>
                  <a:pt x="320" y="244"/>
                  <a:pt x="378" y="191"/>
                  <a:pt x="447" y="154"/>
                </a:cubicBezTo>
                <a:cubicBezTo>
                  <a:pt x="465" y="143"/>
                  <a:pt x="487" y="138"/>
                  <a:pt x="510" y="132"/>
                </a:cubicBezTo>
                <a:cubicBezTo>
                  <a:pt x="521" y="130"/>
                  <a:pt x="534" y="127"/>
                  <a:pt x="550" y="122"/>
                </a:cubicBezTo>
                <a:cubicBezTo>
                  <a:pt x="569" y="117"/>
                  <a:pt x="587" y="111"/>
                  <a:pt x="600" y="109"/>
                </a:cubicBezTo>
                <a:cubicBezTo>
                  <a:pt x="608" y="109"/>
                  <a:pt x="616" y="106"/>
                  <a:pt x="624" y="106"/>
                </a:cubicBezTo>
                <a:cubicBezTo>
                  <a:pt x="640" y="103"/>
                  <a:pt x="656" y="101"/>
                  <a:pt x="672" y="101"/>
                </a:cubicBezTo>
                <a:cubicBezTo>
                  <a:pt x="680" y="101"/>
                  <a:pt x="688" y="101"/>
                  <a:pt x="698" y="101"/>
                </a:cubicBezTo>
                <a:cubicBezTo>
                  <a:pt x="764" y="101"/>
                  <a:pt x="849" y="103"/>
                  <a:pt x="915" y="138"/>
                </a:cubicBezTo>
                <a:cubicBezTo>
                  <a:pt x="923" y="140"/>
                  <a:pt x="928" y="146"/>
                  <a:pt x="936" y="148"/>
                </a:cubicBezTo>
                <a:cubicBezTo>
                  <a:pt x="955" y="159"/>
                  <a:pt x="971" y="167"/>
                  <a:pt x="994" y="172"/>
                </a:cubicBezTo>
                <a:cubicBezTo>
                  <a:pt x="1063" y="188"/>
                  <a:pt x="1111" y="204"/>
                  <a:pt x="1156" y="233"/>
                </a:cubicBezTo>
                <a:cubicBezTo>
                  <a:pt x="1209" y="265"/>
                  <a:pt x="1251" y="307"/>
                  <a:pt x="1280" y="360"/>
                </a:cubicBezTo>
                <a:cubicBezTo>
                  <a:pt x="1312" y="416"/>
                  <a:pt x="1325" y="479"/>
                  <a:pt x="1333" y="527"/>
                </a:cubicBezTo>
                <a:cubicBezTo>
                  <a:pt x="1338" y="561"/>
                  <a:pt x="1341" y="595"/>
                  <a:pt x="1344" y="640"/>
                </a:cubicBezTo>
                <a:cubicBezTo>
                  <a:pt x="1349" y="736"/>
                  <a:pt x="1338" y="810"/>
                  <a:pt x="1309" y="878"/>
                </a:cubicBezTo>
                <a:cubicBezTo>
                  <a:pt x="1304" y="889"/>
                  <a:pt x="1301" y="902"/>
                  <a:pt x="1301" y="918"/>
                </a:cubicBezTo>
                <a:cubicBezTo>
                  <a:pt x="1301" y="926"/>
                  <a:pt x="1299" y="934"/>
                  <a:pt x="1296" y="942"/>
                </a:cubicBezTo>
                <a:cubicBezTo>
                  <a:pt x="1272" y="1037"/>
                  <a:pt x="1259" y="1072"/>
                  <a:pt x="1222" y="1159"/>
                </a:cubicBezTo>
                <a:cubicBezTo>
                  <a:pt x="1217" y="1169"/>
                  <a:pt x="1187" y="1217"/>
                  <a:pt x="1166" y="1244"/>
                </a:cubicBezTo>
                <a:cubicBezTo>
                  <a:pt x="1145" y="1273"/>
                  <a:pt x="1143" y="1275"/>
                  <a:pt x="1135" y="1281"/>
                </a:cubicBezTo>
                <a:cubicBezTo>
                  <a:pt x="1129" y="1286"/>
                  <a:pt x="1121" y="1294"/>
                  <a:pt x="1100" y="1315"/>
                </a:cubicBezTo>
                <a:cubicBezTo>
                  <a:pt x="1079" y="1344"/>
                  <a:pt x="1034" y="1357"/>
                  <a:pt x="1010" y="1365"/>
                </a:cubicBezTo>
              </a:path>
            </a:pathLst>
          </a:custGeom>
          <a:solidFill>
            <a:srgbClr val="221F1F"/>
          </a:solidFill>
          <a:ln>
            <a:noFill/>
          </a:ln>
        </p:spPr>
      </p:sp>
      <p:sp>
        <p:nvSpPr>
          <p:cNvPr id="64" name="Freeform 4"/>
          <p:cNvSpPr/>
          <p:nvPr/>
        </p:nvSpPr>
        <p:spPr>
          <a:xfrm>
            <a:off x="3439728" y="2215612"/>
            <a:ext cx="1798126" cy="1701339"/>
          </a:xfrm>
          <a:custGeom>
            <a:avLst/>
            <a:gdLst/>
            <a:ahLst/>
            <a:cxnLst/>
            <a:rect l="0" t="0" r="r" b="b"/>
            <a:pathLst>
              <a:path w="1542" h="1459">
                <a:moveTo>
                  <a:pt x="1398" y="265"/>
                </a:moveTo>
                <a:cubicBezTo>
                  <a:pt x="1351" y="199"/>
                  <a:pt x="1316" y="159"/>
                  <a:pt x="1250" y="133"/>
                </a:cubicBezTo>
                <a:cubicBezTo>
                  <a:pt x="1208" y="114"/>
                  <a:pt x="1179" y="98"/>
                  <a:pt x="1150" y="80"/>
                </a:cubicBezTo>
                <a:cubicBezTo>
                  <a:pt x="1115" y="58"/>
                  <a:pt x="1081" y="40"/>
                  <a:pt x="1025" y="21"/>
                </a:cubicBezTo>
                <a:cubicBezTo>
                  <a:pt x="975" y="6"/>
                  <a:pt x="920" y="3"/>
                  <a:pt x="872" y="3"/>
                </a:cubicBezTo>
                <a:cubicBezTo>
                  <a:pt x="861" y="3"/>
                  <a:pt x="846" y="3"/>
                  <a:pt x="830" y="3"/>
                </a:cubicBezTo>
                <a:cubicBezTo>
                  <a:pt x="809" y="3"/>
                  <a:pt x="785" y="0"/>
                  <a:pt x="767" y="0"/>
                </a:cubicBezTo>
                <a:cubicBezTo>
                  <a:pt x="759" y="0"/>
                  <a:pt x="751" y="0"/>
                  <a:pt x="746" y="0"/>
                </a:cubicBezTo>
                <a:cubicBezTo>
                  <a:pt x="722" y="0"/>
                  <a:pt x="690" y="3"/>
                  <a:pt x="661" y="3"/>
                </a:cubicBezTo>
                <a:cubicBezTo>
                  <a:pt x="624" y="3"/>
                  <a:pt x="585" y="3"/>
                  <a:pt x="558" y="6"/>
                </a:cubicBezTo>
                <a:cubicBezTo>
                  <a:pt x="413" y="19"/>
                  <a:pt x="262" y="43"/>
                  <a:pt x="153" y="178"/>
                </a:cubicBezTo>
                <a:cubicBezTo>
                  <a:pt x="109" y="233"/>
                  <a:pt x="77" y="297"/>
                  <a:pt x="48" y="357"/>
                </a:cubicBezTo>
                <a:cubicBezTo>
                  <a:pt x="8" y="437"/>
                  <a:pt x="0" y="532"/>
                  <a:pt x="19" y="635"/>
                </a:cubicBezTo>
                <a:cubicBezTo>
                  <a:pt x="27" y="672"/>
                  <a:pt x="27" y="709"/>
                  <a:pt x="27" y="744"/>
                </a:cubicBezTo>
                <a:cubicBezTo>
                  <a:pt x="29" y="794"/>
                  <a:pt x="29" y="842"/>
                  <a:pt x="45" y="889"/>
                </a:cubicBezTo>
                <a:cubicBezTo>
                  <a:pt x="87" y="1011"/>
                  <a:pt x="151" y="1130"/>
                  <a:pt x="246" y="1267"/>
                </a:cubicBezTo>
                <a:cubicBezTo>
                  <a:pt x="270" y="1302"/>
                  <a:pt x="310" y="1320"/>
                  <a:pt x="347" y="1336"/>
                </a:cubicBezTo>
                <a:cubicBezTo>
                  <a:pt x="378" y="1349"/>
                  <a:pt x="410" y="1365"/>
                  <a:pt x="434" y="1389"/>
                </a:cubicBezTo>
                <a:cubicBezTo>
                  <a:pt x="442" y="1397"/>
                  <a:pt x="503" y="1424"/>
                  <a:pt x="513" y="1424"/>
                </a:cubicBezTo>
                <a:cubicBezTo>
                  <a:pt x="550" y="1429"/>
                  <a:pt x="563" y="1437"/>
                  <a:pt x="587" y="1445"/>
                </a:cubicBezTo>
                <a:lnTo>
                  <a:pt x="601" y="1450"/>
                </a:lnTo>
                <a:cubicBezTo>
                  <a:pt x="640" y="1458"/>
                  <a:pt x="680" y="1455"/>
                  <a:pt x="725" y="1453"/>
                </a:cubicBezTo>
                <a:cubicBezTo>
                  <a:pt x="746" y="1450"/>
                  <a:pt x="770" y="1450"/>
                  <a:pt x="795" y="1450"/>
                </a:cubicBezTo>
                <a:cubicBezTo>
                  <a:pt x="822" y="1447"/>
                  <a:pt x="843" y="1447"/>
                  <a:pt x="864" y="1447"/>
                </a:cubicBezTo>
                <a:cubicBezTo>
                  <a:pt x="949" y="1445"/>
                  <a:pt x="1007" y="1442"/>
                  <a:pt x="1107" y="1408"/>
                </a:cubicBezTo>
                <a:cubicBezTo>
                  <a:pt x="1150" y="1394"/>
                  <a:pt x="1205" y="1386"/>
                  <a:pt x="1258" y="1379"/>
                </a:cubicBezTo>
                <a:cubicBezTo>
                  <a:pt x="1311" y="1371"/>
                  <a:pt x="1364" y="1365"/>
                  <a:pt x="1406" y="1352"/>
                </a:cubicBezTo>
                <a:cubicBezTo>
                  <a:pt x="1465" y="1334"/>
                  <a:pt x="1541" y="1302"/>
                  <a:pt x="1531" y="1249"/>
                </a:cubicBezTo>
                <a:cubicBezTo>
                  <a:pt x="1517" y="1183"/>
                  <a:pt x="1483" y="1146"/>
                  <a:pt x="1425" y="1130"/>
                </a:cubicBezTo>
                <a:cubicBezTo>
                  <a:pt x="1404" y="1125"/>
                  <a:pt x="1393" y="1119"/>
                  <a:pt x="1390" y="1111"/>
                </a:cubicBezTo>
                <a:cubicBezTo>
                  <a:pt x="1385" y="1101"/>
                  <a:pt x="1393" y="1088"/>
                  <a:pt x="1401" y="1069"/>
                </a:cubicBezTo>
                <a:cubicBezTo>
                  <a:pt x="1404" y="1064"/>
                  <a:pt x="1406" y="1058"/>
                  <a:pt x="1409" y="1053"/>
                </a:cubicBezTo>
                <a:cubicBezTo>
                  <a:pt x="1412" y="1048"/>
                  <a:pt x="1414" y="1043"/>
                  <a:pt x="1417" y="1037"/>
                </a:cubicBezTo>
                <a:cubicBezTo>
                  <a:pt x="1425" y="1008"/>
                  <a:pt x="1435" y="979"/>
                  <a:pt x="1446" y="953"/>
                </a:cubicBezTo>
                <a:cubicBezTo>
                  <a:pt x="1472" y="881"/>
                  <a:pt x="1496" y="812"/>
                  <a:pt x="1507" y="701"/>
                </a:cubicBezTo>
                <a:cubicBezTo>
                  <a:pt x="1504" y="688"/>
                  <a:pt x="1507" y="670"/>
                  <a:pt x="1509" y="656"/>
                </a:cubicBezTo>
                <a:cubicBezTo>
                  <a:pt x="1509" y="648"/>
                  <a:pt x="1512" y="640"/>
                  <a:pt x="1512" y="633"/>
                </a:cubicBezTo>
                <a:cubicBezTo>
                  <a:pt x="1517" y="561"/>
                  <a:pt x="1512" y="511"/>
                  <a:pt x="1494" y="461"/>
                </a:cubicBezTo>
                <a:cubicBezTo>
                  <a:pt x="1470" y="384"/>
                  <a:pt x="1446" y="331"/>
                  <a:pt x="1398" y="265"/>
                </a:cubicBezTo>
                <a:moveTo>
                  <a:pt x="1369" y="688"/>
                </a:moveTo>
                <a:cubicBezTo>
                  <a:pt x="1367" y="704"/>
                  <a:pt x="1364" y="717"/>
                  <a:pt x="1359" y="733"/>
                </a:cubicBezTo>
                <a:cubicBezTo>
                  <a:pt x="1327" y="889"/>
                  <a:pt x="1301" y="1011"/>
                  <a:pt x="1234" y="1117"/>
                </a:cubicBezTo>
                <a:cubicBezTo>
                  <a:pt x="1105" y="1328"/>
                  <a:pt x="1068" y="1344"/>
                  <a:pt x="869" y="1357"/>
                </a:cubicBezTo>
                <a:cubicBezTo>
                  <a:pt x="867" y="1357"/>
                  <a:pt x="864" y="1357"/>
                  <a:pt x="861" y="1360"/>
                </a:cubicBezTo>
                <a:cubicBezTo>
                  <a:pt x="851" y="1363"/>
                  <a:pt x="832" y="1368"/>
                  <a:pt x="809" y="1357"/>
                </a:cubicBezTo>
                <a:cubicBezTo>
                  <a:pt x="787" y="1347"/>
                  <a:pt x="762" y="1344"/>
                  <a:pt x="746" y="1357"/>
                </a:cubicBezTo>
                <a:cubicBezTo>
                  <a:pt x="730" y="1376"/>
                  <a:pt x="690" y="1386"/>
                  <a:pt x="664" y="1386"/>
                </a:cubicBezTo>
                <a:cubicBezTo>
                  <a:pt x="656" y="1386"/>
                  <a:pt x="651" y="1386"/>
                  <a:pt x="645" y="1384"/>
                </a:cubicBezTo>
                <a:cubicBezTo>
                  <a:pt x="558" y="1360"/>
                  <a:pt x="484" y="1328"/>
                  <a:pt x="429" y="1289"/>
                </a:cubicBezTo>
                <a:lnTo>
                  <a:pt x="429" y="1289"/>
                </a:lnTo>
                <a:lnTo>
                  <a:pt x="429" y="1289"/>
                </a:lnTo>
                <a:cubicBezTo>
                  <a:pt x="421" y="1283"/>
                  <a:pt x="410" y="1278"/>
                  <a:pt x="402" y="1273"/>
                </a:cubicBezTo>
                <a:lnTo>
                  <a:pt x="399" y="1273"/>
                </a:lnTo>
                <a:cubicBezTo>
                  <a:pt x="397" y="1273"/>
                  <a:pt x="397" y="1270"/>
                  <a:pt x="394" y="1270"/>
                </a:cubicBezTo>
                <a:lnTo>
                  <a:pt x="378" y="1257"/>
                </a:lnTo>
                <a:lnTo>
                  <a:pt x="376" y="1254"/>
                </a:lnTo>
                <a:lnTo>
                  <a:pt x="376" y="1249"/>
                </a:lnTo>
                <a:cubicBezTo>
                  <a:pt x="373" y="1246"/>
                  <a:pt x="370" y="1244"/>
                  <a:pt x="370" y="1244"/>
                </a:cubicBezTo>
                <a:lnTo>
                  <a:pt x="352" y="1222"/>
                </a:lnTo>
                <a:cubicBezTo>
                  <a:pt x="352" y="1220"/>
                  <a:pt x="349" y="1220"/>
                  <a:pt x="349" y="1217"/>
                </a:cubicBezTo>
                <a:lnTo>
                  <a:pt x="347" y="1215"/>
                </a:lnTo>
                <a:lnTo>
                  <a:pt x="341" y="1207"/>
                </a:lnTo>
                <a:cubicBezTo>
                  <a:pt x="339" y="1204"/>
                  <a:pt x="339" y="1201"/>
                  <a:pt x="336" y="1199"/>
                </a:cubicBezTo>
                <a:cubicBezTo>
                  <a:pt x="331" y="1191"/>
                  <a:pt x="328" y="1183"/>
                  <a:pt x="323" y="1175"/>
                </a:cubicBezTo>
                <a:cubicBezTo>
                  <a:pt x="317" y="1167"/>
                  <a:pt x="315" y="1159"/>
                  <a:pt x="310" y="1151"/>
                </a:cubicBezTo>
                <a:cubicBezTo>
                  <a:pt x="302" y="1138"/>
                  <a:pt x="294" y="1125"/>
                  <a:pt x="286" y="1111"/>
                </a:cubicBezTo>
                <a:lnTo>
                  <a:pt x="280" y="1106"/>
                </a:lnTo>
                <a:cubicBezTo>
                  <a:pt x="259" y="1074"/>
                  <a:pt x="243" y="1045"/>
                  <a:pt x="228" y="1013"/>
                </a:cubicBezTo>
                <a:cubicBezTo>
                  <a:pt x="225" y="1008"/>
                  <a:pt x="222" y="1003"/>
                  <a:pt x="220" y="998"/>
                </a:cubicBezTo>
                <a:cubicBezTo>
                  <a:pt x="217" y="995"/>
                  <a:pt x="217" y="992"/>
                  <a:pt x="214" y="987"/>
                </a:cubicBezTo>
                <a:cubicBezTo>
                  <a:pt x="212" y="982"/>
                  <a:pt x="208" y="976"/>
                  <a:pt x="206" y="971"/>
                </a:cubicBezTo>
                <a:cubicBezTo>
                  <a:pt x="147" y="855"/>
                  <a:pt x="114" y="757"/>
                  <a:pt x="119" y="617"/>
                </a:cubicBezTo>
                <a:cubicBezTo>
                  <a:pt x="119" y="595"/>
                  <a:pt x="119" y="569"/>
                  <a:pt x="119" y="545"/>
                </a:cubicBezTo>
                <a:cubicBezTo>
                  <a:pt x="119" y="529"/>
                  <a:pt x="119" y="516"/>
                  <a:pt x="119" y="503"/>
                </a:cubicBezTo>
                <a:cubicBezTo>
                  <a:pt x="116" y="421"/>
                  <a:pt x="161" y="357"/>
                  <a:pt x="193" y="304"/>
                </a:cubicBezTo>
                <a:cubicBezTo>
                  <a:pt x="217" y="267"/>
                  <a:pt x="249" y="233"/>
                  <a:pt x="286" y="196"/>
                </a:cubicBezTo>
                <a:cubicBezTo>
                  <a:pt x="368" y="117"/>
                  <a:pt x="452" y="106"/>
                  <a:pt x="550" y="93"/>
                </a:cubicBezTo>
                <a:cubicBezTo>
                  <a:pt x="661" y="80"/>
                  <a:pt x="843" y="88"/>
                  <a:pt x="949" y="103"/>
                </a:cubicBezTo>
                <a:cubicBezTo>
                  <a:pt x="988" y="109"/>
                  <a:pt x="1007" y="114"/>
                  <a:pt x="1033" y="125"/>
                </a:cubicBezTo>
                <a:cubicBezTo>
                  <a:pt x="1041" y="127"/>
                  <a:pt x="1049" y="130"/>
                  <a:pt x="1060" y="133"/>
                </a:cubicBezTo>
                <a:cubicBezTo>
                  <a:pt x="1192" y="170"/>
                  <a:pt x="1274" y="244"/>
                  <a:pt x="1308" y="357"/>
                </a:cubicBezTo>
                <a:cubicBezTo>
                  <a:pt x="1308" y="363"/>
                  <a:pt x="1311" y="365"/>
                  <a:pt x="1311" y="368"/>
                </a:cubicBezTo>
                <a:lnTo>
                  <a:pt x="1311" y="371"/>
                </a:lnTo>
                <a:cubicBezTo>
                  <a:pt x="1377" y="474"/>
                  <a:pt x="1396" y="569"/>
                  <a:pt x="1369" y="688"/>
                </a:cubicBezTo>
              </a:path>
            </a:pathLst>
          </a:custGeom>
          <a:solidFill>
            <a:srgbClr val="221F1F"/>
          </a:solidFill>
          <a:ln>
            <a:noFill/>
          </a:ln>
        </p:spPr>
      </p:sp>
      <p:grpSp>
        <p:nvGrpSpPr>
          <p:cNvPr id="2" name="Group 1"/>
          <p:cNvGrpSpPr/>
          <p:nvPr/>
        </p:nvGrpSpPr>
        <p:grpSpPr>
          <a:xfrm>
            <a:off x="1934294" y="1703694"/>
            <a:ext cx="4938431" cy="1999860"/>
            <a:chOff x="1934294" y="1703694"/>
            <a:chExt cx="4938431" cy="1999860"/>
          </a:xfrm>
        </p:grpSpPr>
        <p:sp>
          <p:nvSpPr>
            <p:cNvPr id="61" name="Freeform 1"/>
            <p:cNvSpPr/>
            <p:nvPr/>
          </p:nvSpPr>
          <p:spPr>
            <a:xfrm>
              <a:off x="5363792" y="3188139"/>
              <a:ext cx="3498" cy="10495"/>
            </a:xfrm>
            <a:custGeom>
              <a:avLst/>
              <a:gdLst/>
              <a:ahLst/>
              <a:cxnLst/>
              <a:rect l="0" t="0" r="r" b="b"/>
              <a:pathLst>
                <a:path w="3" h="9">
                  <a:moveTo>
                    <a:pt x="0" y="0"/>
                  </a:moveTo>
                  <a:lnTo>
                    <a:pt x="2" y="5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65" name="Freeform 8"/>
            <p:cNvSpPr/>
            <p:nvPr/>
          </p:nvSpPr>
          <p:spPr>
            <a:xfrm>
              <a:off x="3723091" y="2500140"/>
              <a:ext cx="223891" cy="290359"/>
            </a:xfrm>
            <a:custGeom>
              <a:avLst/>
              <a:gdLst/>
              <a:ahLst/>
              <a:cxnLst/>
              <a:rect l="0" t="0" r="r" b="b"/>
              <a:pathLst>
                <a:path w="192" h="249">
                  <a:moveTo>
                    <a:pt x="101" y="21"/>
                  </a:moveTo>
                  <a:cubicBezTo>
                    <a:pt x="135" y="2"/>
                    <a:pt x="162" y="0"/>
                    <a:pt x="175" y="18"/>
                  </a:cubicBezTo>
                  <a:cubicBezTo>
                    <a:pt x="191" y="39"/>
                    <a:pt x="149" y="87"/>
                    <a:pt x="117" y="124"/>
                  </a:cubicBezTo>
                  <a:cubicBezTo>
                    <a:pt x="101" y="156"/>
                    <a:pt x="90" y="190"/>
                    <a:pt x="85" y="201"/>
                  </a:cubicBezTo>
                  <a:cubicBezTo>
                    <a:pt x="64" y="232"/>
                    <a:pt x="53" y="248"/>
                    <a:pt x="32" y="227"/>
                  </a:cubicBezTo>
                  <a:cubicBezTo>
                    <a:pt x="0" y="195"/>
                    <a:pt x="6" y="132"/>
                    <a:pt x="35" y="103"/>
                  </a:cubicBezTo>
                  <a:cubicBezTo>
                    <a:pt x="45" y="87"/>
                    <a:pt x="64" y="39"/>
                    <a:pt x="101" y="21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66" name="Freeform 9"/>
            <p:cNvSpPr/>
            <p:nvPr/>
          </p:nvSpPr>
          <p:spPr>
            <a:xfrm>
              <a:off x="5363792" y="3193970"/>
              <a:ext cx="3498" cy="10495"/>
            </a:xfrm>
            <a:custGeom>
              <a:avLst/>
              <a:gdLst/>
              <a:ahLst/>
              <a:cxnLst/>
              <a:rect l="0" t="0" r="r" b="b"/>
              <a:pathLst>
                <a:path w="3" h="9">
                  <a:moveTo>
                    <a:pt x="0" y="0"/>
                  </a:moveTo>
                  <a:lnTo>
                    <a:pt x="2" y="5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67" name="Freeform 10"/>
            <p:cNvSpPr/>
            <p:nvPr/>
          </p:nvSpPr>
          <p:spPr>
            <a:xfrm>
              <a:off x="4081083" y="2376534"/>
              <a:ext cx="339335" cy="177247"/>
            </a:xfrm>
            <a:custGeom>
              <a:avLst/>
              <a:gdLst/>
              <a:ahLst/>
              <a:cxnLst/>
              <a:rect l="0" t="0" r="r" b="b"/>
              <a:pathLst>
                <a:path w="291" h="152">
                  <a:moveTo>
                    <a:pt x="53" y="103"/>
                  </a:moveTo>
                  <a:cubicBezTo>
                    <a:pt x="19" y="77"/>
                    <a:pt x="0" y="50"/>
                    <a:pt x="11" y="26"/>
                  </a:cubicBezTo>
                  <a:cubicBezTo>
                    <a:pt x="21" y="0"/>
                    <a:pt x="90" y="24"/>
                    <a:pt x="140" y="40"/>
                  </a:cubicBezTo>
                  <a:cubicBezTo>
                    <a:pt x="178" y="42"/>
                    <a:pt x="217" y="37"/>
                    <a:pt x="230" y="40"/>
                  </a:cubicBezTo>
                  <a:cubicBezTo>
                    <a:pt x="272" y="47"/>
                    <a:pt x="290" y="50"/>
                    <a:pt x="282" y="82"/>
                  </a:cubicBezTo>
                  <a:cubicBezTo>
                    <a:pt x="269" y="127"/>
                    <a:pt x="207" y="151"/>
                    <a:pt x="164" y="137"/>
                  </a:cubicBezTo>
                  <a:cubicBezTo>
                    <a:pt x="143" y="129"/>
                    <a:pt x="88" y="132"/>
                    <a:pt x="53" y="10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68" name="Freeform 11"/>
            <p:cNvSpPr/>
            <p:nvPr/>
          </p:nvSpPr>
          <p:spPr>
            <a:xfrm>
              <a:off x="1934294" y="2579435"/>
              <a:ext cx="207566" cy="233220"/>
            </a:xfrm>
            <a:custGeom>
              <a:avLst/>
              <a:gdLst/>
              <a:ahLst/>
              <a:cxnLst/>
              <a:rect l="0" t="0" r="r" b="b"/>
              <a:pathLst>
                <a:path w="178" h="200">
                  <a:moveTo>
                    <a:pt x="87" y="14"/>
                  </a:moveTo>
                  <a:cubicBezTo>
                    <a:pt x="117" y="0"/>
                    <a:pt x="156" y="0"/>
                    <a:pt x="167" y="22"/>
                  </a:cubicBezTo>
                  <a:cubicBezTo>
                    <a:pt x="177" y="45"/>
                    <a:pt x="143" y="75"/>
                    <a:pt x="114" y="106"/>
                  </a:cubicBezTo>
                  <a:cubicBezTo>
                    <a:pt x="98" y="135"/>
                    <a:pt x="87" y="151"/>
                    <a:pt x="80" y="159"/>
                  </a:cubicBezTo>
                  <a:cubicBezTo>
                    <a:pt x="58" y="188"/>
                    <a:pt x="43" y="199"/>
                    <a:pt x="21" y="194"/>
                  </a:cubicBezTo>
                  <a:cubicBezTo>
                    <a:pt x="0" y="172"/>
                    <a:pt x="8" y="85"/>
                    <a:pt x="35" y="59"/>
                  </a:cubicBezTo>
                  <a:cubicBezTo>
                    <a:pt x="45" y="48"/>
                    <a:pt x="56" y="27"/>
                    <a:pt x="87" y="14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69" name="Freeform 12"/>
            <p:cNvSpPr/>
            <p:nvPr/>
          </p:nvSpPr>
          <p:spPr>
            <a:xfrm>
              <a:off x="2487025" y="1917090"/>
              <a:ext cx="408135" cy="651850"/>
            </a:xfrm>
            <a:custGeom>
              <a:avLst/>
              <a:gdLst/>
              <a:ahLst/>
              <a:cxnLst/>
              <a:rect l="0" t="0" r="r" b="b"/>
              <a:pathLst>
                <a:path w="350" h="559">
                  <a:moveTo>
                    <a:pt x="0" y="558"/>
                  </a:moveTo>
                  <a:cubicBezTo>
                    <a:pt x="21" y="550"/>
                    <a:pt x="68" y="283"/>
                    <a:pt x="68" y="256"/>
                  </a:cubicBezTo>
                  <a:cubicBezTo>
                    <a:pt x="74" y="187"/>
                    <a:pt x="105" y="124"/>
                    <a:pt x="129" y="60"/>
                  </a:cubicBezTo>
                  <a:cubicBezTo>
                    <a:pt x="132" y="55"/>
                    <a:pt x="135" y="50"/>
                    <a:pt x="140" y="45"/>
                  </a:cubicBezTo>
                  <a:cubicBezTo>
                    <a:pt x="164" y="18"/>
                    <a:pt x="256" y="0"/>
                    <a:pt x="288" y="13"/>
                  </a:cubicBezTo>
                  <a:cubicBezTo>
                    <a:pt x="299" y="18"/>
                    <a:pt x="307" y="23"/>
                    <a:pt x="309" y="37"/>
                  </a:cubicBezTo>
                  <a:cubicBezTo>
                    <a:pt x="312" y="45"/>
                    <a:pt x="314" y="53"/>
                    <a:pt x="322" y="60"/>
                  </a:cubicBezTo>
                  <a:cubicBezTo>
                    <a:pt x="349" y="92"/>
                    <a:pt x="341" y="132"/>
                    <a:pt x="301" y="145"/>
                  </a:cubicBezTo>
                  <a:cubicBezTo>
                    <a:pt x="291" y="148"/>
                    <a:pt x="280" y="150"/>
                    <a:pt x="275" y="161"/>
                  </a:cubicBezTo>
                  <a:cubicBezTo>
                    <a:pt x="254" y="193"/>
                    <a:pt x="227" y="214"/>
                    <a:pt x="198" y="246"/>
                  </a:cubicBezTo>
                  <a:cubicBezTo>
                    <a:pt x="190" y="254"/>
                    <a:pt x="161" y="328"/>
                    <a:pt x="158" y="336"/>
                  </a:cubicBezTo>
                  <a:cubicBezTo>
                    <a:pt x="153" y="389"/>
                    <a:pt x="68" y="550"/>
                    <a:pt x="82" y="545"/>
                  </a:cubicBezTo>
                  <a:lnTo>
                    <a:pt x="0" y="558"/>
                  </a:ln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0" name="Freeform 13"/>
            <p:cNvSpPr/>
            <p:nvPr/>
          </p:nvSpPr>
          <p:spPr>
            <a:xfrm>
              <a:off x="4180202" y="1703694"/>
              <a:ext cx="434955" cy="754467"/>
            </a:xfrm>
            <a:custGeom>
              <a:avLst/>
              <a:gdLst/>
              <a:ahLst/>
              <a:cxnLst/>
              <a:rect l="0" t="0" r="r" b="b"/>
              <a:pathLst>
                <a:path w="373" h="647">
                  <a:moveTo>
                    <a:pt x="3" y="632"/>
                  </a:moveTo>
                  <a:cubicBezTo>
                    <a:pt x="3" y="632"/>
                    <a:pt x="13" y="635"/>
                    <a:pt x="26" y="635"/>
                  </a:cubicBezTo>
                  <a:cubicBezTo>
                    <a:pt x="50" y="638"/>
                    <a:pt x="90" y="646"/>
                    <a:pt x="100" y="632"/>
                  </a:cubicBezTo>
                  <a:lnTo>
                    <a:pt x="130" y="468"/>
                  </a:lnTo>
                  <a:cubicBezTo>
                    <a:pt x="124" y="437"/>
                    <a:pt x="122" y="344"/>
                    <a:pt x="122" y="344"/>
                  </a:cubicBezTo>
                  <a:cubicBezTo>
                    <a:pt x="119" y="307"/>
                    <a:pt x="124" y="251"/>
                    <a:pt x="150" y="225"/>
                  </a:cubicBezTo>
                  <a:cubicBezTo>
                    <a:pt x="172" y="204"/>
                    <a:pt x="197" y="199"/>
                    <a:pt x="216" y="201"/>
                  </a:cubicBezTo>
                  <a:cubicBezTo>
                    <a:pt x="224" y="201"/>
                    <a:pt x="232" y="204"/>
                    <a:pt x="240" y="204"/>
                  </a:cubicBezTo>
                  <a:lnTo>
                    <a:pt x="240" y="201"/>
                  </a:lnTo>
                  <a:cubicBezTo>
                    <a:pt x="248" y="201"/>
                    <a:pt x="256" y="204"/>
                    <a:pt x="263" y="206"/>
                  </a:cubicBezTo>
                  <a:cubicBezTo>
                    <a:pt x="287" y="212"/>
                    <a:pt x="316" y="233"/>
                    <a:pt x="335" y="199"/>
                  </a:cubicBezTo>
                  <a:cubicBezTo>
                    <a:pt x="351" y="169"/>
                    <a:pt x="372" y="138"/>
                    <a:pt x="351" y="109"/>
                  </a:cubicBezTo>
                  <a:cubicBezTo>
                    <a:pt x="335" y="87"/>
                    <a:pt x="319" y="66"/>
                    <a:pt x="306" y="42"/>
                  </a:cubicBezTo>
                  <a:cubicBezTo>
                    <a:pt x="282" y="0"/>
                    <a:pt x="245" y="8"/>
                    <a:pt x="203" y="19"/>
                  </a:cubicBezTo>
                  <a:cubicBezTo>
                    <a:pt x="150" y="32"/>
                    <a:pt x="93" y="45"/>
                    <a:pt x="79" y="114"/>
                  </a:cubicBezTo>
                  <a:cubicBezTo>
                    <a:pt x="74" y="138"/>
                    <a:pt x="74" y="164"/>
                    <a:pt x="50" y="177"/>
                  </a:cubicBezTo>
                  <a:cubicBezTo>
                    <a:pt x="0" y="204"/>
                    <a:pt x="5" y="257"/>
                    <a:pt x="10" y="310"/>
                  </a:cubicBezTo>
                  <a:cubicBezTo>
                    <a:pt x="13" y="339"/>
                    <a:pt x="26" y="397"/>
                    <a:pt x="26" y="426"/>
                  </a:cubicBezTo>
                  <a:cubicBezTo>
                    <a:pt x="26" y="447"/>
                    <a:pt x="3" y="611"/>
                    <a:pt x="0" y="619"/>
                  </a:cubicBezTo>
                  <a:lnTo>
                    <a:pt x="3" y="632"/>
                  </a:ln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1" name="Freeform 14"/>
            <p:cNvSpPr/>
            <p:nvPr/>
          </p:nvSpPr>
          <p:spPr>
            <a:xfrm>
              <a:off x="5823236" y="2472154"/>
              <a:ext cx="411633" cy="331172"/>
            </a:xfrm>
            <a:custGeom>
              <a:avLst/>
              <a:gdLst/>
              <a:ahLst/>
              <a:cxnLst/>
              <a:rect l="0" t="0" r="r" b="b"/>
              <a:pathLst>
                <a:path w="353" h="284">
                  <a:moveTo>
                    <a:pt x="344" y="182"/>
                  </a:moveTo>
                  <a:cubicBezTo>
                    <a:pt x="328" y="198"/>
                    <a:pt x="312" y="204"/>
                    <a:pt x="288" y="201"/>
                  </a:cubicBezTo>
                  <a:cubicBezTo>
                    <a:pt x="283" y="201"/>
                    <a:pt x="267" y="196"/>
                    <a:pt x="262" y="196"/>
                  </a:cubicBezTo>
                  <a:cubicBezTo>
                    <a:pt x="235" y="193"/>
                    <a:pt x="206" y="198"/>
                    <a:pt x="193" y="230"/>
                  </a:cubicBezTo>
                  <a:cubicBezTo>
                    <a:pt x="182" y="254"/>
                    <a:pt x="166" y="272"/>
                    <a:pt x="140" y="278"/>
                  </a:cubicBezTo>
                  <a:cubicBezTo>
                    <a:pt x="122" y="283"/>
                    <a:pt x="114" y="267"/>
                    <a:pt x="111" y="249"/>
                  </a:cubicBezTo>
                  <a:cubicBezTo>
                    <a:pt x="111" y="241"/>
                    <a:pt x="111" y="235"/>
                    <a:pt x="111" y="227"/>
                  </a:cubicBezTo>
                  <a:cubicBezTo>
                    <a:pt x="111" y="214"/>
                    <a:pt x="106" y="198"/>
                    <a:pt x="92" y="198"/>
                  </a:cubicBezTo>
                  <a:cubicBezTo>
                    <a:pt x="77" y="196"/>
                    <a:pt x="61" y="196"/>
                    <a:pt x="45" y="196"/>
                  </a:cubicBezTo>
                  <a:cubicBezTo>
                    <a:pt x="26" y="193"/>
                    <a:pt x="8" y="193"/>
                    <a:pt x="5" y="174"/>
                  </a:cubicBezTo>
                  <a:cubicBezTo>
                    <a:pt x="0" y="153"/>
                    <a:pt x="8" y="135"/>
                    <a:pt x="26" y="127"/>
                  </a:cubicBezTo>
                  <a:cubicBezTo>
                    <a:pt x="42" y="119"/>
                    <a:pt x="66" y="111"/>
                    <a:pt x="84" y="108"/>
                  </a:cubicBezTo>
                  <a:cubicBezTo>
                    <a:pt x="98" y="106"/>
                    <a:pt x="109" y="103"/>
                    <a:pt x="122" y="103"/>
                  </a:cubicBezTo>
                  <a:cubicBezTo>
                    <a:pt x="136" y="103"/>
                    <a:pt x="145" y="95"/>
                    <a:pt x="153" y="84"/>
                  </a:cubicBezTo>
                  <a:cubicBezTo>
                    <a:pt x="161" y="71"/>
                    <a:pt x="166" y="66"/>
                    <a:pt x="172" y="55"/>
                  </a:cubicBezTo>
                  <a:cubicBezTo>
                    <a:pt x="193" y="13"/>
                    <a:pt x="219" y="0"/>
                    <a:pt x="254" y="32"/>
                  </a:cubicBezTo>
                  <a:cubicBezTo>
                    <a:pt x="262" y="40"/>
                    <a:pt x="270" y="55"/>
                    <a:pt x="267" y="69"/>
                  </a:cubicBezTo>
                  <a:cubicBezTo>
                    <a:pt x="264" y="84"/>
                    <a:pt x="246" y="98"/>
                    <a:pt x="254" y="114"/>
                  </a:cubicBezTo>
                  <a:cubicBezTo>
                    <a:pt x="264" y="135"/>
                    <a:pt x="307" y="135"/>
                    <a:pt x="325" y="145"/>
                  </a:cubicBezTo>
                  <a:cubicBezTo>
                    <a:pt x="349" y="148"/>
                    <a:pt x="352" y="164"/>
                    <a:pt x="344" y="18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2" name="Freeform 15"/>
            <p:cNvSpPr/>
            <p:nvPr/>
          </p:nvSpPr>
          <p:spPr>
            <a:xfrm>
              <a:off x="2354090" y="2419679"/>
              <a:ext cx="377816" cy="229722"/>
            </a:xfrm>
            <a:custGeom>
              <a:avLst/>
              <a:gdLst/>
              <a:ahLst/>
              <a:cxnLst/>
              <a:rect l="0" t="0" r="r" b="b"/>
              <a:pathLst>
                <a:path w="324" h="197">
                  <a:moveTo>
                    <a:pt x="233" y="63"/>
                  </a:moveTo>
                  <a:cubicBezTo>
                    <a:pt x="254" y="63"/>
                    <a:pt x="288" y="69"/>
                    <a:pt x="301" y="90"/>
                  </a:cubicBezTo>
                  <a:cubicBezTo>
                    <a:pt x="323" y="129"/>
                    <a:pt x="294" y="180"/>
                    <a:pt x="246" y="177"/>
                  </a:cubicBezTo>
                  <a:cubicBezTo>
                    <a:pt x="214" y="174"/>
                    <a:pt x="188" y="180"/>
                    <a:pt x="159" y="185"/>
                  </a:cubicBezTo>
                  <a:cubicBezTo>
                    <a:pt x="108" y="196"/>
                    <a:pt x="32" y="151"/>
                    <a:pt x="8" y="106"/>
                  </a:cubicBezTo>
                  <a:cubicBezTo>
                    <a:pt x="0" y="87"/>
                    <a:pt x="3" y="69"/>
                    <a:pt x="3" y="50"/>
                  </a:cubicBezTo>
                  <a:cubicBezTo>
                    <a:pt x="8" y="16"/>
                    <a:pt x="48" y="0"/>
                    <a:pt x="74" y="21"/>
                  </a:cubicBezTo>
                  <a:cubicBezTo>
                    <a:pt x="85" y="29"/>
                    <a:pt x="108" y="53"/>
                    <a:pt x="124" y="55"/>
                  </a:cubicBezTo>
                  <a:cubicBezTo>
                    <a:pt x="151" y="63"/>
                    <a:pt x="206" y="63"/>
                    <a:pt x="233" y="6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3" name="Freeform 16"/>
            <p:cNvSpPr/>
            <p:nvPr/>
          </p:nvSpPr>
          <p:spPr>
            <a:xfrm>
              <a:off x="6286177" y="3342064"/>
              <a:ext cx="151593" cy="121275"/>
            </a:xfrm>
            <a:custGeom>
              <a:avLst/>
              <a:gdLst/>
              <a:ahLst/>
              <a:cxnLst/>
              <a:rect l="0" t="0" r="r" b="b"/>
              <a:pathLst>
                <a:path w="130" h="104">
                  <a:moveTo>
                    <a:pt x="13" y="45"/>
                  </a:moveTo>
                  <a:lnTo>
                    <a:pt x="13" y="45"/>
                  </a:lnTo>
                  <a:cubicBezTo>
                    <a:pt x="0" y="63"/>
                    <a:pt x="0" y="79"/>
                    <a:pt x="10" y="87"/>
                  </a:cubicBezTo>
                  <a:cubicBezTo>
                    <a:pt x="23" y="100"/>
                    <a:pt x="50" y="103"/>
                    <a:pt x="74" y="98"/>
                  </a:cubicBezTo>
                  <a:cubicBezTo>
                    <a:pt x="97" y="92"/>
                    <a:pt x="113" y="79"/>
                    <a:pt x="121" y="63"/>
                  </a:cubicBezTo>
                  <a:cubicBezTo>
                    <a:pt x="129" y="45"/>
                    <a:pt x="121" y="21"/>
                    <a:pt x="105" y="8"/>
                  </a:cubicBezTo>
                  <a:cubicBezTo>
                    <a:pt x="97" y="3"/>
                    <a:pt x="92" y="0"/>
                    <a:pt x="84" y="0"/>
                  </a:cubicBezTo>
                  <a:cubicBezTo>
                    <a:pt x="76" y="0"/>
                    <a:pt x="68" y="3"/>
                    <a:pt x="55" y="10"/>
                  </a:cubicBezTo>
                  <a:cubicBezTo>
                    <a:pt x="37" y="18"/>
                    <a:pt x="23" y="29"/>
                    <a:pt x="13" y="45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4" name="Freeform 17"/>
            <p:cNvSpPr/>
            <p:nvPr/>
          </p:nvSpPr>
          <p:spPr>
            <a:xfrm>
              <a:off x="6440102" y="3474999"/>
              <a:ext cx="134102" cy="121275"/>
            </a:xfrm>
            <a:custGeom>
              <a:avLst/>
              <a:gdLst/>
              <a:ahLst/>
              <a:cxnLst/>
              <a:rect l="0" t="0" r="r" b="b"/>
              <a:pathLst>
                <a:path w="115" h="104">
                  <a:moveTo>
                    <a:pt x="8" y="42"/>
                  </a:moveTo>
                  <a:cubicBezTo>
                    <a:pt x="3" y="50"/>
                    <a:pt x="0" y="58"/>
                    <a:pt x="3" y="68"/>
                  </a:cubicBezTo>
                  <a:cubicBezTo>
                    <a:pt x="5" y="79"/>
                    <a:pt x="13" y="87"/>
                    <a:pt x="21" y="92"/>
                  </a:cubicBezTo>
                  <a:lnTo>
                    <a:pt x="21" y="92"/>
                  </a:lnTo>
                  <a:cubicBezTo>
                    <a:pt x="45" y="103"/>
                    <a:pt x="71" y="100"/>
                    <a:pt x="95" y="84"/>
                  </a:cubicBezTo>
                  <a:cubicBezTo>
                    <a:pt x="103" y="79"/>
                    <a:pt x="108" y="68"/>
                    <a:pt x="111" y="58"/>
                  </a:cubicBezTo>
                  <a:cubicBezTo>
                    <a:pt x="114" y="42"/>
                    <a:pt x="111" y="28"/>
                    <a:pt x="103" y="18"/>
                  </a:cubicBezTo>
                  <a:cubicBezTo>
                    <a:pt x="95" y="7"/>
                    <a:pt x="85" y="2"/>
                    <a:pt x="74" y="0"/>
                  </a:cubicBezTo>
                  <a:cubicBezTo>
                    <a:pt x="71" y="0"/>
                    <a:pt x="71" y="0"/>
                    <a:pt x="69" y="0"/>
                  </a:cubicBezTo>
                  <a:cubicBezTo>
                    <a:pt x="61" y="0"/>
                    <a:pt x="50" y="2"/>
                    <a:pt x="42" y="10"/>
                  </a:cubicBezTo>
                  <a:cubicBezTo>
                    <a:pt x="32" y="18"/>
                    <a:pt x="18" y="29"/>
                    <a:pt x="8" y="4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5" name="Freeform 18"/>
            <p:cNvSpPr/>
            <p:nvPr/>
          </p:nvSpPr>
          <p:spPr>
            <a:xfrm>
              <a:off x="6745620" y="2984072"/>
              <a:ext cx="127105" cy="118943"/>
            </a:xfrm>
            <a:custGeom>
              <a:avLst/>
              <a:gdLst/>
              <a:ahLst/>
              <a:cxnLst/>
              <a:rect l="0" t="0" r="r" b="b"/>
              <a:pathLst>
                <a:path w="109" h="102">
                  <a:moveTo>
                    <a:pt x="8" y="34"/>
                  </a:moveTo>
                  <a:cubicBezTo>
                    <a:pt x="0" y="48"/>
                    <a:pt x="2" y="63"/>
                    <a:pt x="13" y="79"/>
                  </a:cubicBezTo>
                  <a:cubicBezTo>
                    <a:pt x="24" y="95"/>
                    <a:pt x="34" y="101"/>
                    <a:pt x="45" y="101"/>
                  </a:cubicBezTo>
                  <a:cubicBezTo>
                    <a:pt x="61" y="101"/>
                    <a:pt x="76" y="90"/>
                    <a:pt x="90" y="77"/>
                  </a:cubicBezTo>
                  <a:cubicBezTo>
                    <a:pt x="103" y="61"/>
                    <a:pt x="108" y="45"/>
                    <a:pt x="106" y="29"/>
                  </a:cubicBezTo>
                  <a:cubicBezTo>
                    <a:pt x="103" y="19"/>
                    <a:pt x="98" y="11"/>
                    <a:pt x="82" y="5"/>
                  </a:cubicBezTo>
                  <a:cubicBezTo>
                    <a:pt x="79" y="5"/>
                    <a:pt x="74" y="3"/>
                    <a:pt x="69" y="3"/>
                  </a:cubicBezTo>
                  <a:cubicBezTo>
                    <a:pt x="47" y="0"/>
                    <a:pt x="18" y="13"/>
                    <a:pt x="8" y="34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6" name="Freeform 19"/>
            <p:cNvSpPr/>
            <p:nvPr/>
          </p:nvSpPr>
          <p:spPr>
            <a:xfrm>
              <a:off x="6566041" y="3258104"/>
              <a:ext cx="128271" cy="134102"/>
            </a:xfrm>
            <a:custGeom>
              <a:avLst/>
              <a:gdLst/>
              <a:ahLst/>
              <a:cxnLst/>
              <a:rect l="0" t="0" r="r" b="b"/>
              <a:pathLst>
                <a:path w="110" h="115">
                  <a:moveTo>
                    <a:pt x="74" y="3"/>
                  </a:moveTo>
                  <a:cubicBezTo>
                    <a:pt x="72" y="3"/>
                    <a:pt x="66" y="0"/>
                    <a:pt x="64" y="0"/>
                  </a:cubicBezTo>
                  <a:cubicBezTo>
                    <a:pt x="56" y="0"/>
                    <a:pt x="51" y="3"/>
                    <a:pt x="45" y="6"/>
                  </a:cubicBezTo>
                  <a:cubicBezTo>
                    <a:pt x="24" y="19"/>
                    <a:pt x="11" y="37"/>
                    <a:pt x="8" y="51"/>
                  </a:cubicBezTo>
                  <a:lnTo>
                    <a:pt x="8" y="51"/>
                  </a:lnTo>
                  <a:cubicBezTo>
                    <a:pt x="0" y="80"/>
                    <a:pt x="0" y="90"/>
                    <a:pt x="11" y="98"/>
                  </a:cubicBezTo>
                  <a:cubicBezTo>
                    <a:pt x="35" y="114"/>
                    <a:pt x="64" y="109"/>
                    <a:pt x="88" y="88"/>
                  </a:cubicBezTo>
                  <a:cubicBezTo>
                    <a:pt x="106" y="72"/>
                    <a:pt x="109" y="48"/>
                    <a:pt x="98" y="24"/>
                  </a:cubicBezTo>
                  <a:cubicBezTo>
                    <a:pt x="96" y="14"/>
                    <a:pt x="88" y="6"/>
                    <a:pt x="74" y="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7" name="Freeform 20"/>
            <p:cNvSpPr/>
            <p:nvPr/>
          </p:nvSpPr>
          <p:spPr>
            <a:xfrm>
              <a:off x="6143913" y="3604436"/>
              <a:ext cx="127105" cy="99118"/>
            </a:xfrm>
            <a:custGeom>
              <a:avLst/>
              <a:gdLst/>
              <a:ahLst/>
              <a:cxnLst/>
              <a:rect l="0" t="0" r="r" b="b"/>
              <a:pathLst>
                <a:path w="109" h="85">
                  <a:moveTo>
                    <a:pt x="71" y="82"/>
                  </a:moveTo>
                  <a:cubicBezTo>
                    <a:pt x="85" y="79"/>
                    <a:pt x="93" y="74"/>
                    <a:pt x="100" y="63"/>
                  </a:cubicBezTo>
                  <a:cubicBezTo>
                    <a:pt x="106" y="55"/>
                    <a:pt x="108" y="45"/>
                    <a:pt x="106" y="34"/>
                  </a:cubicBezTo>
                  <a:cubicBezTo>
                    <a:pt x="103" y="24"/>
                    <a:pt x="95" y="13"/>
                    <a:pt x="85" y="8"/>
                  </a:cubicBezTo>
                  <a:cubicBezTo>
                    <a:pt x="77" y="2"/>
                    <a:pt x="63" y="0"/>
                    <a:pt x="53" y="0"/>
                  </a:cubicBezTo>
                  <a:cubicBezTo>
                    <a:pt x="48" y="0"/>
                    <a:pt x="42" y="0"/>
                    <a:pt x="37" y="2"/>
                  </a:cubicBezTo>
                  <a:cubicBezTo>
                    <a:pt x="13" y="8"/>
                    <a:pt x="0" y="31"/>
                    <a:pt x="5" y="63"/>
                  </a:cubicBezTo>
                  <a:cubicBezTo>
                    <a:pt x="5" y="71"/>
                    <a:pt x="11" y="76"/>
                    <a:pt x="16" y="79"/>
                  </a:cubicBezTo>
                  <a:cubicBezTo>
                    <a:pt x="29" y="84"/>
                    <a:pt x="50" y="84"/>
                    <a:pt x="71" y="8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78" name="Freeform 21"/>
            <p:cNvSpPr/>
            <p:nvPr/>
          </p:nvSpPr>
          <p:spPr>
            <a:xfrm>
              <a:off x="6742122" y="3162484"/>
              <a:ext cx="121275" cy="118943"/>
            </a:xfrm>
            <a:custGeom>
              <a:avLst/>
              <a:gdLst/>
              <a:ahLst/>
              <a:cxnLst/>
              <a:rect l="0" t="0" r="r" b="b"/>
              <a:pathLst>
                <a:path w="104" h="102">
                  <a:moveTo>
                    <a:pt x="93" y="67"/>
                  </a:moveTo>
                  <a:cubicBezTo>
                    <a:pt x="103" y="51"/>
                    <a:pt x="101" y="24"/>
                    <a:pt x="87" y="11"/>
                  </a:cubicBezTo>
                  <a:cubicBezTo>
                    <a:pt x="79" y="3"/>
                    <a:pt x="72" y="0"/>
                    <a:pt x="61" y="0"/>
                  </a:cubicBezTo>
                  <a:cubicBezTo>
                    <a:pt x="53" y="0"/>
                    <a:pt x="45" y="3"/>
                    <a:pt x="40" y="6"/>
                  </a:cubicBezTo>
                  <a:cubicBezTo>
                    <a:pt x="19" y="16"/>
                    <a:pt x="11" y="35"/>
                    <a:pt x="3" y="56"/>
                  </a:cubicBezTo>
                  <a:cubicBezTo>
                    <a:pt x="0" y="61"/>
                    <a:pt x="0" y="69"/>
                    <a:pt x="3" y="74"/>
                  </a:cubicBezTo>
                  <a:cubicBezTo>
                    <a:pt x="5" y="82"/>
                    <a:pt x="13" y="88"/>
                    <a:pt x="21" y="90"/>
                  </a:cubicBezTo>
                  <a:lnTo>
                    <a:pt x="21" y="90"/>
                  </a:lnTo>
                  <a:cubicBezTo>
                    <a:pt x="45" y="101"/>
                    <a:pt x="77" y="90"/>
                    <a:pt x="93" y="67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275446725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Group 20"/>
          <p:cNvGrpSpPr>
            <a:grpSpLocks/>
          </p:cNvGrpSpPr>
          <p:nvPr/>
        </p:nvGrpSpPr>
        <p:grpSpPr bwMode="auto">
          <a:xfrm>
            <a:off x="2528888" y="2420938"/>
            <a:ext cx="3641725" cy="1474787"/>
            <a:chOff x="2819400" y="2190750"/>
            <a:chExt cx="2699370" cy="1092602"/>
          </a:xfrm>
        </p:grpSpPr>
        <p:sp>
          <p:nvSpPr>
            <p:cNvPr id="2" name="Freeform 61"/>
            <p:cNvSpPr>
              <a:spLocks noChangeArrowheads="1"/>
            </p:cNvSpPr>
            <p:nvPr/>
          </p:nvSpPr>
          <p:spPr bwMode="auto">
            <a:xfrm>
              <a:off x="2819400" y="2190750"/>
              <a:ext cx="2699370" cy="1092602"/>
            </a:xfrm>
            <a:custGeom>
              <a:avLst/>
              <a:gdLst>
                <a:gd name="T0" fmla="*/ 1069072226 w 2595"/>
                <a:gd name="T1" fmla="*/ 95104195 h 1051"/>
                <a:gd name="T2" fmla="*/ 859152779 w 2595"/>
                <a:gd name="T3" fmla="*/ 123203091 h 1051"/>
                <a:gd name="T4" fmla="*/ 621100592 w 2595"/>
                <a:gd name="T5" fmla="*/ 199935770 h 1051"/>
                <a:gd name="T6" fmla="*/ 449053462 w 2595"/>
                <a:gd name="T7" fmla="*/ 266941069 h 1051"/>
                <a:gd name="T8" fmla="*/ 229396519 w 2595"/>
                <a:gd name="T9" fmla="*/ 409597881 h 1051"/>
                <a:gd name="T10" fmla="*/ 209919447 w 2595"/>
                <a:gd name="T11" fmla="*/ 466876839 h 1051"/>
                <a:gd name="T12" fmla="*/ 152570057 w 2595"/>
                <a:gd name="T13" fmla="*/ 619259992 h 1051"/>
                <a:gd name="T14" fmla="*/ 134174812 w 2595"/>
                <a:gd name="T15" fmla="*/ 753271630 h 1051"/>
                <a:gd name="T16" fmla="*/ 162308593 w 2595"/>
                <a:gd name="T17" fmla="*/ 925107465 h 1051"/>
                <a:gd name="T18" fmla="*/ 28133781 w 2595"/>
                <a:gd name="T19" fmla="*/ 953206361 h 1051"/>
                <a:gd name="T20" fmla="*/ 0 w 2595"/>
                <a:gd name="T21" fmla="*/ 1010485319 h 1051"/>
                <a:gd name="T22" fmla="*/ 57349390 w 2595"/>
                <a:gd name="T23" fmla="*/ 1058037936 h 1051"/>
                <a:gd name="T24" fmla="*/ 209919447 w 2595"/>
                <a:gd name="T25" fmla="*/ 1087217998 h 1051"/>
                <a:gd name="T26" fmla="*/ 352750967 w 2595"/>
                <a:gd name="T27" fmla="*/ 1087217998 h 1051"/>
                <a:gd name="T28" fmla="*/ 544274129 w 2595"/>
                <a:gd name="T29" fmla="*/ 1105590553 h 1051"/>
                <a:gd name="T30" fmla="*/ 1031199909 w 2595"/>
                <a:gd name="T31" fmla="*/ 1115316894 h 1051"/>
                <a:gd name="T32" fmla="*/ 1365555631 w 2595"/>
                <a:gd name="T33" fmla="*/ 1125043235 h 1051"/>
                <a:gd name="T34" fmla="*/ 1814609094 w 2595"/>
                <a:gd name="T35" fmla="*/ 1125043235 h 1051"/>
                <a:gd name="T36" fmla="*/ 2072139394 w 2595"/>
                <a:gd name="T37" fmla="*/ 1115316894 h 1051"/>
                <a:gd name="T38" fmla="*/ 2147483646 w 2595"/>
                <a:gd name="T39" fmla="*/ 1115316894 h 1051"/>
                <a:gd name="T40" fmla="*/ 2147483646 w 2595"/>
                <a:gd name="T41" fmla="*/ 1115316894 h 1051"/>
                <a:gd name="T42" fmla="*/ 2147483646 w 2595"/>
                <a:gd name="T43" fmla="*/ 1115316894 h 1051"/>
                <a:gd name="T44" fmla="*/ 2147483646 w 2595"/>
                <a:gd name="T45" fmla="*/ 1115316894 h 1051"/>
                <a:gd name="T46" fmla="*/ 2147483646 w 2595"/>
                <a:gd name="T47" fmla="*/ 1067764277 h 1051"/>
                <a:gd name="T48" fmla="*/ 2147483646 w 2595"/>
                <a:gd name="T49" fmla="*/ 1048311595 h 1051"/>
                <a:gd name="T50" fmla="*/ 2147483646 w 2595"/>
                <a:gd name="T51" fmla="*/ 991032637 h 1051"/>
                <a:gd name="T52" fmla="*/ 2147483646 w 2595"/>
                <a:gd name="T53" fmla="*/ 972660082 h 1051"/>
                <a:gd name="T54" fmla="*/ 2147483646 w 2595"/>
                <a:gd name="T55" fmla="*/ 781370526 h 1051"/>
                <a:gd name="T56" fmla="*/ 2147483646 w 2595"/>
                <a:gd name="T57" fmla="*/ 543608479 h 1051"/>
                <a:gd name="T58" fmla="*/ 2147483646 w 2595"/>
                <a:gd name="T59" fmla="*/ 466876839 h 1051"/>
                <a:gd name="T60" fmla="*/ 2147483646 w 2595"/>
                <a:gd name="T61" fmla="*/ 304766306 h 1051"/>
                <a:gd name="T62" fmla="*/ 2147483646 w 2595"/>
                <a:gd name="T63" fmla="*/ 199935770 h 1051"/>
                <a:gd name="T64" fmla="*/ 2147483646 w 2595"/>
                <a:gd name="T65" fmla="*/ 190209429 h 1051"/>
                <a:gd name="T66" fmla="*/ 2147483646 w 2595"/>
                <a:gd name="T67" fmla="*/ 123203091 h 1051"/>
                <a:gd name="T68" fmla="*/ 2147483646 w 2595"/>
                <a:gd name="T69" fmla="*/ 28098896 h 1051"/>
                <a:gd name="T70" fmla="*/ 2033185248 w 2595"/>
                <a:gd name="T71" fmla="*/ 0 h 1051"/>
                <a:gd name="T72" fmla="*/ 1441300266 w 2595"/>
                <a:gd name="T73" fmla="*/ 18372555 h 1051"/>
                <a:gd name="T74" fmla="*/ 1909830801 w 2595"/>
                <a:gd name="T75" fmla="*/ 65925172 h 1051"/>
                <a:gd name="T76" fmla="*/ 2147483646 w 2595"/>
                <a:gd name="T77" fmla="*/ 95104195 h 1051"/>
                <a:gd name="T78" fmla="*/ 2147483646 w 2595"/>
                <a:gd name="T79" fmla="*/ 123203091 h 1051"/>
                <a:gd name="T80" fmla="*/ 2147483646 w 2595"/>
                <a:gd name="T81" fmla="*/ 228034666 h 1051"/>
                <a:gd name="T82" fmla="*/ 2147483646 w 2595"/>
                <a:gd name="T83" fmla="*/ 419324222 h 1051"/>
                <a:gd name="T84" fmla="*/ 2147483646 w 2595"/>
                <a:gd name="T85" fmla="*/ 591161097 h 1051"/>
                <a:gd name="T86" fmla="*/ 2147483646 w 2595"/>
                <a:gd name="T87" fmla="*/ 867828507 h 1051"/>
                <a:gd name="T88" fmla="*/ 2147483646 w 2595"/>
                <a:gd name="T89" fmla="*/ 962933741 h 1051"/>
                <a:gd name="T90" fmla="*/ 2147483646 w 2595"/>
                <a:gd name="T91" fmla="*/ 1029939040 h 1051"/>
                <a:gd name="T92" fmla="*/ 1919569337 w 2595"/>
                <a:gd name="T93" fmla="*/ 1067764277 h 1051"/>
                <a:gd name="T94" fmla="*/ 1699911354 w 2595"/>
                <a:gd name="T95" fmla="*/ 1058037936 h 1051"/>
                <a:gd name="T96" fmla="*/ 1480253371 w 2595"/>
                <a:gd name="T97" fmla="*/ 1048311595 h 1051"/>
                <a:gd name="T98" fmla="*/ 1327684354 w 2595"/>
                <a:gd name="T99" fmla="*/ 1058037936 h 1051"/>
                <a:gd name="T100" fmla="*/ 1221642282 w 2595"/>
                <a:gd name="T101" fmla="*/ 1048311595 h 1051"/>
                <a:gd name="T102" fmla="*/ 906763633 w 2595"/>
                <a:gd name="T103" fmla="*/ 1038585254 h 1051"/>
                <a:gd name="T104" fmla="*/ 801804429 w 2595"/>
                <a:gd name="T105" fmla="*/ 1029939040 h 1051"/>
                <a:gd name="T106" fmla="*/ 696844186 w 2595"/>
                <a:gd name="T107" fmla="*/ 1020212699 h 1051"/>
                <a:gd name="T108" fmla="*/ 515059560 w 2595"/>
                <a:gd name="T109" fmla="*/ 1000758978 h 1051"/>
                <a:gd name="T110" fmla="*/ 429576390 w 2595"/>
                <a:gd name="T111" fmla="*/ 972660082 h 1051"/>
                <a:gd name="T112" fmla="*/ 229396519 w 2595"/>
                <a:gd name="T113" fmla="*/ 810549549 h 1051"/>
                <a:gd name="T114" fmla="*/ 277006333 w 2595"/>
                <a:gd name="T115" fmla="*/ 486329521 h 1051"/>
                <a:gd name="T116" fmla="*/ 554012666 w 2595"/>
                <a:gd name="T117" fmla="*/ 314493686 h 1051"/>
                <a:gd name="T118" fmla="*/ 763932112 w 2595"/>
                <a:gd name="T119" fmla="*/ 247488387 h 1051"/>
                <a:gd name="T120" fmla="*/ 1040938445 w 2595"/>
                <a:gd name="T121" fmla="*/ 152383153 h 1051"/>
                <a:gd name="T122" fmla="*/ 1327684354 w 2595"/>
                <a:gd name="T123" fmla="*/ 114557916 h 1051"/>
                <a:gd name="T124" fmla="*/ 1441300266 w 2595"/>
                <a:gd name="T125" fmla="*/ 85377854 h 105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595" h="1051">
                  <a:moveTo>
                    <a:pt x="1147" y="70"/>
                  </a:moveTo>
                  <a:lnTo>
                    <a:pt x="1147" y="70"/>
                  </a:lnTo>
                  <a:lnTo>
                    <a:pt x="1068" y="88"/>
                  </a:lnTo>
                  <a:lnTo>
                    <a:pt x="988" y="88"/>
                  </a:lnTo>
                  <a:lnTo>
                    <a:pt x="953" y="88"/>
                  </a:lnTo>
                  <a:lnTo>
                    <a:pt x="935" y="88"/>
                  </a:lnTo>
                  <a:lnTo>
                    <a:pt x="856" y="97"/>
                  </a:lnTo>
                  <a:lnTo>
                    <a:pt x="794" y="114"/>
                  </a:lnTo>
                  <a:lnTo>
                    <a:pt x="715" y="150"/>
                  </a:lnTo>
                  <a:lnTo>
                    <a:pt x="653" y="167"/>
                  </a:lnTo>
                  <a:lnTo>
                    <a:pt x="574" y="185"/>
                  </a:lnTo>
                  <a:lnTo>
                    <a:pt x="538" y="194"/>
                  </a:lnTo>
                  <a:lnTo>
                    <a:pt x="503" y="211"/>
                  </a:lnTo>
                  <a:lnTo>
                    <a:pt x="468" y="220"/>
                  </a:lnTo>
                  <a:lnTo>
                    <a:pt x="415" y="247"/>
                  </a:lnTo>
                  <a:lnTo>
                    <a:pt x="335" y="282"/>
                  </a:lnTo>
                  <a:lnTo>
                    <a:pt x="300" y="300"/>
                  </a:lnTo>
                  <a:lnTo>
                    <a:pt x="265" y="326"/>
                  </a:lnTo>
                  <a:lnTo>
                    <a:pt x="212" y="379"/>
                  </a:lnTo>
                  <a:lnTo>
                    <a:pt x="203" y="397"/>
                  </a:lnTo>
                  <a:lnTo>
                    <a:pt x="203" y="406"/>
                  </a:lnTo>
                  <a:lnTo>
                    <a:pt x="194" y="423"/>
                  </a:lnTo>
                  <a:lnTo>
                    <a:pt x="194" y="432"/>
                  </a:lnTo>
                  <a:lnTo>
                    <a:pt x="185" y="459"/>
                  </a:lnTo>
                  <a:lnTo>
                    <a:pt x="150" y="556"/>
                  </a:lnTo>
                  <a:lnTo>
                    <a:pt x="141" y="573"/>
                  </a:lnTo>
                  <a:lnTo>
                    <a:pt x="132" y="582"/>
                  </a:lnTo>
                  <a:lnTo>
                    <a:pt x="124" y="644"/>
                  </a:lnTo>
                  <a:lnTo>
                    <a:pt x="124" y="697"/>
                  </a:lnTo>
                  <a:lnTo>
                    <a:pt x="132" y="750"/>
                  </a:lnTo>
                  <a:lnTo>
                    <a:pt x="150" y="803"/>
                  </a:lnTo>
                  <a:lnTo>
                    <a:pt x="159" y="847"/>
                  </a:lnTo>
                  <a:lnTo>
                    <a:pt x="159" y="856"/>
                  </a:lnTo>
                  <a:lnTo>
                    <a:pt x="150" y="856"/>
                  </a:lnTo>
                  <a:lnTo>
                    <a:pt x="97" y="864"/>
                  </a:lnTo>
                  <a:lnTo>
                    <a:pt x="71" y="873"/>
                  </a:lnTo>
                  <a:lnTo>
                    <a:pt x="26" y="882"/>
                  </a:lnTo>
                  <a:lnTo>
                    <a:pt x="9" y="900"/>
                  </a:lnTo>
                  <a:lnTo>
                    <a:pt x="0" y="909"/>
                  </a:lnTo>
                  <a:lnTo>
                    <a:pt x="0" y="926"/>
                  </a:lnTo>
                  <a:lnTo>
                    <a:pt x="0" y="935"/>
                  </a:lnTo>
                  <a:lnTo>
                    <a:pt x="9" y="953"/>
                  </a:lnTo>
                  <a:lnTo>
                    <a:pt x="44" y="970"/>
                  </a:lnTo>
                  <a:lnTo>
                    <a:pt x="53" y="979"/>
                  </a:lnTo>
                  <a:lnTo>
                    <a:pt x="71" y="979"/>
                  </a:lnTo>
                  <a:lnTo>
                    <a:pt x="124" y="997"/>
                  </a:lnTo>
                  <a:lnTo>
                    <a:pt x="176" y="1006"/>
                  </a:lnTo>
                  <a:lnTo>
                    <a:pt x="194" y="1006"/>
                  </a:lnTo>
                  <a:lnTo>
                    <a:pt x="265" y="1006"/>
                  </a:lnTo>
                  <a:lnTo>
                    <a:pt x="300" y="1006"/>
                  </a:lnTo>
                  <a:lnTo>
                    <a:pt x="326" y="1006"/>
                  </a:lnTo>
                  <a:lnTo>
                    <a:pt x="397" y="1014"/>
                  </a:lnTo>
                  <a:lnTo>
                    <a:pt x="468" y="1023"/>
                  </a:lnTo>
                  <a:lnTo>
                    <a:pt x="503" y="1023"/>
                  </a:lnTo>
                  <a:lnTo>
                    <a:pt x="750" y="1032"/>
                  </a:lnTo>
                  <a:lnTo>
                    <a:pt x="829" y="1032"/>
                  </a:lnTo>
                  <a:lnTo>
                    <a:pt x="953" y="1032"/>
                  </a:lnTo>
                  <a:lnTo>
                    <a:pt x="1015" y="1032"/>
                  </a:lnTo>
                  <a:lnTo>
                    <a:pt x="1077" y="1032"/>
                  </a:lnTo>
                  <a:lnTo>
                    <a:pt x="1262" y="1041"/>
                  </a:lnTo>
                  <a:lnTo>
                    <a:pt x="1350" y="1050"/>
                  </a:lnTo>
                  <a:lnTo>
                    <a:pt x="1421" y="1050"/>
                  </a:lnTo>
                  <a:lnTo>
                    <a:pt x="1500" y="1041"/>
                  </a:lnTo>
                  <a:lnTo>
                    <a:pt x="1677" y="1041"/>
                  </a:lnTo>
                  <a:lnTo>
                    <a:pt x="1827" y="1041"/>
                  </a:lnTo>
                  <a:lnTo>
                    <a:pt x="1835" y="1041"/>
                  </a:lnTo>
                  <a:lnTo>
                    <a:pt x="1915" y="1032"/>
                  </a:lnTo>
                  <a:lnTo>
                    <a:pt x="2003" y="1032"/>
                  </a:lnTo>
                  <a:lnTo>
                    <a:pt x="2012" y="1032"/>
                  </a:lnTo>
                  <a:lnTo>
                    <a:pt x="2047" y="1032"/>
                  </a:lnTo>
                  <a:lnTo>
                    <a:pt x="2109" y="1032"/>
                  </a:lnTo>
                  <a:lnTo>
                    <a:pt x="2135" y="1032"/>
                  </a:lnTo>
                  <a:lnTo>
                    <a:pt x="2153" y="1032"/>
                  </a:lnTo>
                  <a:lnTo>
                    <a:pt x="2250" y="1032"/>
                  </a:lnTo>
                  <a:lnTo>
                    <a:pt x="2259" y="1032"/>
                  </a:lnTo>
                  <a:lnTo>
                    <a:pt x="2268" y="1032"/>
                  </a:lnTo>
                  <a:lnTo>
                    <a:pt x="2277" y="1032"/>
                  </a:lnTo>
                  <a:lnTo>
                    <a:pt x="2294" y="1032"/>
                  </a:lnTo>
                  <a:lnTo>
                    <a:pt x="2374" y="1023"/>
                  </a:lnTo>
                  <a:lnTo>
                    <a:pt x="2444" y="1006"/>
                  </a:lnTo>
                  <a:lnTo>
                    <a:pt x="2497" y="997"/>
                  </a:lnTo>
                  <a:lnTo>
                    <a:pt x="2515" y="988"/>
                  </a:lnTo>
                  <a:lnTo>
                    <a:pt x="2532" y="979"/>
                  </a:lnTo>
                  <a:lnTo>
                    <a:pt x="2541" y="979"/>
                  </a:lnTo>
                  <a:lnTo>
                    <a:pt x="2541" y="970"/>
                  </a:lnTo>
                  <a:lnTo>
                    <a:pt x="2524" y="953"/>
                  </a:lnTo>
                  <a:lnTo>
                    <a:pt x="2506" y="935"/>
                  </a:lnTo>
                  <a:lnTo>
                    <a:pt x="2471" y="926"/>
                  </a:lnTo>
                  <a:lnTo>
                    <a:pt x="2444" y="926"/>
                  </a:lnTo>
                  <a:lnTo>
                    <a:pt x="2427" y="917"/>
                  </a:lnTo>
                  <a:lnTo>
                    <a:pt x="2409" y="917"/>
                  </a:lnTo>
                  <a:lnTo>
                    <a:pt x="2400" y="917"/>
                  </a:lnTo>
                  <a:lnTo>
                    <a:pt x="2427" y="909"/>
                  </a:lnTo>
                  <a:lnTo>
                    <a:pt x="2462" y="900"/>
                  </a:lnTo>
                  <a:lnTo>
                    <a:pt x="2488" y="882"/>
                  </a:lnTo>
                  <a:lnTo>
                    <a:pt x="2497" y="882"/>
                  </a:lnTo>
                  <a:lnTo>
                    <a:pt x="2515" y="864"/>
                  </a:lnTo>
                  <a:lnTo>
                    <a:pt x="2568" y="803"/>
                  </a:lnTo>
                  <a:lnTo>
                    <a:pt x="2585" y="723"/>
                  </a:lnTo>
                  <a:lnTo>
                    <a:pt x="2594" y="688"/>
                  </a:lnTo>
                  <a:lnTo>
                    <a:pt x="2585" y="644"/>
                  </a:lnTo>
                  <a:lnTo>
                    <a:pt x="2568" y="547"/>
                  </a:lnTo>
                  <a:lnTo>
                    <a:pt x="2550" y="503"/>
                  </a:lnTo>
                  <a:lnTo>
                    <a:pt x="2541" y="494"/>
                  </a:lnTo>
                  <a:lnTo>
                    <a:pt x="2524" y="450"/>
                  </a:lnTo>
                  <a:lnTo>
                    <a:pt x="2515" y="432"/>
                  </a:lnTo>
                  <a:lnTo>
                    <a:pt x="2515" y="423"/>
                  </a:lnTo>
                  <a:lnTo>
                    <a:pt x="2453" y="282"/>
                  </a:lnTo>
                  <a:lnTo>
                    <a:pt x="2444" y="273"/>
                  </a:lnTo>
                  <a:lnTo>
                    <a:pt x="2435" y="273"/>
                  </a:lnTo>
                  <a:lnTo>
                    <a:pt x="2347" y="194"/>
                  </a:lnTo>
                  <a:lnTo>
                    <a:pt x="2338" y="185"/>
                  </a:lnTo>
                  <a:lnTo>
                    <a:pt x="2338" y="176"/>
                  </a:lnTo>
                  <a:lnTo>
                    <a:pt x="2329" y="176"/>
                  </a:lnTo>
                  <a:lnTo>
                    <a:pt x="2321" y="176"/>
                  </a:lnTo>
                  <a:lnTo>
                    <a:pt x="2277" y="150"/>
                  </a:lnTo>
                  <a:lnTo>
                    <a:pt x="2215" y="114"/>
                  </a:lnTo>
                  <a:lnTo>
                    <a:pt x="2206" y="114"/>
                  </a:lnTo>
                  <a:lnTo>
                    <a:pt x="2038" y="35"/>
                  </a:lnTo>
                  <a:lnTo>
                    <a:pt x="1994" y="26"/>
                  </a:lnTo>
                  <a:lnTo>
                    <a:pt x="1985" y="26"/>
                  </a:lnTo>
                  <a:lnTo>
                    <a:pt x="1924" y="9"/>
                  </a:lnTo>
                  <a:lnTo>
                    <a:pt x="1879" y="0"/>
                  </a:lnTo>
                  <a:lnTo>
                    <a:pt x="1818" y="0"/>
                  </a:lnTo>
                  <a:lnTo>
                    <a:pt x="1738" y="0"/>
                  </a:lnTo>
                  <a:lnTo>
                    <a:pt x="1615" y="0"/>
                  </a:lnTo>
                  <a:lnTo>
                    <a:pt x="1332" y="17"/>
                  </a:lnTo>
                  <a:lnTo>
                    <a:pt x="1227" y="53"/>
                  </a:lnTo>
                  <a:lnTo>
                    <a:pt x="1147" y="70"/>
                  </a:lnTo>
                  <a:close/>
                  <a:moveTo>
                    <a:pt x="1544" y="70"/>
                  </a:moveTo>
                  <a:lnTo>
                    <a:pt x="1544" y="70"/>
                  </a:lnTo>
                  <a:lnTo>
                    <a:pt x="1765" y="61"/>
                  </a:lnTo>
                  <a:lnTo>
                    <a:pt x="1835" y="61"/>
                  </a:lnTo>
                  <a:lnTo>
                    <a:pt x="1915" y="70"/>
                  </a:lnTo>
                  <a:lnTo>
                    <a:pt x="1985" y="88"/>
                  </a:lnTo>
                  <a:lnTo>
                    <a:pt x="2021" y="97"/>
                  </a:lnTo>
                  <a:lnTo>
                    <a:pt x="2038" y="106"/>
                  </a:lnTo>
                  <a:lnTo>
                    <a:pt x="2065" y="114"/>
                  </a:lnTo>
                  <a:lnTo>
                    <a:pt x="2109" y="141"/>
                  </a:lnTo>
                  <a:lnTo>
                    <a:pt x="2171" y="167"/>
                  </a:lnTo>
                  <a:lnTo>
                    <a:pt x="2241" y="194"/>
                  </a:lnTo>
                  <a:lnTo>
                    <a:pt x="2268" y="211"/>
                  </a:lnTo>
                  <a:lnTo>
                    <a:pt x="2338" y="264"/>
                  </a:lnTo>
                  <a:lnTo>
                    <a:pt x="2418" y="335"/>
                  </a:lnTo>
                  <a:lnTo>
                    <a:pt x="2435" y="361"/>
                  </a:lnTo>
                  <a:lnTo>
                    <a:pt x="2444" y="388"/>
                  </a:lnTo>
                  <a:lnTo>
                    <a:pt x="2453" y="414"/>
                  </a:lnTo>
                  <a:lnTo>
                    <a:pt x="2488" y="494"/>
                  </a:lnTo>
                  <a:lnTo>
                    <a:pt x="2506" y="547"/>
                  </a:lnTo>
                  <a:lnTo>
                    <a:pt x="2515" y="591"/>
                  </a:lnTo>
                  <a:lnTo>
                    <a:pt x="2506" y="635"/>
                  </a:lnTo>
                  <a:lnTo>
                    <a:pt x="2479" y="679"/>
                  </a:lnTo>
                  <a:lnTo>
                    <a:pt x="2435" y="741"/>
                  </a:lnTo>
                  <a:lnTo>
                    <a:pt x="2382" y="803"/>
                  </a:lnTo>
                  <a:lnTo>
                    <a:pt x="2365" y="820"/>
                  </a:lnTo>
                  <a:lnTo>
                    <a:pt x="2329" y="864"/>
                  </a:lnTo>
                  <a:lnTo>
                    <a:pt x="2277" y="891"/>
                  </a:lnTo>
                  <a:lnTo>
                    <a:pt x="2224" y="917"/>
                  </a:lnTo>
                  <a:lnTo>
                    <a:pt x="2162" y="935"/>
                  </a:lnTo>
                  <a:lnTo>
                    <a:pt x="2091" y="944"/>
                  </a:lnTo>
                  <a:lnTo>
                    <a:pt x="2029" y="953"/>
                  </a:lnTo>
                  <a:lnTo>
                    <a:pt x="1906" y="979"/>
                  </a:lnTo>
                  <a:lnTo>
                    <a:pt x="1844" y="979"/>
                  </a:lnTo>
                  <a:lnTo>
                    <a:pt x="1791" y="988"/>
                  </a:lnTo>
                  <a:lnTo>
                    <a:pt x="1774" y="988"/>
                  </a:lnTo>
                  <a:lnTo>
                    <a:pt x="1729" y="988"/>
                  </a:lnTo>
                  <a:lnTo>
                    <a:pt x="1703" y="988"/>
                  </a:lnTo>
                  <a:lnTo>
                    <a:pt x="1571" y="979"/>
                  </a:lnTo>
                  <a:lnTo>
                    <a:pt x="1509" y="970"/>
                  </a:lnTo>
                  <a:lnTo>
                    <a:pt x="1456" y="953"/>
                  </a:lnTo>
                  <a:lnTo>
                    <a:pt x="1403" y="953"/>
                  </a:lnTo>
                  <a:lnTo>
                    <a:pt x="1368" y="970"/>
                  </a:lnTo>
                  <a:lnTo>
                    <a:pt x="1244" y="988"/>
                  </a:lnTo>
                  <a:lnTo>
                    <a:pt x="1227" y="979"/>
                  </a:lnTo>
                  <a:lnTo>
                    <a:pt x="1218" y="979"/>
                  </a:lnTo>
                  <a:lnTo>
                    <a:pt x="1165" y="979"/>
                  </a:lnTo>
                  <a:lnTo>
                    <a:pt x="1129" y="970"/>
                  </a:lnTo>
                  <a:lnTo>
                    <a:pt x="1015" y="979"/>
                  </a:lnTo>
                  <a:lnTo>
                    <a:pt x="927" y="970"/>
                  </a:lnTo>
                  <a:lnTo>
                    <a:pt x="838" y="961"/>
                  </a:lnTo>
                  <a:lnTo>
                    <a:pt x="785" y="953"/>
                  </a:lnTo>
                  <a:lnTo>
                    <a:pt x="768" y="953"/>
                  </a:lnTo>
                  <a:lnTo>
                    <a:pt x="741" y="953"/>
                  </a:lnTo>
                  <a:lnTo>
                    <a:pt x="724" y="953"/>
                  </a:lnTo>
                  <a:lnTo>
                    <a:pt x="679" y="953"/>
                  </a:lnTo>
                  <a:lnTo>
                    <a:pt x="644" y="944"/>
                  </a:lnTo>
                  <a:lnTo>
                    <a:pt x="609" y="935"/>
                  </a:lnTo>
                  <a:lnTo>
                    <a:pt x="591" y="935"/>
                  </a:lnTo>
                  <a:lnTo>
                    <a:pt x="476" y="926"/>
                  </a:lnTo>
                  <a:lnTo>
                    <a:pt x="468" y="917"/>
                  </a:lnTo>
                  <a:lnTo>
                    <a:pt x="441" y="917"/>
                  </a:lnTo>
                  <a:lnTo>
                    <a:pt x="397" y="900"/>
                  </a:lnTo>
                  <a:lnTo>
                    <a:pt x="353" y="882"/>
                  </a:lnTo>
                  <a:lnTo>
                    <a:pt x="291" y="847"/>
                  </a:lnTo>
                  <a:lnTo>
                    <a:pt x="247" y="803"/>
                  </a:lnTo>
                  <a:lnTo>
                    <a:pt x="212" y="750"/>
                  </a:lnTo>
                  <a:lnTo>
                    <a:pt x="212" y="688"/>
                  </a:lnTo>
                  <a:lnTo>
                    <a:pt x="212" y="617"/>
                  </a:lnTo>
                  <a:lnTo>
                    <a:pt x="221" y="556"/>
                  </a:lnTo>
                  <a:lnTo>
                    <a:pt x="238" y="503"/>
                  </a:lnTo>
                  <a:lnTo>
                    <a:pt x="256" y="450"/>
                  </a:lnTo>
                  <a:lnTo>
                    <a:pt x="274" y="423"/>
                  </a:lnTo>
                  <a:lnTo>
                    <a:pt x="291" y="397"/>
                  </a:lnTo>
                  <a:lnTo>
                    <a:pt x="344" y="370"/>
                  </a:lnTo>
                  <a:lnTo>
                    <a:pt x="512" y="291"/>
                  </a:lnTo>
                  <a:lnTo>
                    <a:pt x="609" y="264"/>
                  </a:lnTo>
                  <a:lnTo>
                    <a:pt x="644" y="256"/>
                  </a:lnTo>
                  <a:lnTo>
                    <a:pt x="706" y="229"/>
                  </a:lnTo>
                  <a:lnTo>
                    <a:pt x="882" y="159"/>
                  </a:lnTo>
                  <a:lnTo>
                    <a:pt x="927" y="150"/>
                  </a:lnTo>
                  <a:lnTo>
                    <a:pt x="962" y="141"/>
                  </a:lnTo>
                  <a:lnTo>
                    <a:pt x="988" y="141"/>
                  </a:lnTo>
                  <a:lnTo>
                    <a:pt x="1050" y="150"/>
                  </a:lnTo>
                  <a:lnTo>
                    <a:pt x="1138" y="141"/>
                  </a:lnTo>
                  <a:lnTo>
                    <a:pt x="1227" y="106"/>
                  </a:lnTo>
                  <a:lnTo>
                    <a:pt x="1262" y="97"/>
                  </a:lnTo>
                  <a:lnTo>
                    <a:pt x="1288" y="88"/>
                  </a:lnTo>
                  <a:lnTo>
                    <a:pt x="1324" y="88"/>
                  </a:lnTo>
                  <a:lnTo>
                    <a:pt x="1332" y="79"/>
                  </a:lnTo>
                  <a:lnTo>
                    <a:pt x="1544" y="70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" name="Freeform 62"/>
            <p:cNvSpPr>
              <a:spLocks noChangeArrowheads="1"/>
            </p:cNvSpPr>
            <p:nvPr/>
          </p:nvSpPr>
          <p:spPr bwMode="auto">
            <a:xfrm>
              <a:off x="4913942" y="2364814"/>
              <a:ext cx="54129" cy="56453"/>
            </a:xfrm>
            <a:custGeom>
              <a:avLst/>
              <a:gdLst>
                <a:gd name="T0" fmla="*/ 27129655 w 54"/>
                <a:gd name="T1" fmla="*/ 0 h 54"/>
                <a:gd name="T2" fmla="*/ 27129655 w 54"/>
                <a:gd name="T3" fmla="*/ 0 h 54"/>
                <a:gd name="T4" fmla="*/ 44210362 w 54"/>
                <a:gd name="T5" fmla="*/ 19672825 h 54"/>
                <a:gd name="T6" fmla="*/ 44210362 w 54"/>
                <a:gd name="T7" fmla="*/ 19672825 h 54"/>
                <a:gd name="T8" fmla="*/ 53253915 w 54"/>
                <a:gd name="T9" fmla="*/ 39344605 h 54"/>
                <a:gd name="T10" fmla="*/ 44210362 w 54"/>
                <a:gd name="T11" fmla="*/ 57924960 h 54"/>
                <a:gd name="T12" fmla="*/ 44210362 w 54"/>
                <a:gd name="T13" fmla="*/ 57924960 h 54"/>
                <a:gd name="T14" fmla="*/ 44210362 w 54"/>
                <a:gd name="T15" fmla="*/ 57924960 h 54"/>
                <a:gd name="T16" fmla="*/ 44210362 w 54"/>
                <a:gd name="T17" fmla="*/ 57924960 h 54"/>
                <a:gd name="T18" fmla="*/ 36172205 w 54"/>
                <a:gd name="T19" fmla="*/ 57924960 h 54"/>
                <a:gd name="T20" fmla="*/ 36172205 w 54"/>
                <a:gd name="T21" fmla="*/ 57924960 h 54"/>
                <a:gd name="T22" fmla="*/ 36172205 w 54"/>
                <a:gd name="T23" fmla="*/ 57924960 h 54"/>
                <a:gd name="T24" fmla="*/ 36172205 w 54"/>
                <a:gd name="T25" fmla="*/ 57924960 h 54"/>
                <a:gd name="T26" fmla="*/ 18086103 w 54"/>
                <a:gd name="T27" fmla="*/ 57924960 h 54"/>
                <a:gd name="T28" fmla="*/ 18086103 w 54"/>
                <a:gd name="T29" fmla="*/ 57924960 h 54"/>
                <a:gd name="T30" fmla="*/ 18086103 w 54"/>
                <a:gd name="T31" fmla="*/ 57924960 h 54"/>
                <a:gd name="T32" fmla="*/ 0 w 54"/>
                <a:gd name="T33" fmla="*/ 39344605 h 54"/>
                <a:gd name="T34" fmla="*/ 0 w 54"/>
                <a:gd name="T35" fmla="*/ 39344605 h 54"/>
                <a:gd name="T36" fmla="*/ 0 w 54"/>
                <a:gd name="T37" fmla="*/ 29509238 h 54"/>
                <a:gd name="T38" fmla="*/ 0 w 54"/>
                <a:gd name="T39" fmla="*/ 29509238 h 54"/>
                <a:gd name="T40" fmla="*/ 0 w 54"/>
                <a:gd name="T41" fmla="*/ 9836413 h 54"/>
                <a:gd name="T42" fmla="*/ 9043553 w 54"/>
                <a:gd name="T43" fmla="*/ 0 h 54"/>
                <a:gd name="T44" fmla="*/ 9043553 w 54"/>
                <a:gd name="T45" fmla="*/ 0 h 54"/>
                <a:gd name="T46" fmla="*/ 18086103 w 54"/>
                <a:gd name="T47" fmla="*/ 0 h 54"/>
                <a:gd name="T48" fmla="*/ 18086103 w 54"/>
                <a:gd name="T49" fmla="*/ 0 h 54"/>
                <a:gd name="T50" fmla="*/ 27129655 w 54"/>
                <a:gd name="T51" fmla="*/ 0 h 5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54" h="54">
                  <a:moveTo>
                    <a:pt x="27" y="0"/>
                  </a:moveTo>
                  <a:lnTo>
                    <a:pt x="27" y="0"/>
                  </a:lnTo>
                  <a:lnTo>
                    <a:pt x="44" y="18"/>
                  </a:lnTo>
                  <a:lnTo>
                    <a:pt x="53" y="36"/>
                  </a:lnTo>
                  <a:lnTo>
                    <a:pt x="44" y="53"/>
                  </a:lnTo>
                  <a:lnTo>
                    <a:pt x="36" y="53"/>
                  </a:lnTo>
                  <a:lnTo>
                    <a:pt x="18" y="53"/>
                  </a:lnTo>
                  <a:lnTo>
                    <a:pt x="0" y="36"/>
                  </a:lnTo>
                  <a:lnTo>
                    <a:pt x="0" y="27"/>
                  </a:lnTo>
                  <a:lnTo>
                    <a:pt x="0" y="9"/>
                  </a:lnTo>
                  <a:lnTo>
                    <a:pt x="9" y="0"/>
                  </a:lnTo>
                  <a:lnTo>
                    <a:pt x="18" y="0"/>
                  </a:lnTo>
                  <a:lnTo>
                    <a:pt x="27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Freeform 63"/>
            <p:cNvSpPr>
              <a:spLocks noChangeArrowheads="1"/>
            </p:cNvSpPr>
            <p:nvPr/>
          </p:nvSpPr>
          <p:spPr bwMode="auto">
            <a:xfrm>
              <a:off x="4178498" y="2345996"/>
              <a:ext cx="54129" cy="56453"/>
            </a:xfrm>
            <a:custGeom>
              <a:avLst/>
              <a:gdLst>
                <a:gd name="T0" fmla="*/ 18086103 w 54"/>
                <a:gd name="T1" fmla="*/ 0 h 54"/>
                <a:gd name="T2" fmla="*/ 18086103 w 54"/>
                <a:gd name="T3" fmla="*/ 0 h 54"/>
                <a:gd name="T4" fmla="*/ 35167812 w 54"/>
                <a:gd name="T5" fmla="*/ 0 h 54"/>
                <a:gd name="T6" fmla="*/ 35167812 w 54"/>
                <a:gd name="T7" fmla="*/ 0 h 54"/>
                <a:gd name="T8" fmla="*/ 53253915 w 54"/>
                <a:gd name="T9" fmla="*/ 18579310 h 54"/>
                <a:gd name="T10" fmla="*/ 53253915 w 54"/>
                <a:gd name="T11" fmla="*/ 28415722 h 54"/>
                <a:gd name="T12" fmla="*/ 53253915 w 54"/>
                <a:gd name="T13" fmla="*/ 48088547 h 54"/>
                <a:gd name="T14" fmla="*/ 53253915 w 54"/>
                <a:gd name="T15" fmla="*/ 48088547 h 54"/>
                <a:gd name="T16" fmla="*/ 53253915 w 54"/>
                <a:gd name="T17" fmla="*/ 48088547 h 54"/>
                <a:gd name="T18" fmla="*/ 53253915 w 54"/>
                <a:gd name="T19" fmla="*/ 48088547 h 54"/>
                <a:gd name="T20" fmla="*/ 35167812 w 54"/>
                <a:gd name="T21" fmla="*/ 57924960 h 54"/>
                <a:gd name="T22" fmla="*/ 35167812 w 54"/>
                <a:gd name="T23" fmla="*/ 57924960 h 54"/>
                <a:gd name="T24" fmla="*/ 35167812 w 54"/>
                <a:gd name="T25" fmla="*/ 57924960 h 54"/>
                <a:gd name="T26" fmla="*/ 0 w 54"/>
                <a:gd name="T27" fmla="*/ 38252135 h 54"/>
                <a:gd name="T28" fmla="*/ 0 w 54"/>
                <a:gd name="T29" fmla="*/ 38252135 h 54"/>
                <a:gd name="T30" fmla="*/ 0 w 54"/>
                <a:gd name="T31" fmla="*/ 18579310 h 54"/>
                <a:gd name="T32" fmla="*/ 0 w 54"/>
                <a:gd name="T33" fmla="*/ 9836413 h 54"/>
                <a:gd name="T34" fmla="*/ 0 w 54"/>
                <a:gd name="T35" fmla="*/ 0 h 54"/>
                <a:gd name="T36" fmla="*/ 0 w 54"/>
                <a:gd name="T37" fmla="*/ 0 h 54"/>
                <a:gd name="T38" fmla="*/ 18086103 w 54"/>
                <a:gd name="T39" fmla="*/ 0 h 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4" h="54">
                  <a:moveTo>
                    <a:pt x="18" y="0"/>
                  </a:moveTo>
                  <a:lnTo>
                    <a:pt x="18" y="0"/>
                  </a:lnTo>
                  <a:lnTo>
                    <a:pt x="35" y="0"/>
                  </a:lnTo>
                  <a:lnTo>
                    <a:pt x="53" y="17"/>
                  </a:lnTo>
                  <a:lnTo>
                    <a:pt x="53" y="26"/>
                  </a:lnTo>
                  <a:lnTo>
                    <a:pt x="53" y="44"/>
                  </a:lnTo>
                  <a:lnTo>
                    <a:pt x="35" y="53"/>
                  </a:lnTo>
                  <a:lnTo>
                    <a:pt x="0" y="35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0"/>
                  </a:lnTo>
                  <a:lnTo>
                    <a:pt x="18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Freeform 64"/>
            <p:cNvSpPr>
              <a:spLocks noChangeArrowheads="1"/>
            </p:cNvSpPr>
            <p:nvPr/>
          </p:nvSpPr>
          <p:spPr bwMode="auto">
            <a:xfrm>
              <a:off x="5188114" y="2585922"/>
              <a:ext cx="82370" cy="63510"/>
            </a:xfrm>
            <a:custGeom>
              <a:avLst/>
              <a:gdLst>
                <a:gd name="T0" fmla="*/ 0 w 80"/>
                <a:gd name="T1" fmla="*/ 27439344 h 63"/>
                <a:gd name="T2" fmla="*/ 0 w 80"/>
                <a:gd name="T3" fmla="*/ 27439344 h 63"/>
                <a:gd name="T4" fmla="*/ 27563061 w 80"/>
                <a:gd name="T5" fmla="*/ 0 h 63"/>
                <a:gd name="T6" fmla="*/ 37104596 w 80"/>
                <a:gd name="T7" fmla="*/ 0 h 63"/>
                <a:gd name="T8" fmla="*/ 55127152 w 80"/>
                <a:gd name="T9" fmla="*/ 0 h 63"/>
                <a:gd name="T10" fmla="*/ 55127152 w 80"/>
                <a:gd name="T11" fmla="*/ 0 h 63"/>
                <a:gd name="T12" fmla="*/ 64667657 w 80"/>
                <a:gd name="T13" fmla="*/ 9146448 h 63"/>
                <a:gd name="T14" fmla="*/ 83749698 w 80"/>
                <a:gd name="T15" fmla="*/ 27439344 h 63"/>
                <a:gd name="T16" fmla="*/ 83749698 w 80"/>
                <a:gd name="T17" fmla="*/ 27439344 h 63"/>
                <a:gd name="T18" fmla="*/ 83749698 w 80"/>
                <a:gd name="T19" fmla="*/ 35568624 h 63"/>
                <a:gd name="T20" fmla="*/ 74209192 w 80"/>
                <a:gd name="T21" fmla="*/ 44715072 h 63"/>
                <a:gd name="T22" fmla="*/ 46646131 w 80"/>
                <a:gd name="T23" fmla="*/ 63007969 h 63"/>
                <a:gd name="T24" fmla="*/ 46646131 w 80"/>
                <a:gd name="T25" fmla="*/ 63007969 h 63"/>
                <a:gd name="T26" fmla="*/ 18022556 w 80"/>
                <a:gd name="T27" fmla="*/ 53861520 h 63"/>
                <a:gd name="T28" fmla="*/ 0 w 80"/>
                <a:gd name="T29" fmla="*/ 27439344 h 6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0" h="63">
                  <a:moveTo>
                    <a:pt x="0" y="27"/>
                  </a:moveTo>
                  <a:lnTo>
                    <a:pt x="0" y="27"/>
                  </a:lnTo>
                  <a:lnTo>
                    <a:pt x="26" y="0"/>
                  </a:lnTo>
                  <a:lnTo>
                    <a:pt x="35" y="0"/>
                  </a:lnTo>
                  <a:lnTo>
                    <a:pt x="52" y="0"/>
                  </a:lnTo>
                  <a:lnTo>
                    <a:pt x="61" y="9"/>
                  </a:lnTo>
                  <a:lnTo>
                    <a:pt x="79" y="27"/>
                  </a:lnTo>
                  <a:lnTo>
                    <a:pt x="79" y="35"/>
                  </a:lnTo>
                  <a:lnTo>
                    <a:pt x="70" y="44"/>
                  </a:lnTo>
                  <a:lnTo>
                    <a:pt x="44" y="62"/>
                  </a:lnTo>
                  <a:lnTo>
                    <a:pt x="17" y="53"/>
                  </a:lnTo>
                  <a:lnTo>
                    <a:pt x="0" y="27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Freeform 65"/>
            <p:cNvSpPr>
              <a:spLocks noChangeArrowheads="1"/>
            </p:cNvSpPr>
            <p:nvPr/>
          </p:nvSpPr>
          <p:spPr bwMode="auto">
            <a:xfrm>
              <a:off x="5050440" y="2429499"/>
              <a:ext cx="64719" cy="36460"/>
            </a:xfrm>
            <a:custGeom>
              <a:avLst/>
              <a:gdLst>
                <a:gd name="T0" fmla="*/ 55931598 w 63"/>
                <a:gd name="T1" fmla="*/ 35899934 h 36"/>
                <a:gd name="T2" fmla="*/ 55931598 w 63"/>
                <a:gd name="T3" fmla="*/ 35899934 h 36"/>
                <a:gd name="T4" fmla="*/ 28493824 w 63"/>
                <a:gd name="T5" fmla="*/ 35899934 h 36"/>
                <a:gd name="T6" fmla="*/ 9498284 w 63"/>
                <a:gd name="T7" fmla="*/ 27694408 h 36"/>
                <a:gd name="T8" fmla="*/ 9498284 w 63"/>
                <a:gd name="T9" fmla="*/ 27694408 h 36"/>
                <a:gd name="T10" fmla="*/ 0 w 63"/>
                <a:gd name="T11" fmla="*/ 18462939 h 36"/>
                <a:gd name="T12" fmla="*/ 9498284 w 63"/>
                <a:gd name="T13" fmla="*/ 9231469 h 36"/>
                <a:gd name="T14" fmla="*/ 9498284 w 63"/>
                <a:gd name="T15" fmla="*/ 9231469 h 36"/>
                <a:gd name="T16" fmla="*/ 46434342 w 63"/>
                <a:gd name="T17" fmla="*/ 0 h 36"/>
                <a:gd name="T18" fmla="*/ 65429882 w 63"/>
                <a:gd name="T19" fmla="*/ 18462939 h 36"/>
                <a:gd name="T20" fmla="*/ 65429882 w 63"/>
                <a:gd name="T21" fmla="*/ 18462939 h 36"/>
                <a:gd name="T22" fmla="*/ 65429882 w 63"/>
                <a:gd name="T23" fmla="*/ 27694408 h 36"/>
                <a:gd name="T24" fmla="*/ 55931598 w 63"/>
                <a:gd name="T25" fmla="*/ 35899934 h 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3" h="36">
                  <a:moveTo>
                    <a:pt x="53" y="35"/>
                  </a:moveTo>
                  <a:lnTo>
                    <a:pt x="53" y="35"/>
                  </a:lnTo>
                  <a:lnTo>
                    <a:pt x="27" y="35"/>
                  </a:lnTo>
                  <a:lnTo>
                    <a:pt x="9" y="27"/>
                  </a:lnTo>
                  <a:lnTo>
                    <a:pt x="0" y="18"/>
                  </a:lnTo>
                  <a:lnTo>
                    <a:pt x="9" y="9"/>
                  </a:lnTo>
                  <a:lnTo>
                    <a:pt x="44" y="0"/>
                  </a:lnTo>
                  <a:lnTo>
                    <a:pt x="62" y="18"/>
                  </a:lnTo>
                  <a:lnTo>
                    <a:pt x="62" y="27"/>
                  </a:lnTo>
                  <a:lnTo>
                    <a:pt x="53" y="35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187" name="TextBox 16"/>
          <p:cNvSpPr txBox="1">
            <a:spLocks noChangeArrowheads="1"/>
          </p:cNvSpPr>
          <p:nvPr/>
        </p:nvSpPr>
        <p:spPr bwMode="auto">
          <a:xfrm>
            <a:off x="2768600" y="1158875"/>
            <a:ext cx="36068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This is the destiny!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1649413" y="4281488"/>
            <a:ext cx="58451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Is the destiny slowly changing?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739900" y="285750"/>
            <a:ext cx="5664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6. Notice slow changes</a:t>
            </a:r>
          </a:p>
        </p:txBody>
      </p:sp>
      <p:sp>
        <p:nvSpPr>
          <p:cNvPr id="93190" name="Freeform 23"/>
          <p:cNvSpPr>
            <a:spLocks/>
          </p:cNvSpPr>
          <p:nvPr/>
        </p:nvSpPr>
        <p:spPr bwMode="auto">
          <a:xfrm rot="-9814080">
            <a:off x="3063875" y="2195513"/>
            <a:ext cx="92075" cy="522287"/>
          </a:xfrm>
          <a:custGeom>
            <a:avLst/>
            <a:gdLst>
              <a:gd name="T0" fmla="*/ 1 w 175396"/>
              <a:gd name="T1" fmla="*/ 142790 h 566379"/>
              <a:gd name="T2" fmla="*/ 1 w 175396"/>
              <a:gd name="T3" fmla="*/ 55175 h 566379"/>
              <a:gd name="T4" fmla="*/ 0 w 175396"/>
              <a:gd name="T5" fmla="*/ 18618 h 566379"/>
              <a:gd name="T6" fmla="*/ 3 w 175396"/>
              <a:gd name="T7" fmla="*/ 0 h 566379"/>
              <a:gd name="T8" fmla="*/ 3 w 175396"/>
              <a:gd name="T9" fmla="*/ 78423 h 566379"/>
              <a:gd name="T10" fmla="*/ 1 w 175396"/>
              <a:gd name="T11" fmla="*/ 142790 h 56637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75396" h="566379">
                <a:moveTo>
                  <a:pt x="65240" y="566379"/>
                </a:moveTo>
                <a:cubicBezTo>
                  <a:pt x="64441" y="450537"/>
                  <a:pt x="63641" y="334694"/>
                  <a:pt x="62842" y="218852"/>
                </a:cubicBezTo>
                <a:lnTo>
                  <a:pt x="0" y="73846"/>
                </a:lnTo>
                <a:lnTo>
                  <a:pt x="142063" y="0"/>
                </a:lnTo>
                <a:lnTo>
                  <a:pt x="175396" y="311068"/>
                </a:lnTo>
                <a:lnTo>
                  <a:pt x="65240" y="566379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1" name="Freeform 28"/>
          <p:cNvSpPr>
            <a:spLocks/>
          </p:cNvSpPr>
          <p:nvPr/>
        </p:nvSpPr>
        <p:spPr bwMode="auto">
          <a:xfrm rot="9346964" flipH="1">
            <a:off x="2506663" y="1782763"/>
            <a:ext cx="384175" cy="1101725"/>
          </a:xfrm>
          <a:custGeom>
            <a:avLst/>
            <a:gdLst>
              <a:gd name="T0" fmla="*/ 2147483646 w 216483"/>
              <a:gd name="T1" fmla="*/ 15933 h 1435671"/>
              <a:gd name="T2" fmla="*/ 1669607503 w 216483"/>
              <a:gd name="T3" fmla="*/ 8029 h 1435671"/>
              <a:gd name="T4" fmla="*/ 333106405 w 216483"/>
              <a:gd name="T5" fmla="*/ 3728 h 1435671"/>
              <a:gd name="T6" fmla="*/ 0 w 216483"/>
              <a:gd name="T7" fmla="*/ 0 h 1435671"/>
              <a:gd name="T8" fmla="*/ 2147483646 w 216483"/>
              <a:gd name="T9" fmla="*/ 8534 h 1435671"/>
              <a:gd name="T10" fmla="*/ 2147483646 w 216483"/>
              <a:gd name="T11" fmla="*/ 15933 h 143567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6483" h="1435671">
                <a:moveTo>
                  <a:pt x="216483" y="1435671"/>
                </a:moveTo>
                <a:cubicBezTo>
                  <a:pt x="206046" y="1404647"/>
                  <a:pt x="118766" y="819470"/>
                  <a:pt x="97366" y="723468"/>
                </a:cubicBezTo>
                <a:cubicBezTo>
                  <a:pt x="64523" y="540181"/>
                  <a:pt x="43959" y="501220"/>
                  <a:pt x="19426" y="335947"/>
                </a:cubicBezTo>
                <a:lnTo>
                  <a:pt x="0" y="0"/>
                </a:lnTo>
                <a:lnTo>
                  <a:pt x="148274" y="768972"/>
                </a:lnTo>
                <a:lnTo>
                  <a:pt x="216483" y="1435671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192" name="Freeform 29"/>
          <p:cNvSpPr>
            <a:spLocks/>
          </p:cNvSpPr>
          <p:nvPr/>
        </p:nvSpPr>
        <p:spPr bwMode="auto">
          <a:xfrm rot="-431986">
            <a:off x="2212975" y="1693863"/>
            <a:ext cx="369888" cy="1720850"/>
          </a:xfrm>
          <a:custGeom>
            <a:avLst/>
            <a:gdLst>
              <a:gd name="T0" fmla="*/ 1063 w 532930"/>
              <a:gd name="T1" fmla="*/ 349357664 h 1223236"/>
              <a:gd name="T2" fmla="*/ 1074 w 532930"/>
              <a:gd name="T3" fmla="*/ 245624106 h 1223236"/>
              <a:gd name="T4" fmla="*/ 954 w 532930"/>
              <a:gd name="T5" fmla="*/ 182178919 h 1223236"/>
              <a:gd name="T6" fmla="*/ 854 w 532930"/>
              <a:gd name="T7" fmla="*/ 125419988 h 1223236"/>
              <a:gd name="T8" fmla="*/ 668 w 532930"/>
              <a:gd name="T9" fmla="*/ 76942849 h 1223236"/>
              <a:gd name="T10" fmla="*/ 0 w 532930"/>
              <a:gd name="T11" fmla="*/ 0 h 1223236"/>
              <a:gd name="T12" fmla="*/ 484 w 532930"/>
              <a:gd name="T13" fmla="*/ 83534130 h 1223236"/>
              <a:gd name="T14" fmla="*/ 662 w 532930"/>
              <a:gd name="T15" fmla="*/ 134325859 h 1223236"/>
              <a:gd name="T16" fmla="*/ 770 w 532930"/>
              <a:gd name="T17" fmla="*/ 236370624 h 1223236"/>
              <a:gd name="T18" fmla="*/ 786 w 532930"/>
              <a:gd name="T19" fmla="*/ 404934214 h 12232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532930" h="1223236">
                <a:moveTo>
                  <a:pt x="527422" y="1055349"/>
                </a:moveTo>
                <a:lnTo>
                  <a:pt x="532930" y="741988"/>
                </a:lnTo>
                <a:cubicBezTo>
                  <a:pt x="498457" y="638570"/>
                  <a:pt x="507417" y="653749"/>
                  <a:pt x="472944" y="550331"/>
                </a:cubicBezTo>
                <a:lnTo>
                  <a:pt x="423488" y="378872"/>
                </a:lnTo>
                <a:lnTo>
                  <a:pt x="331449" y="232431"/>
                </a:lnTo>
                <a:lnTo>
                  <a:pt x="0" y="0"/>
                </a:lnTo>
                <a:lnTo>
                  <a:pt x="239938" y="252342"/>
                </a:lnTo>
                <a:lnTo>
                  <a:pt x="328495" y="405775"/>
                </a:lnTo>
                <a:lnTo>
                  <a:pt x="382016" y="714035"/>
                </a:lnTo>
                <a:lnTo>
                  <a:pt x="389902" y="1223236"/>
                </a:lnTo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2" name="Group 41"/>
          <p:cNvGrpSpPr>
            <a:grpSpLocks/>
          </p:cNvGrpSpPr>
          <p:nvPr/>
        </p:nvGrpSpPr>
        <p:grpSpPr bwMode="auto">
          <a:xfrm>
            <a:off x="2306638" y="3290888"/>
            <a:ext cx="4800600" cy="868362"/>
            <a:chOff x="2654133" y="2833457"/>
            <a:chExt cx="3557842" cy="642707"/>
          </a:xfrm>
        </p:grpSpPr>
        <p:sp>
          <p:nvSpPr>
            <p:cNvPr id="43" name="Freeform 66"/>
            <p:cNvSpPr>
              <a:spLocks noChangeArrowheads="1"/>
            </p:cNvSpPr>
            <p:nvPr/>
          </p:nvSpPr>
          <p:spPr bwMode="auto">
            <a:xfrm>
              <a:off x="2654133" y="2833457"/>
              <a:ext cx="3557842" cy="642707"/>
            </a:xfrm>
            <a:custGeom>
              <a:avLst/>
              <a:gdLst>
                <a:gd name="T0" fmla="*/ 775610598 w 3416"/>
                <a:gd name="T1" fmla="*/ 561671926 h 619"/>
                <a:gd name="T2" fmla="*/ 1081515227 w 3416"/>
                <a:gd name="T3" fmla="*/ 646838391 h 619"/>
                <a:gd name="T4" fmla="*/ 1225790095 w 3416"/>
                <a:gd name="T5" fmla="*/ 542266121 h 619"/>
                <a:gd name="T6" fmla="*/ 1464439429 w 3416"/>
                <a:gd name="T7" fmla="*/ 485128534 h 619"/>
                <a:gd name="T8" fmla="*/ 1809395958 w 3416"/>
                <a:gd name="T9" fmla="*/ 485128534 h 619"/>
                <a:gd name="T10" fmla="*/ 2029604089 w 3416"/>
                <a:gd name="T11" fmla="*/ 628511378 h 619"/>
                <a:gd name="T12" fmla="*/ 2147483646 w 3416"/>
                <a:gd name="T13" fmla="*/ 666244197 h 619"/>
                <a:gd name="T14" fmla="*/ 2147483646 w 3416"/>
                <a:gd name="T15" fmla="*/ 542266121 h 619"/>
                <a:gd name="T16" fmla="*/ 2147483646 w 3416"/>
                <a:gd name="T17" fmla="*/ 457099656 h 619"/>
                <a:gd name="T18" fmla="*/ 2147483646 w 3416"/>
                <a:gd name="T19" fmla="*/ 457099656 h 619"/>
                <a:gd name="T20" fmla="*/ 2147483646 w 3416"/>
                <a:gd name="T21" fmla="*/ 514237243 h 619"/>
                <a:gd name="T22" fmla="*/ 2147483646 w 3416"/>
                <a:gd name="T23" fmla="*/ 532564256 h 619"/>
                <a:gd name="T24" fmla="*/ 2147483646 w 3416"/>
                <a:gd name="T25" fmla="*/ 352527385 h 619"/>
                <a:gd name="T26" fmla="*/ 2147483646 w 3416"/>
                <a:gd name="T27" fmla="*/ 95948160 h 619"/>
                <a:gd name="T28" fmla="*/ 2147483646 w 3416"/>
                <a:gd name="T29" fmla="*/ 47434684 h 619"/>
                <a:gd name="T30" fmla="*/ 2147483646 w 3416"/>
                <a:gd name="T31" fmla="*/ 114275174 h 619"/>
                <a:gd name="T32" fmla="*/ 2147483646 w 3416"/>
                <a:gd name="T33" fmla="*/ 247955115 h 619"/>
                <a:gd name="T34" fmla="*/ 2147483646 w 3416"/>
                <a:gd name="T35" fmla="*/ 305092701 h 619"/>
                <a:gd name="T36" fmla="*/ 2147483646 w 3416"/>
                <a:gd name="T37" fmla="*/ 171412760 h 619"/>
                <a:gd name="T38" fmla="*/ 2077333956 w 3416"/>
                <a:gd name="T39" fmla="*/ 114275174 h 619"/>
                <a:gd name="T40" fmla="*/ 1904855692 w 3416"/>
                <a:gd name="T41" fmla="*/ 228549309 h 619"/>
                <a:gd name="T42" fmla="*/ 1656443122 w 3416"/>
                <a:gd name="T43" fmla="*/ 362229250 h 619"/>
                <a:gd name="T44" fmla="*/ 1378742931 w 3416"/>
                <a:gd name="T45" fmla="*/ 370854399 h 619"/>
                <a:gd name="T46" fmla="*/ 1139008329 w 3416"/>
                <a:gd name="T47" fmla="*/ 200520431 h 619"/>
                <a:gd name="T48" fmla="*/ 1005581964 w 3416"/>
                <a:gd name="T49" fmla="*/ 161709857 h 619"/>
                <a:gd name="T50" fmla="*/ 785373833 w 3416"/>
                <a:gd name="T51" fmla="*/ 218847444 h 619"/>
                <a:gd name="T52" fmla="*/ 555402466 w 3416"/>
                <a:gd name="T53" fmla="*/ 285686896 h 619"/>
                <a:gd name="T54" fmla="*/ 420890834 w 3416"/>
                <a:gd name="T55" fmla="*/ 181114625 h 619"/>
                <a:gd name="T56" fmla="*/ 315667865 w 3416"/>
                <a:gd name="T57" fmla="*/ 171412760 h 619"/>
                <a:gd name="T58" fmla="*/ 200682703 w 3416"/>
                <a:gd name="T59" fmla="*/ 238252212 h 619"/>
                <a:gd name="T60" fmla="*/ 0 w 3416"/>
                <a:gd name="T61" fmla="*/ 257656979 h 619"/>
                <a:gd name="T62" fmla="*/ 86781766 w 3416"/>
                <a:gd name="T63" fmla="*/ 399962069 h 619"/>
                <a:gd name="T64" fmla="*/ 392686396 w 3416"/>
                <a:gd name="T65" fmla="*/ 427991985 h 619"/>
                <a:gd name="T66" fmla="*/ 632420997 w 3416"/>
                <a:gd name="T67" fmla="*/ 437693850 h 619"/>
                <a:gd name="T68" fmla="*/ 2147483646 w 3416"/>
                <a:gd name="T69" fmla="*/ 399962069 h 619"/>
                <a:gd name="T70" fmla="*/ 2147483646 w 3416"/>
                <a:gd name="T71" fmla="*/ 476504423 h 619"/>
                <a:gd name="T72" fmla="*/ 2147483646 w 3416"/>
                <a:gd name="T73" fmla="*/ 409664972 h 619"/>
                <a:gd name="T74" fmla="*/ 2147483646 w 3416"/>
                <a:gd name="T75" fmla="*/ 295389798 h 619"/>
                <a:gd name="T76" fmla="*/ 2147483646 w 3416"/>
                <a:gd name="T77" fmla="*/ 143382844 h 619"/>
                <a:gd name="T78" fmla="*/ 2147483646 w 3416"/>
                <a:gd name="T79" fmla="*/ 104572271 h 619"/>
                <a:gd name="T80" fmla="*/ 2147483646 w 3416"/>
                <a:gd name="T81" fmla="*/ 171412760 h 619"/>
                <a:gd name="T82" fmla="*/ 2147483646 w 3416"/>
                <a:gd name="T83" fmla="*/ 390259166 h 619"/>
                <a:gd name="T84" fmla="*/ 2147483646 w 3416"/>
                <a:gd name="T85" fmla="*/ 370854399 h 619"/>
                <a:gd name="T86" fmla="*/ 2147483646 w 3416"/>
                <a:gd name="T87" fmla="*/ 209144541 h 619"/>
                <a:gd name="T88" fmla="*/ 2147483646 w 3416"/>
                <a:gd name="T89" fmla="*/ 275985031 h 619"/>
                <a:gd name="T90" fmla="*/ 2147483646 w 3416"/>
                <a:gd name="T91" fmla="*/ 551969024 h 619"/>
                <a:gd name="T92" fmla="*/ 2147483646 w 3416"/>
                <a:gd name="T93" fmla="*/ 599403707 h 619"/>
                <a:gd name="T94" fmla="*/ 2039367324 w 3416"/>
                <a:gd name="T95" fmla="*/ 476504423 h 619"/>
                <a:gd name="T96" fmla="*/ 1981874222 w 3416"/>
                <a:gd name="T97" fmla="*/ 314794566 h 619"/>
                <a:gd name="T98" fmla="*/ 2010078661 w 3416"/>
                <a:gd name="T99" fmla="*/ 266282128 h 619"/>
                <a:gd name="T100" fmla="*/ 1071753034 w 3416"/>
                <a:gd name="T101" fmla="*/ 571373791 h 619"/>
                <a:gd name="T102" fmla="*/ 842865893 w 3416"/>
                <a:gd name="T103" fmla="*/ 514237243 h 619"/>
                <a:gd name="T104" fmla="*/ 871070331 w 3416"/>
                <a:gd name="T105" fmla="*/ 370854399 h 619"/>
                <a:gd name="T106" fmla="*/ 880833566 w 3416"/>
                <a:gd name="T107" fmla="*/ 247955115 h 619"/>
                <a:gd name="T108" fmla="*/ 1120567126 w 3416"/>
                <a:gd name="T109" fmla="*/ 295389798 h 619"/>
                <a:gd name="T110" fmla="*/ 373160967 w 3416"/>
                <a:gd name="T111" fmla="*/ 370854399 h 619"/>
                <a:gd name="T112" fmla="*/ 134511632 w 3416"/>
                <a:gd name="T113" fmla="*/ 380557302 h 619"/>
                <a:gd name="T114" fmla="*/ 57493102 w 3416"/>
                <a:gd name="T115" fmla="*/ 305092701 h 619"/>
                <a:gd name="T116" fmla="*/ 210444896 w 3416"/>
                <a:gd name="T117" fmla="*/ 285686896 h 619"/>
                <a:gd name="T118" fmla="*/ 315667865 w 3416"/>
                <a:gd name="T119" fmla="*/ 257656979 h 619"/>
                <a:gd name="T120" fmla="*/ 412212866 w 3416"/>
                <a:gd name="T121" fmla="*/ 352527385 h 619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416" h="619">
                  <a:moveTo>
                    <a:pt x="741" y="415"/>
                  </a:moveTo>
                  <a:lnTo>
                    <a:pt x="741" y="415"/>
                  </a:lnTo>
                  <a:lnTo>
                    <a:pt x="733" y="433"/>
                  </a:lnTo>
                  <a:lnTo>
                    <a:pt x="733" y="450"/>
                  </a:lnTo>
                  <a:lnTo>
                    <a:pt x="724" y="459"/>
                  </a:lnTo>
                  <a:lnTo>
                    <a:pt x="706" y="477"/>
                  </a:lnTo>
                  <a:lnTo>
                    <a:pt x="715" y="503"/>
                  </a:lnTo>
                  <a:lnTo>
                    <a:pt x="715" y="521"/>
                  </a:lnTo>
                  <a:lnTo>
                    <a:pt x="715" y="530"/>
                  </a:lnTo>
                  <a:lnTo>
                    <a:pt x="724" y="547"/>
                  </a:lnTo>
                  <a:lnTo>
                    <a:pt x="741" y="565"/>
                  </a:lnTo>
                  <a:lnTo>
                    <a:pt x="777" y="574"/>
                  </a:lnTo>
                  <a:lnTo>
                    <a:pt x="847" y="592"/>
                  </a:lnTo>
                  <a:lnTo>
                    <a:pt x="927" y="600"/>
                  </a:lnTo>
                  <a:lnTo>
                    <a:pt x="997" y="600"/>
                  </a:lnTo>
                  <a:lnTo>
                    <a:pt x="1033" y="600"/>
                  </a:lnTo>
                  <a:lnTo>
                    <a:pt x="1059" y="600"/>
                  </a:lnTo>
                  <a:lnTo>
                    <a:pt x="1094" y="592"/>
                  </a:lnTo>
                  <a:lnTo>
                    <a:pt x="1112" y="565"/>
                  </a:lnTo>
                  <a:lnTo>
                    <a:pt x="1112" y="556"/>
                  </a:lnTo>
                  <a:lnTo>
                    <a:pt x="1121" y="539"/>
                  </a:lnTo>
                  <a:lnTo>
                    <a:pt x="1130" y="512"/>
                  </a:lnTo>
                  <a:lnTo>
                    <a:pt x="1130" y="503"/>
                  </a:lnTo>
                  <a:lnTo>
                    <a:pt x="1121" y="477"/>
                  </a:lnTo>
                  <a:lnTo>
                    <a:pt x="1130" y="442"/>
                  </a:lnTo>
                  <a:lnTo>
                    <a:pt x="1138" y="442"/>
                  </a:lnTo>
                  <a:lnTo>
                    <a:pt x="1174" y="450"/>
                  </a:lnTo>
                  <a:lnTo>
                    <a:pt x="1271" y="459"/>
                  </a:lnTo>
                  <a:lnTo>
                    <a:pt x="1306" y="459"/>
                  </a:lnTo>
                  <a:lnTo>
                    <a:pt x="1350" y="450"/>
                  </a:lnTo>
                  <a:lnTo>
                    <a:pt x="1394" y="442"/>
                  </a:lnTo>
                  <a:lnTo>
                    <a:pt x="1447" y="450"/>
                  </a:lnTo>
                  <a:lnTo>
                    <a:pt x="1518" y="450"/>
                  </a:lnTo>
                  <a:lnTo>
                    <a:pt x="1544" y="459"/>
                  </a:lnTo>
                  <a:lnTo>
                    <a:pt x="1571" y="459"/>
                  </a:lnTo>
                  <a:lnTo>
                    <a:pt x="1588" y="459"/>
                  </a:lnTo>
                  <a:lnTo>
                    <a:pt x="1633" y="459"/>
                  </a:lnTo>
                  <a:lnTo>
                    <a:pt x="1668" y="450"/>
                  </a:lnTo>
                  <a:lnTo>
                    <a:pt x="1721" y="433"/>
                  </a:lnTo>
                  <a:lnTo>
                    <a:pt x="1774" y="433"/>
                  </a:lnTo>
                  <a:lnTo>
                    <a:pt x="1783" y="433"/>
                  </a:lnTo>
                  <a:lnTo>
                    <a:pt x="1809" y="433"/>
                  </a:lnTo>
                  <a:lnTo>
                    <a:pt x="1836" y="433"/>
                  </a:lnTo>
                  <a:lnTo>
                    <a:pt x="1836" y="450"/>
                  </a:lnTo>
                  <a:lnTo>
                    <a:pt x="1853" y="547"/>
                  </a:lnTo>
                  <a:lnTo>
                    <a:pt x="1862" y="565"/>
                  </a:lnTo>
                  <a:lnTo>
                    <a:pt x="1871" y="583"/>
                  </a:lnTo>
                  <a:lnTo>
                    <a:pt x="1888" y="600"/>
                  </a:lnTo>
                  <a:lnTo>
                    <a:pt x="1915" y="609"/>
                  </a:lnTo>
                  <a:lnTo>
                    <a:pt x="1924" y="609"/>
                  </a:lnTo>
                  <a:lnTo>
                    <a:pt x="1933" y="609"/>
                  </a:lnTo>
                  <a:lnTo>
                    <a:pt x="1977" y="609"/>
                  </a:lnTo>
                  <a:lnTo>
                    <a:pt x="2074" y="618"/>
                  </a:lnTo>
                  <a:lnTo>
                    <a:pt x="2100" y="618"/>
                  </a:lnTo>
                  <a:lnTo>
                    <a:pt x="2153" y="618"/>
                  </a:lnTo>
                  <a:lnTo>
                    <a:pt x="2206" y="609"/>
                  </a:lnTo>
                  <a:lnTo>
                    <a:pt x="2250" y="592"/>
                  </a:lnTo>
                  <a:lnTo>
                    <a:pt x="2294" y="556"/>
                  </a:lnTo>
                  <a:lnTo>
                    <a:pt x="2303" y="556"/>
                  </a:lnTo>
                  <a:lnTo>
                    <a:pt x="2312" y="539"/>
                  </a:lnTo>
                  <a:lnTo>
                    <a:pt x="2312" y="521"/>
                  </a:lnTo>
                  <a:lnTo>
                    <a:pt x="2312" y="503"/>
                  </a:lnTo>
                  <a:lnTo>
                    <a:pt x="2303" y="468"/>
                  </a:lnTo>
                  <a:lnTo>
                    <a:pt x="2294" y="450"/>
                  </a:lnTo>
                  <a:lnTo>
                    <a:pt x="2294" y="442"/>
                  </a:lnTo>
                  <a:lnTo>
                    <a:pt x="2303" y="433"/>
                  </a:lnTo>
                  <a:lnTo>
                    <a:pt x="2321" y="433"/>
                  </a:lnTo>
                  <a:lnTo>
                    <a:pt x="2330" y="433"/>
                  </a:lnTo>
                  <a:lnTo>
                    <a:pt x="2338" y="424"/>
                  </a:lnTo>
                  <a:lnTo>
                    <a:pt x="2347" y="424"/>
                  </a:lnTo>
                  <a:lnTo>
                    <a:pt x="2356" y="424"/>
                  </a:lnTo>
                  <a:lnTo>
                    <a:pt x="2391" y="433"/>
                  </a:lnTo>
                  <a:lnTo>
                    <a:pt x="2427" y="433"/>
                  </a:lnTo>
                  <a:lnTo>
                    <a:pt x="2453" y="433"/>
                  </a:lnTo>
                  <a:lnTo>
                    <a:pt x="2506" y="433"/>
                  </a:lnTo>
                  <a:lnTo>
                    <a:pt x="2550" y="424"/>
                  </a:lnTo>
                  <a:lnTo>
                    <a:pt x="2568" y="415"/>
                  </a:lnTo>
                  <a:lnTo>
                    <a:pt x="2577" y="415"/>
                  </a:lnTo>
                  <a:lnTo>
                    <a:pt x="2612" y="424"/>
                  </a:lnTo>
                  <a:lnTo>
                    <a:pt x="2656" y="442"/>
                  </a:lnTo>
                  <a:lnTo>
                    <a:pt x="2709" y="459"/>
                  </a:lnTo>
                  <a:lnTo>
                    <a:pt x="2762" y="468"/>
                  </a:lnTo>
                  <a:lnTo>
                    <a:pt x="2788" y="468"/>
                  </a:lnTo>
                  <a:lnTo>
                    <a:pt x="2824" y="477"/>
                  </a:lnTo>
                  <a:lnTo>
                    <a:pt x="2947" y="503"/>
                  </a:lnTo>
                  <a:lnTo>
                    <a:pt x="2956" y="503"/>
                  </a:lnTo>
                  <a:lnTo>
                    <a:pt x="3000" y="512"/>
                  </a:lnTo>
                  <a:lnTo>
                    <a:pt x="3018" y="512"/>
                  </a:lnTo>
                  <a:lnTo>
                    <a:pt x="3106" y="503"/>
                  </a:lnTo>
                  <a:lnTo>
                    <a:pt x="3141" y="494"/>
                  </a:lnTo>
                  <a:lnTo>
                    <a:pt x="3177" y="494"/>
                  </a:lnTo>
                  <a:lnTo>
                    <a:pt x="3186" y="494"/>
                  </a:lnTo>
                  <a:lnTo>
                    <a:pt x="3239" y="486"/>
                  </a:lnTo>
                  <a:lnTo>
                    <a:pt x="3300" y="459"/>
                  </a:lnTo>
                  <a:lnTo>
                    <a:pt x="3353" y="424"/>
                  </a:lnTo>
                  <a:lnTo>
                    <a:pt x="3380" y="397"/>
                  </a:lnTo>
                  <a:lnTo>
                    <a:pt x="3397" y="371"/>
                  </a:lnTo>
                  <a:lnTo>
                    <a:pt x="3415" y="327"/>
                  </a:lnTo>
                  <a:lnTo>
                    <a:pt x="3415" y="309"/>
                  </a:lnTo>
                  <a:lnTo>
                    <a:pt x="3415" y="292"/>
                  </a:lnTo>
                  <a:lnTo>
                    <a:pt x="3397" y="256"/>
                  </a:lnTo>
                  <a:lnTo>
                    <a:pt x="3389" y="247"/>
                  </a:lnTo>
                  <a:lnTo>
                    <a:pt x="3353" y="194"/>
                  </a:lnTo>
                  <a:lnTo>
                    <a:pt x="3318" y="150"/>
                  </a:lnTo>
                  <a:lnTo>
                    <a:pt x="3309" y="142"/>
                  </a:lnTo>
                  <a:lnTo>
                    <a:pt x="3256" y="89"/>
                  </a:lnTo>
                  <a:lnTo>
                    <a:pt x="3177" y="27"/>
                  </a:lnTo>
                  <a:lnTo>
                    <a:pt x="3141" y="9"/>
                  </a:lnTo>
                  <a:lnTo>
                    <a:pt x="3106" y="0"/>
                  </a:lnTo>
                  <a:lnTo>
                    <a:pt x="3027" y="9"/>
                  </a:lnTo>
                  <a:lnTo>
                    <a:pt x="2991" y="18"/>
                  </a:lnTo>
                  <a:lnTo>
                    <a:pt x="2956" y="27"/>
                  </a:lnTo>
                  <a:lnTo>
                    <a:pt x="2939" y="44"/>
                  </a:lnTo>
                  <a:lnTo>
                    <a:pt x="2903" y="44"/>
                  </a:lnTo>
                  <a:lnTo>
                    <a:pt x="2886" y="53"/>
                  </a:lnTo>
                  <a:lnTo>
                    <a:pt x="2824" y="62"/>
                  </a:lnTo>
                  <a:lnTo>
                    <a:pt x="2762" y="71"/>
                  </a:lnTo>
                  <a:lnTo>
                    <a:pt x="2727" y="71"/>
                  </a:lnTo>
                  <a:lnTo>
                    <a:pt x="2691" y="89"/>
                  </a:lnTo>
                  <a:lnTo>
                    <a:pt x="2665" y="106"/>
                  </a:lnTo>
                  <a:lnTo>
                    <a:pt x="2665" y="115"/>
                  </a:lnTo>
                  <a:lnTo>
                    <a:pt x="2656" y="106"/>
                  </a:lnTo>
                  <a:lnTo>
                    <a:pt x="2647" y="106"/>
                  </a:lnTo>
                  <a:lnTo>
                    <a:pt x="2630" y="115"/>
                  </a:lnTo>
                  <a:lnTo>
                    <a:pt x="2568" y="159"/>
                  </a:lnTo>
                  <a:lnTo>
                    <a:pt x="2533" y="186"/>
                  </a:lnTo>
                  <a:lnTo>
                    <a:pt x="2480" y="230"/>
                  </a:lnTo>
                  <a:lnTo>
                    <a:pt x="2427" y="274"/>
                  </a:lnTo>
                  <a:lnTo>
                    <a:pt x="2409" y="283"/>
                  </a:lnTo>
                  <a:lnTo>
                    <a:pt x="2391" y="292"/>
                  </a:lnTo>
                  <a:lnTo>
                    <a:pt x="2347" y="292"/>
                  </a:lnTo>
                  <a:lnTo>
                    <a:pt x="2321" y="292"/>
                  </a:lnTo>
                  <a:lnTo>
                    <a:pt x="2286" y="283"/>
                  </a:lnTo>
                  <a:lnTo>
                    <a:pt x="2268" y="283"/>
                  </a:lnTo>
                  <a:lnTo>
                    <a:pt x="2259" y="274"/>
                  </a:lnTo>
                  <a:lnTo>
                    <a:pt x="2250" y="247"/>
                  </a:lnTo>
                  <a:lnTo>
                    <a:pt x="2224" y="221"/>
                  </a:lnTo>
                  <a:lnTo>
                    <a:pt x="2215" y="212"/>
                  </a:lnTo>
                  <a:lnTo>
                    <a:pt x="2197" y="194"/>
                  </a:lnTo>
                  <a:lnTo>
                    <a:pt x="2188" y="194"/>
                  </a:lnTo>
                  <a:lnTo>
                    <a:pt x="2144" y="159"/>
                  </a:lnTo>
                  <a:lnTo>
                    <a:pt x="2127" y="159"/>
                  </a:lnTo>
                  <a:lnTo>
                    <a:pt x="2109" y="150"/>
                  </a:lnTo>
                  <a:lnTo>
                    <a:pt x="2091" y="133"/>
                  </a:lnTo>
                  <a:lnTo>
                    <a:pt x="2056" y="115"/>
                  </a:lnTo>
                  <a:lnTo>
                    <a:pt x="2012" y="106"/>
                  </a:lnTo>
                  <a:lnTo>
                    <a:pt x="1977" y="97"/>
                  </a:lnTo>
                  <a:lnTo>
                    <a:pt x="1933" y="97"/>
                  </a:lnTo>
                  <a:lnTo>
                    <a:pt x="1915" y="106"/>
                  </a:lnTo>
                  <a:lnTo>
                    <a:pt x="1871" y="124"/>
                  </a:lnTo>
                  <a:lnTo>
                    <a:pt x="1827" y="159"/>
                  </a:lnTo>
                  <a:lnTo>
                    <a:pt x="1818" y="168"/>
                  </a:lnTo>
                  <a:lnTo>
                    <a:pt x="1791" y="186"/>
                  </a:lnTo>
                  <a:lnTo>
                    <a:pt x="1774" y="194"/>
                  </a:lnTo>
                  <a:lnTo>
                    <a:pt x="1756" y="203"/>
                  </a:lnTo>
                  <a:lnTo>
                    <a:pt x="1756" y="212"/>
                  </a:lnTo>
                  <a:lnTo>
                    <a:pt x="1738" y="221"/>
                  </a:lnTo>
                  <a:lnTo>
                    <a:pt x="1703" y="247"/>
                  </a:lnTo>
                  <a:lnTo>
                    <a:pt x="1668" y="283"/>
                  </a:lnTo>
                  <a:lnTo>
                    <a:pt x="1624" y="309"/>
                  </a:lnTo>
                  <a:lnTo>
                    <a:pt x="1597" y="327"/>
                  </a:lnTo>
                  <a:lnTo>
                    <a:pt x="1588" y="336"/>
                  </a:lnTo>
                  <a:lnTo>
                    <a:pt x="1527" y="336"/>
                  </a:lnTo>
                  <a:lnTo>
                    <a:pt x="1518" y="336"/>
                  </a:lnTo>
                  <a:lnTo>
                    <a:pt x="1500" y="344"/>
                  </a:lnTo>
                  <a:lnTo>
                    <a:pt x="1483" y="344"/>
                  </a:lnTo>
                  <a:lnTo>
                    <a:pt x="1412" y="353"/>
                  </a:lnTo>
                  <a:lnTo>
                    <a:pt x="1368" y="344"/>
                  </a:lnTo>
                  <a:lnTo>
                    <a:pt x="1341" y="344"/>
                  </a:lnTo>
                  <a:lnTo>
                    <a:pt x="1315" y="344"/>
                  </a:lnTo>
                  <a:lnTo>
                    <a:pt x="1271" y="344"/>
                  </a:lnTo>
                  <a:lnTo>
                    <a:pt x="1253" y="344"/>
                  </a:lnTo>
                  <a:lnTo>
                    <a:pt x="1244" y="327"/>
                  </a:lnTo>
                  <a:lnTo>
                    <a:pt x="1236" y="318"/>
                  </a:lnTo>
                  <a:lnTo>
                    <a:pt x="1165" y="265"/>
                  </a:lnTo>
                  <a:lnTo>
                    <a:pt x="1103" y="230"/>
                  </a:lnTo>
                  <a:lnTo>
                    <a:pt x="1094" y="221"/>
                  </a:lnTo>
                  <a:lnTo>
                    <a:pt x="1077" y="203"/>
                  </a:lnTo>
                  <a:lnTo>
                    <a:pt x="1050" y="186"/>
                  </a:lnTo>
                  <a:lnTo>
                    <a:pt x="1033" y="177"/>
                  </a:lnTo>
                  <a:lnTo>
                    <a:pt x="997" y="159"/>
                  </a:lnTo>
                  <a:lnTo>
                    <a:pt x="971" y="159"/>
                  </a:lnTo>
                  <a:lnTo>
                    <a:pt x="962" y="159"/>
                  </a:lnTo>
                  <a:lnTo>
                    <a:pt x="953" y="150"/>
                  </a:lnTo>
                  <a:lnTo>
                    <a:pt x="927" y="150"/>
                  </a:lnTo>
                  <a:lnTo>
                    <a:pt x="918" y="150"/>
                  </a:lnTo>
                  <a:lnTo>
                    <a:pt x="891" y="150"/>
                  </a:lnTo>
                  <a:lnTo>
                    <a:pt x="830" y="159"/>
                  </a:lnTo>
                  <a:lnTo>
                    <a:pt x="803" y="159"/>
                  </a:lnTo>
                  <a:lnTo>
                    <a:pt x="759" y="177"/>
                  </a:lnTo>
                  <a:lnTo>
                    <a:pt x="741" y="186"/>
                  </a:lnTo>
                  <a:lnTo>
                    <a:pt x="724" y="203"/>
                  </a:lnTo>
                  <a:lnTo>
                    <a:pt x="706" y="230"/>
                  </a:lnTo>
                  <a:lnTo>
                    <a:pt x="706" y="239"/>
                  </a:lnTo>
                  <a:lnTo>
                    <a:pt x="697" y="239"/>
                  </a:lnTo>
                  <a:lnTo>
                    <a:pt x="671" y="239"/>
                  </a:lnTo>
                  <a:lnTo>
                    <a:pt x="600" y="256"/>
                  </a:lnTo>
                  <a:lnTo>
                    <a:pt x="538" y="265"/>
                  </a:lnTo>
                  <a:lnTo>
                    <a:pt x="521" y="265"/>
                  </a:lnTo>
                  <a:lnTo>
                    <a:pt x="512" y="265"/>
                  </a:lnTo>
                  <a:lnTo>
                    <a:pt x="494" y="256"/>
                  </a:lnTo>
                  <a:lnTo>
                    <a:pt x="494" y="247"/>
                  </a:lnTo>
                  <a:lnTo>
                    <a:pt x="494" y="230"/>
                  </a:lnTo>
                  <a:lnTo>
                    <a:pt x="477" y="221"/>
                  </a:lnTo>
                  <a:lnTo>
                    <a:pt x="433" y="186"/>
                  </a:lnTo>
                  <a:lnTo>
                    <a:pt x="424" y="177"/>
                  </a:lnTo>
                  <a:lnTo>
                    <a:pt x="406" y="168"/>
                  </a:lnTo>
                  <a:lnTo>
                    <a:pt x="388" y="168"/>
                  </a:lnTo>
                  <a:lnTo>
                    <a:pt x="362" y="159"/>
                  </a:lnTo>
                  <a:lnTo>
                    <a:pt x="344" y="159"/>
                  </a:lnTo>
                  <a:lnTo>
                    <a:pt x="335" y="159"/>
                  </a:lnTo>
                  <a:lnTo>
                    <a:pt x="327" y="159"/>
                  </a:lnTo>
                  <a:lnTo>
                    <a:pt x="300" y="159"/>
                  </a:lnTo>
                  <a:lnTo>
                    <a:pt x="291" y="159"/>
                  </a:lnTo>
                  <a:lnTo>
                    <a:pt x="283" y="159"/>
                  </a:lnTo>
                  <a:lnTo>
                    <a:pt x="265" y="168"/>
                  </a:lnTo>
                  <a:lnTo>
                    <a:pt x="247" y="177"/>
                  </a:lnTo>
                  <a:lnTo>
                    <a:pt x="238" y="186"/>
                  </a:lnTo>
                  <a:lnTo>
                    <a:pt x="230" y="186"/>
                  </a:lnTo>
                  <a:lnTo>
                    <a:pt x="221" y="194"/>
                  </a:lnTo>
                  <a:lnTo>
                    <a:pt x="203" y="203"/>
                  </a:lnTo>
                  <a:lnTo>
                    <a:pt x="185" y="221"/>
                  </a:lnTo>
                  <a:lnTo>
                    <a:pt x="168" y="230"/>
                  </a:lnTo>
                  <a:lnTo>
                    <a:pt x="133" y="230"/>
                  </a:lnTo>
                  <a:lnTo>
                    <a:pt x="106" y="221"/>
                  </a:lnTo>
                  <a:lnTo>
                    <a:pt x="44" y="203"/>
                  </a:lnTo>
                  <a:lnTo>
                    <a:pt x="27" y="203"/>
                  </a:lnTo>
                  <a:lnTo>
                    <a:pt x="9" y="212"/>
                  </a:lnTo>
                  <a:lnTo>
                    <a:pt x="0" y="230"/>
                  </a:lnTo>
                  <a:lnTo>
                    <a:pt x="0" y="239"/>
                  </a:lnTo>
                  <a:lnTo>
                    <a:pt x="0" y="247"/>
                  </a:lnTo>
                  <a:lnTo>
                    <a:pt x="0" y="256"/>
                  </a:lnTo>
                  <a:lnTo>
                    <a:pt x="9" y="274"/>
                  </a:lnTo>
                  <a:lnTo>
                    <a:pt x="9" y="300"/>
                  </a:lnTo>
                  <a:lnTo>
                    <a:pt x="27" y="327"/>
                  </a:lnTo>
                  <a:lnTo>
                    <a:pt x="53" y="353"/>
                  </a:lnTo>
                  <a:lnTo>
                    <a:pt x="80" y="371"/>
                  </a:lnTo>
                  <a:lnTo>
                    <a:pt x="97" y="389"/>
                  </a:lnTo>
                  <a:lnTo>
                    <a:pt x="133" y="406"/>
                  </a:lnTo>
                  <a:lnTo>
                    <a:pt x="177" y="415"/>
                  </a:lnTo>
                  <a:lnTo>
                    <a:pt x="203" y="415"/>
                  </a:lnTo>
                  <a:lnTo>
                    <a:pt x="221" y="415"/>
                  </a:lnTo>
                  <a:lnTo>
                    <a:pt x="230" y="415"/>
                  </a:lnTo>
                  <a:lnTo>
                    <a:pt x="300" y="406"/>
                  </a:lnTo>
                  <a:lnTo>
                    <a:pt x="362" y="397"/>
                  </a:lnTo>
                  <a:lnTo>
                    <a:pt x="371" y="397"/>
                  </a:lnTo>
                  <a:lnTo>
                    <a:pt x="406" y="397"/>
                  </a:lnTo>
                  <a:lnTo>
                    <a:pt x="433" y="389"/>
                  </a:lnTo>
                  <a:lnTo>
                    <a:pt x="450" y="389"/>
                  </a:lnTo>
                  <a:lnTo>
                    <a:pt x="494" y="397"/>
                  </a:lnTo>
                  <a:lnTo>
                    <a:pt x="538" y="397"/>
                  </a:lnTo>
                  <a:lnTo>
                    <a:pt x="583" y="406"/>
                  </a:lnTo>
                  <a:lnTo>
                    <a:pt x="600" y="406"/>
                  </a:lnTo>
                  <a:lnTo>
                    <a:pt x="662" y="415"/>
                  </a:lnTo>
                  <a:lnTo>
                    <a:pt x="697" y="415"/>
                  </a:lnTo>
                  <a:lnTo>
                    <a:pt x="733" y="406"/>
                  </a:lnTo>
                  <a:lnTo>
                    <a:pt x="741" y="415"/>
                  </a:lnTo>
                  <a:close/>
                  <a:moveTo>
                    <a:pt x="2974" y="344"/>
                  </a:moveTo>
                  <a:lnTo>
                    <a:pt x="2974" y="344"/>
                  </a:lnTo>
                  <a:lnTo>
                    <a:pt x="2965" y="353"/>
                  </a:lnTo>
                  <a:lnTo>
                    <a:pt x="2965" y="362"/>
                  </a:lnTo>
                  <a:lnTo>
                    <a:pt x="2965" y="371"/>
                  </a:lnTo>
                  <a:lnTo>
                    <a:pt x="2974" y="389"/>
                  </a:lnTo>
                  <a:lnTo>
                    <a:pt x="2983" y="397"/>
                  </a:lnTo>
                  <a:lnTo>
                    <a:pt x="3044" y="442"/>
                  </a:lnTo>
                  <a:lnTo>
                    <a:pt x="3036" y="442"/>
                  </a:lnTo>
                  <a:lnTo>
                    <a:pt x="2991" y="442"/>
                  </a:lnTo>
                  <a:lnTo>
                    <a:pt x="2956" y="442"/>
                  </a:lnTo>
                  <a:lnTo>
                    <a:pt x="2939" y="433"/>
                  </a:lnTo>
                  <a:lnTo>
                    <a:pt x="2868" y="424"/>
                  </a:lnTo>
                  <a:lnTo>
                    <a:pt x="2788" y="406"/>
                  </a:lnTo>
                  <a:lnTo>
                    <a:pt x="2771" y="397"/>
                  </a:lnTo>
                  <a:lnTo>
                    <a:pt x="2727" y="389"/>
                  </a:lnTo>
                  <a:lnTo>
                    <a:pt x="2656" y="380"/>
                  </a:lnTo>
                  <a:lnTo>
                    <a:pt x="2638" y="371"/>
                  </a:lnTo>
                  <a:lnTo>
                    <a:pt x="2603" y="362"/>
                  </a:lnTo>
                  <a:lnTo>
                    <a:pt x="2594" y="353"/>
                  </a:lnTo>
                  <a:lnTo>
                    <a:pt x="2586" y="336"/>
                  </a:lnTo>
                  <a:lnTo>
                    <a:pt x="2586" y="327"/>
                  </a:lnTo>
                  <a:lnTo>
                    <a:pt x="2577" y="309"/>
                  </a:lnTo>
                  <a:lnTo>
                    <a:pt x="2577" y="292"/>
                  </a:lnTo>
                  <a:lnTo>
                    <a:pt x="2594" y="274"/>
                  </a:lnTo>
                  <a:lnTo>
                    <a:pt x="2603" y="256"/>
                  </a:lnTo>
                  <a:lnTo>
                    <a:pt x="2612" y="247"/>
                  </a:lnTo>
                  <a:lnTo>
                    <a:pt x="2647" y="203"/>
                  </a:lnTo>
                  <a:lnTo>
                    <a:pt x="2674" y="177"/>
                  </a:lnTo>
                  <a:lnTo>
                    <a:pt x="2709" y="150"/>
                  </a:lnTo>
                  <a:lnTo>
                    <a:pt x="2744" y="142"/>
                  </a:lnTo>
                  <a:lnTo>
                    <a:pt x="2771" y="133"/>
                  </a:lnTo>
                  <a:lnTo>
                    <a:pt x="2797" y="133"/>
                  </a:lnTo>
                  <a:lnTo>
                    <a:pt x="2815" y="124"/>
                  </a:lnTo>
                  <a:lnTo>
                    <a:pt x="2841" y="124"/>
                  </a:lnTo>
                  <a:lnTo>
                    <a:pt x="2877" y="124"/>
                  </a:lnTo>
                  <a:lnTo>
                    <a:pt x="2921" y="115"/>
                  </a:lnTo>
                  <a:lnTo>
                    <a:pt x="2947" y="106"/>
                  </a:lnTo>
                  <a:lnTo>
                    <a:pt x="2974" y="97"/>
                  </a:lnTo>
                  <a:lnTo>
                    <a:pt x="3000" y="80"/>
                  </a:lnTo>
                  <a:lnTo>
                    <a:pt x="3044" y="71"/>
                  </a:lnTo>
                  <a:lnTo>
                    <a:pt x="3089" y="71"/>
                  </a:lnTo>
                  <a:lnTo>
                    <a:pt x="3097" y="71"/>
                  </a:lnTo>
                  <a:lnTo>
                    <a:pt x="3141" y="80"/>
                  </a:lnTo>
                  <a:lnTo>
                    <a:pt x="3194" y="115"/>
                  </a:lnTo>
                  <a:lnTo>
                    <a:pt x="3247" y="159"/>
                  </a:lnTo>
                  <a:lnTo>
                    <a:pt x="3274" y="203"/>
                  </a:lnTo>
                  <a:lnTo>
                    <a:pt x="3300" y="221"/>
                  </a:lnTo>
                  <a:lnTo>
                    <a:pt x="3318" y="256"/>
                  </a:lnTo>
                  <a:lnTo>
                    <a:pt x="3327" y="265"/>
                  </a:lnTo>
                  <a:lnTo>
                    <a:pt x="3336" y="300"/>
                  </a:lnTo>
                  <a:lnTo>
                    <a:pt x="3344" y="336"/>
                  </a:lnTo>
                  <a:lnTo>
                    <a:pt x="3336" y="344"/>
                  </a:lnTo>
                  <a:lnTo>
                    <a:pt x="3318" y="362"/>
                  </a:lnTo>
                  <a:lnTo>
                    <a:pt x="3230" y="415"/>
                  </a:lnTo>
                  <a:lnTo>
                    <a:pt x="3203" y="424"/>
                  </a:lnTo>
                  <a:lnTo>
                    <a:pt x="3186" y="424"/>
                  </a:lnTo>
                  <a:lnTo>
                    <a:pt x="3133" y="415"/>
                  </a:lnTo>
                  <a:lnTo>
                    <a:pt x="3062" y="389"/>
                  </a:lnTo>
                  <a:lnTo>
                    <a:pt x="3000" y="353"/>
                  </a:lnTo>
                  <a:lnTo>
                    <a:pt x="2991" y="344"/>
                  </a:lnTo>
                  <a:lnTo>
                    <a:pt x="2974" y="344"/>
                  </a:lnTo>
                  <a:close/>
                  <a:moveTo>
                    <a:pt x="1853" y="239"/>
                  </a:moveTo>
                  <a:lnTo>
                    <a:pt x="1853" y="239"/>
                  </a:lnTo>
                  <a:lnTo>
                    <a:pt x="1862" y="230"/>
                  </a:lnTo>
                  <a:lnTo>
                    <a:pt x="1915" y="212"/>
                  </a:lnTo>
                  <a:lnTo>
                    <a:pt x="1950" y="203"/>
                  </a:lnTo>
                  <a:lnTo>
                    <a:pt x="1986" y="194"/>
                  </a:lnTo>
                  <a:lnTo>
                    <a:pt x="2021" y="194"/>
                  </a:lnTo>
                  <a:lnTo>
                    <a:pt x="2047" y="194"/>
                  </a:lnTo>
                  <a:lnTo>
                    <a:pt x="2083" y="203"/>
                  </a:lnTo>
                  <a:lnTo>
                    <a:pt x="2109" y="221"/>
                  </a:lnTo>
                  <a:lnTo>
                    <a:pt x="2109" y="230"/>
                  </a:lnTo>
                  <a:lnTo>
                    <a:pt x="2118" y="247"/>
                  </a:lnTo>
                  <a:lnTo>
                    <a:pt x="2136" y="256"/>
                  </a:lnTo>
                  <a:lnTo>
                    <a:pt x="2162" y="274"/>
                  </a:lnTo>
                  <a:lnTo>
                    <a:pt x="2206" y="309"/>
                  </a:lnTo>
                  <a:lnTo>
                    <a:pt x="2233" y="362"/>
                  </a:lnTo>
                  <a:lnTo>
                    <a:pt x="2241" y="415"/>
                  </a:lnTo>
                  <a:lnTo>
                    <a:pt x="2250" y="442"/>
                  </a:lnTo>
                  <a:lnTo>
                    <a:pt x="2259" y="477"/>
                  </a:lnTo>
                  <a:lnTo>
                    <a:pt x="2259" y="494"/>
                  </a:lnTo>
                  <a:lnTo>
                    <a:pt x="2250" y="512"/>
                  </a:lnTo>
                  <a:lnTo>
                    <a:pt x="2215" y="530"/>
                  </a:lnTo>
                  <a:lnTo>
                    <a:pt x="2180" y="547"/>
                  </a:lnTo>
                  <a:lnTo>
                    <a:pt x="2136" y="556"/>
                  </a:lnTo>
                  <a:lnTo>
                    <a:pt x="2109" y="565"/>
                  </a:lnTo>
                  <a:lnTo>
                    <a:pt x="2083" y="574"/>
                  </a:lnTo>
                  <a:lnTo>
                    <a:pt x="2030" y="565"/>
                  </a:lnTo>
                  <a:lnTo>
                    <a:pt x="1994" y="556"/>
                  </a:lnTo>
                  <a:lnTo>
                    <a:pt x="1968" y="547"/>
                  </a:lnTo>
                  <a:lnTo>
                    <a:pt x="1933" y="539"/>
                  </a:lnTo>
                  <a:lnTo>
                    <a:pt x="1924" y="539"/>
                  </a:lnTo>
                  <a:lnTo>
                    <a:pt x="1897" y="530"/>
                  </a:lnTo>
                  <a:lnTo>
                    <a:pt x="1888" y="521"/>
                  </a:lnTo>
                  <a:lnTo>
                    <a:pt x="1888" y="486"/>
                  </a:lnTo>
                  <a:lnTo>
                    <a:pt x="1880" y="450"/>
                  </a:lnTo>
                  <a:lnTo>
                    <a:pt x="1880" y="442"/>
                  </a:lnTo>
                  <a:lnTo>
                    <a:pt x="1871" y="424"/>
                  </a:lnTo>
                  <a:lnTo>
                    <a:pt x="1871" y="406"/>
                  </a:lnTo>
                  <a:lnTo>
                    <a:pt x="1871" y="380"/>
                  </a:lnTo>
                  <a:lnTo>
                    <a:pt x="1862" y="327"/>
                  </a:lnTo>
                  <a:lnTo>
                    <a:pt x="1844" y="300"/>
                  </a:lnTo>
                  <a:lnTo>
                    <a:pt x="1827" y="292"/>
                  </a:lnTo>
                  <a:lnTo>
                    <a:pt x="1818" y="283"/>
                  </a:lnTo>
                  <a:lnTo>
                    <a:pt x="1827" y="283"/>
                  </a:lnTo>
                  <a:lnTo>
                    <a:pt x="1836" y="274"/>
                  </a:lnTo>
                  <a:lnTo>
                    <a:pt x="1844" y="256"/>
                  </a:lnTo>
                  <a:lnTo>
                    <a:pt x="1844" y="247"/>
                  </a:lnTo>
                  <a:lnTo>
                    <a:pt x="1853" y="247"/>
                  </a:lnTo>
                  <a:lnTo>
                    <a:pt x="1853" y="239"/>
                  </a:lnTo>
                  <a:close/>
                  <a:moveTo>
                    <a:pt x="1077" y="477"/>
                  </a:moveTo>
                  <a:lnTo>
                    <a:pt x="1077" y="477"/>
                  </a:lnTo>
                  <a:lnTo>
                    <a:pt x="1077" y="494"/>
                  </a:lnTo>
                  <a:lnTo>
                    <a:pt x="1068" y="512"/>
                  </a:lnTo>
                  <a:lnTo>
                    <a:pt x="1059" y="530"/>
                  </a:lnTo>
                  <a:lnTo>
                    <a:pt x="1050" y="530"/>
                  </a:lnTo>
                  <a:lnTo>
                    <a:pt x="1024" y="530"/>
                  </a:lnTo>
                  <a:lnTo>
                    <a:pt x="988" y="530"/>
                  </a:lnTo>
                  <a:lnTo>
                    <a:pt x="936" y="539"/>
                  </a:lnTo>
                  <a:lnTo>
                    <a:pt x="883" y="530"/>
                  </a:lnTo>
                  <a:lnTo>
                    <a:pt x="856" y="521"/>
                  </a:lnTo>
                  <a:lnTo>
                    <a:pt x="838" y="521"/>
                  </a:lnTo>
                  <a:lnTo>
                    <a:pt x="786" y="503"/>
                  </a:lnTo>
                  <a:lnTo>
                    <a:pt x="768" y="503"/>
                  </a:lnTo>
                  <a:lnTo>
                    <a:pt x="777" y="494"/>
                  </a:lnTo>
                  <a:lnTo>
                    <a:pt x="777" y="477"/>
                  </a:lnTo>
                  <a:lnTo>
                    <a:pt x="786" y="459"/>
                  </a:lnTo>
                  <a:lnTo>
                    <a:pt x="794" y="450"/>
                  </a:lnTo>
                  <a:lnTo>
                    <a:pt x="803" y="442"/>
                  </a:lnTo>
                  <a:lnTo>
                    <a:pt x="794" y="424"/>
                  </a:lnTo>
                  <a:lnTo>
                    <a:pt x="794" y="415"/>
                  </a:lnTo>
                  <a:lnTo>
                    <a:pt x="794" y="389"/>
                  </a:lnTo>
                  <a:lnTo>
                    <a:pt x="803" y="353"/>
                  </a:lnTo>
                  <a:lnTo>
                    <a:pt x="803" y="344"/>
                  </a:lnTo>
                  <a:lnTo>
                    <a:pt x="794" y="327"/>
                  </a:lnTo>
                  <a:lnTo>
                    <a:pt x="786" y="300"/>
                  </a:lnTo>
                  <a:lnTo>
                    <a:pt x="768" y="292"/>
                  </a:lnTo>
                  <a:lnTo>
                    <a:pt x="759" y="274"/>
                  </a:lnTo>
                  <a:lnTo>
                    <a:pt x="759" y="265"/>
                  </a:lnTo>
                  <a:lnTo>
                    <a:pt x="768" y="256"/>
                  </a:lnTo>
                  <a:lnTo>
                    <a:pt x="786" y="239"/>
                  </a:lnTo>
                  <a:lnTo>
                    <a:pt x="812" y="230"/>
                  </a:lnTo>
                  <a:lnTo>
                    <a:pt x="856" y="221"/>
                  </a:lnTo>
                  <a:lnTo>
                    <a:pt x="900" y="221"/>
                  </a:lnTo>
                  <a:lnTo>
                    <a:pt x="918" y="221"/>
                  </a:lnTo>
                  <a:lnTo>
                    <a:pt x="936" y="230"/>
                  </a:lnTo>
                  <a:lnTo>
                    <a:pt x="953" y="239"/>
                  </a:lnTo>
                  <a:lnTo>
                    <a:pt x="962" y="247"/>
                  </a:lnTo>
                  <a:lnTo>
                    <a:pt x="997" y="256"/>
                  </a:lnTo>
                  <a:lnTo>
                    <a:pt x="1033" y="274"/>
                  </a:lnTo>
                  <a:lnTo>
                    <a:pt x="1050" y="300"/>
                  </a:lnTo>
                  <a:lnTo>
                    <a:pt x="1077" y="327"/>
                  </a:lnTo>
                  <a:lnTo>
                    <a:pt x="1086" y="380"/>
                  </a:lnTo>
                  <a:lnTo>
                    <a:pt x="1086" y="433"/>
                  </a:lnTo>
                  <a:lnTo>
                    <a:pt x="1077" y="450"/>
                  </a:lnTo>
                  <a:lnTo>
                    <a:pt x="1077" y="477"/>
                  </a:lnTo>
                  <a:close/>
                  <a:moveTo>
                    <a:pt x="353" y="336"/>
                  </a:moveTo>
                  <a:lnTo>
                    <a:pt x="353" y="336"/>
                  </a:lnTo>
                  <a:lnTo>
                    <a:pt x="344" y="344"/>
                  </a:lnTo>
                  <a:lnTo>
                    <a:pt x="300" y="353"/>
                  </a:lnTo>
                  <a:lnTo>
                    <a:pt x="256" y="362"/>
                  </a:lnTo>
                  <a:lnTo>
                    <a:pt x="221" y="362"/>
                  </a:lnTo>
                  <a:lnTo>
                    <a:pt x="194" y="362"/>
                  </a:lnTo>
                  <a:lnTo>
                    <a:pt x="159" y="362"/>
                  </a:lnTo>
                  <a:lnTo>
                    <a:pt x="141" y="353"/>
                  </a:lnTo>
                  <a:lnTo>
                    <a:pt x="124" y="353"/>
                  </a:lnTo>
                  <a:lnTo>
                    <a:pt x="97" y="344"/>
                  </a:lnTo>
                  <a:lnTo>
                    <a:pt x="80" y="327"/>
                  </a:lnTo>
                  <a:lnTo>
                    <a:pt x="71" y="318"/>
                  </a:lnTo>
                  <a:lnTo>
                    <a:pt x="62" y="318"/>
                  </a:lnTo>
                  <a:lnTo>
                    <a:pt x="62" y="309"/>
                  </a:lnTo>
                  <a:lnTo>
                    <a:pt x="62" y="292"/>
                  </a:lnTo>
                  <a:lnTo>
                    <a:pt x="53" y="283"/>
                  </a:lnTo>
                  <a:lnTo>
                    <a:pt x="53" y="274"/>
                  </a:lnTo>
                  <a:lnTo>
                    <a:pt x="53" y="265"/>
                  </a:lnTo>
                  <a:lnTo>
                    <a:pt x="71" y="256"/>
                  </a:lnTo>
                  <a:lnTo>
                    <a:pt x="88" y="265"/>
                  </a:lnTo>
                  <a:lnTo>
                    <a:pt x="115" y="274"/>
                  </a:lnTo>
                  <a:lnTo>
                    <a:pt x="141" y="274"/>
                  </a:lnTo>
                  <a:lnTo>
                    <a:pt x="194" y="265"/>
                  </a:lnTo>
                  <a:lnTo>
                    <a:pt x="203" y="265"/>
                  </a:lnTo>
                  <a:lnTo>
                    <a:pt x="230" y="256"/>
                  </a:lnTo>
                  <a:lnTo>
                    <a:pt x="247" y="247"/>
                  </a:lnTo>
                  <a:lnTo>
                    <a:pt x="256" y="239"/>
                  </a:lnTo>
                  <a:lnTo>
                    <a:pt x="274" y="230"/>
                  </a:lnTo>
                  <a:lnTo>
                    <a:pt x="283" y="230"/>
                  </a:lnTo>
                  <a:lnTo>
                    <a:pt x="291" y="239"/>
                  </a:lnTo>
                  <a:lnTo>
                    <a:pt x="309" y="256"/>
                  </a:lnTo>
                  <a:lnTo>
                    <a:pt x="335" y="274"/>
                  </a:lnTo>
                  <a:lnTo>
                    <a:pt x="362" y="292"/>
                  </a:lnTo>
                  <a:lnTo>
                    <a:pt x="371" y="300"/>
                  </a:lnTo>
                  <a:lnTo>
                    <a:pt x="380" y="318"/>
                  </a:lnTo>
                  <a:lnTo>
                    <a:pt x="380" y="327"/>
                  </a:lnTo>
                  <a:lnTo>
                    <a:pt x="380" y="336"/>
                  </a:lnTo>
                  <a:lnTo>
                    <a:pt x="380" y="344"/>
                  </a:lnTo>
                  <a:lnTo>
                    <a:pt x="371" y="344"/>
                  </a:lnTo>
                  <a:lnTo>
                    <a:pt x="371" y="336"/>
                  </a:lnTo>
                  <a:lnTo>
                    <a:pt x="362" y="336"/>
                  </a:lnTo>
                  <a:lnTo>
                    <a:pt x="353" y="336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67"/>
            <p:cNvSpPr>
              <a:spLocks noChangeArrowheads="1"/>
            </p:cNvSpPr>
            <p:nvPr/>
          </p:nvSpPr>
          <p:spPr bwMode="auto">
            <a:xfrm>
              <a:off x="5326044" y="2898080"/>
              <a:ext cx="817692" cy="403014"/>
            </a:xfrm>
            <a:custGeom>
              <a:avLst/>
              <a:gdLst>
                <a:gd name="T0" fmla="*/ 534639488 w 786"/>
                <a:gd name="T1" fmla="*/ 416459542 h 389"/>
                <a:gd name="T2" fmla="*/ 524898966 w 786"/>
                <a:gd name="T3" fmla="*/ 416459542 h 389"/>
                <a:gd name="T4" fmla="*/ 449140738 w 786"/>
                <a:gd name="T5" fmla="*/ 416459542 h 389"/>
                <a:gd name="T6" fmla="*/ 401521103 w 786"/>
                <a:gd name="T7" fmla="*/ 407872961 h 389"/>
                <a:gd name="T8" fmla="*/ 238099218 w 786"/>
                <a:gd name="T9" fmla="*/ 369232310 h 389"/>
                <a:gd name="T10" fmla="*/ 172080473 w 786"/>
                <a:gd name="T11" fmla="*/ 359572406 h 389"/>
                <a:gd name="T12" fmla="*/ 95239271 w 786"/>
                <a:gd name="T13" fmla="*/ 350984789 h 389"/>
                <a:gd name="T14" fmla="*/ 37879114 w 786"/>
                <a:gd name="T15" fmla="*/ 331664982 h 389"/>
                <a:gd name="T16" fmla="*/ 9740522 w 786"/>
                <a:gd name="T17" fmla="*/ 302684235 h 389"/>
                <a:gd name="T18" fmla="*/ 9740522 w 786"/>
                <a:gd name="T19" fmla="*/ 284437750 h 389"/>
                <a:gd name="T20" fmla="*/ 0 w 786"/>
                <a:gd name="T21" fmla="*/ 265116906 h 389"/>
                <a:gd name="T22" fmla="*/ 0 w 786"/>
                <a:gd name="T23" fmla="*/ 246870422 h 389"/>
                <a:gd name="T24" fmla="*/ 37879114 w 786"/>
                <a:gd name="T25" fmla="*/ 208229771 h 389"/>
                <a:gd name="T26" fmla="*/ 85498749 w 786"/>
                <a:gd name="T27" fmla="*/ 151342635 h 389"/>
                <a:gd name="T28" fmla="*/ 114720315 w 786"/>
                <a:gd name="T29" fmla="*/ 113775307 h 389"/>
                <a:gd name="T30" fmla="*/ 142858907 w 786"/>
                <a:gd name="T31" fmla="*/ 94454464 h 389"/>
                <a:gd name="T32" fmla="*/ 181820994 w 786"/>
                <a:gd name="T33" fmla="*/ 76207979 h 389"/>
                <a:gd name="T34" fmla="*/ 238099218 w 786"/>
                <a:gd name="T35" fmla="*/ 66548075 h 389"/>
                <a:gd name="T36" fmla="*/ 286800788 w 786"/>
                <a:gd name="T37" fmla="*/ 56887136 h 389"/>
                <a:gd name="T38" fmla="*/ 382040059 w 786"/>
                <a:gd name="T39" fmla="*/ 47227232 h 389"/>
                <a:gd name="T40" fmla="*/ 401521103 w 786"/>
                <a:gd name="T41" fmla="*/ 47227232 h 389"/>
                <a:gd name="T42" fmla="*/ 467539849 w 786"/>
                <a:gd name="T43" fmla="*/ 19319807 h 389"/>
                <a:gd name="T44" fmla="*/ 515159484 w 786"/>
                <a:gd name="T45" fmla="*/ 9659904 h 389"/>
                <a:gd name="T46" fmla="*/ 572519642 w 786"/>
                <a:gd name="T47" fmla="*/ 0 h 389"/>
                <a:gd name="T48" fmla="*/ 620139277 w 786"/>
                <a:gd name="T49" fmla="*/ 9659904 h 389"/>
                <a:gd name="T50" fmla="*/ 687239957 w 786"/>
                <a:gd name="T51" fmla="*/ 56887136 h 389"/>
                <a:gd name="T52" fmla="*/ 744600114 w 786"/>
                <a:gd name="T53" fmla="*/ 104114367 h 389"/>
                <a:gd name="T54" fmla="*/ 792219750 w 786"/>
                <a:gd name="T55" fmla="*/ 170662443 h 389"/>
                <a:gd name="T56" fmla="*/ 821440275 w 786"/>
                <a:gd name="T57" fmla="*/ 217889675 h 389"/>
                <a:gd name="T58" fmla="*/ 839839385 w 786"/>
                <a:gd name="T59" fmla="*/ 255457003 h 389"/>
                <a:gd name="T60" fmla="*/ 839839385 w 786"/>
                <a:gd name="T61" fmla="*/ 302684235 h 389"/>
                <a:gd name="T62" fmla="*/ 811699753 w 786"/>
                <a:gd name="T63" fmla="*/ 331664982 h 389"/>
                <a:gd name="T64" fmla="*/ 716460482 w 786"/>
                <a:gd name="T65" fmla="*/ 388552117 h 389"/>
                <a:gd name="T66" fmla="*/ 687239957 w 786"/>
                <a:gd name="T67" fmla="*/ 398213057 h 389"/>
                <a:gd name="T68" fmla="*/ 611480689 w 786"/>
                <a:gd name="T69" fmla="*/ 388552117 h 389"/>
                <a:gd name="T70" fmla="*/ 534639488 w 786"/>
                <a:gd name="T71" fmla="*/ 359572406 h 389"/>
                <a:gd name="T72" fmla="*/ 457799327 w 786"/>
                <a:gd name="T73" fmla="*/ 312344138 h 389"/>
                <a:gd name="T74" fmla="*/ 439400216 w 786"/>
                <a:gd name="T75" fmla="*/ 312344138 h 389"/>
                <a:gd name="T76" fmla="*/ 439400216 w 786"/>
                <a:gd name="T77" fmla="*/ 322005078 h 389"/>
                <a:gd name="T78" fmla="*/ 439400216 w 786"/>
                <a:gd name="T79" fmla="*/ 331664982 h 389"/>
                <a:gd name="T80" fmla="*/ 449140738 w 786"/>
                <a:gd name="T81" fmla="*/ 350984789 h 389"/>
                <a:gd name="T82" fmla="*/ 449140738 w 786"/>
                <a:gd name="T83" fmla="*/ 359572406 h 389"/>
                <a:gd name="T84" fmla="*/ 659100325 w 786"/>
                <a:gd name="T85" fmla="*/ 161002539 h 389"/>
                <a:gd name="T86" fmla="*/ 649359803 w 786"/>
                <a:gd name="T87" fmla="*/ 141681696 h 389"/>
                <a:gd name="T88" fmla="*/ 611480689 w 786"/>
                <a:gd name="T89" fmla="*/ 133095114 h 389"/>
                <a:gd name="T90" fmla="*/ 515159484 w 786"/>
                <a:gd name="T91" fmla="*/ 141681696 h 389"/>
                <a:gd name="T92" fmla="*/ 477279330 w 786"/>
                <a:gd name="T93" fmla="*/ 161002539 h 389"/>
                <a:gd name="T94" fmla="*/ 477279330 w 786"/>
                <a:gd name="T95" fmla="*/ 180322346 h 389"/>
                <a:gd name="T96" fmla="*/ 477279330 w 786"/>
                <a:gd name="T97" fmla="*/ 208229771 h 389"/>
                <a:gd name="T98" fmla="*/ 496760374 w 786"/>
                <a:gd name="T99" fmla="*/ 237210518 h 389"/>
                <a:gd name="T100" fmla="*/ 534639488 w 786"/>
                <a:gd name="T101" fmla="*/ 246870422 h 389"/>
                <a:gd name="T102" fmla="*/ 611480689 w 786"/>
                <a:gd name="T103" fmla="*/ 227549578 h 389"/>
                <a:gd name="T104" fmla="*/ 677499435 w 786"/>
                <a:gd name="T105" fmla="*/ 189983286 h 389"/>
                <a:gd name="T106" fmla="*/ 677499435 w 786"/>
                <a:gd name="T107" fmla="*/ 161002539 h 389"/>
                <a:gd name="T108" fmla="*/ 659100325 w 786"/>
                <a:gd name="T109" fmla="*/ 161002539 h 389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6" h="389">
                  <a:moveTo>
                    <a:pt x="494" y="388"/>
                  </a:moveTo>
                  <a:lnTo>
                    <a:pt x="494" y="388"/>
                  </a:lnTo>
                  <a:lnTo>
                    <a:pt x="485" y="388"/>
                  </a:lnTo>
                  <a:lnTo>
                    <a:pt x="415" y="388"/>
                  </a:lnTo>
                  <a:lnTo>
                    <a:pt x="371" y="380"/>
                  </a:lnTo>
                  <a:lnTo>
                    <a:pt x="220" y="344"/>
                  </a:lnTo>
                  <a:lnTo>
                    <a:pt x="159" y="335"/>
                  </a:lnTo>
                  <a:lnTo>
                    <a:pt x="88" y="327"/>
                  </a:lnTo>
                  <a:lnTo>
                    <a:pt x="35" y="309"/>
                  </a:lnTo>
                  <a:lnTo>
                    <a:pt x="18" y="300"/>
                  </a:lnTo>
                  <a:lnTo>
                    <a:pt x="9" y="282"/>
                  </a:lnTo>
                  <a:lnTo>
                    <a:pt x="9" y="265"/>
                  </a:lnTo>
                  <a:lnTo>
                    <a:pt x="0" y="247"/>
                  </a:lnTo>
                  <a:lnTo>
                    <a:pt x="0" y="238"/>
                  </a:lnTo>
                  <a:lnTo>
                    <a:pt x="0" y="230"/>
                  </a:lnTo>
                  <a:lnTo>
                    <a:pt x="35" y="194"/>
                  </a:lnTo>
                  <a:lnTo>
                    <a:pt x="79" y="141"/>
                  </a:lnTo>
                  <a:lnTo>
                    <a:pt x="106" y="106"/>
                  </a:lnTo>
                  <a:lnTo>
                    <a:pt x="132" y="88"/>
                  </a:lnTo>
                  <a:lnTo>
                    <a:pt x="168" y="71"/>
                  </a:lnTo>
                  <a:lnTo>
                    <a:pt x="194" y="62"/>
                  </a:lnTo>
                  <a:lnTo>
                    <a:pt x="220" y="62"/>
                  </a:lnTo>
                  <a:lnTo>
                    <a:pt x="265" y="53"/>
                  </a:lnTo>
                  <a:lnTo>
                    <a:pt x="353" y="44"/>
                  </a:lnTo>
                  <a:lnTo>
                    <a:pt x="371" y="44"/>
                  </a:lnTo>
                  <a:lnTo>
                    <a:pt x="432" y="18"/>
                  </a:lnTo>
                  <a:lnTo>
                    <a:pt x="476" y="9"/>
                  </a:lnTo>
                  <a:lnTo>
                    <a:pt x="529" y="0"/>
                  </a:lnTo>
                  <a:lnTo>
                    <a:pt x="573" y="9"/>
                  </a:lnTo>
                  <a:lnTo>
                    <a:pt x="635" y="53"/>
                  </a:lnTo>
                  <a:lnTo>
                    <a:pt x="688" y="97"/>
                  </a:lnTo>
                  <a:lnTo>
                    <a:pt x="732" y="159"/>
                  </a:lnTo>
                  <a:lnTo>
                    <a:pt x="759" y="203"/>
                  </a:lnTo>
                  <a:lnTo>
                    <a:pt x="776" y="238"/>
                  </a:lnTo>
                  <a:lnTo>
                    <a:pt x="785" y="256"/>
                  </a:lnTo>
                  <a:lnTo>
                    <a:pt x="776" y="282"/>
                  </a:lnTo>
                  <a:lnTo>
                    <a:pt x="768" y="300"/>
                  </a:lnTo>
                  <a:lnTo>
                    <a:pt x="750" y="309"/>
                  </a:lnTo>
                  <a:lnTo>
                    <a:pt x="662" y="362"/>
                  </a:lnTo>
                  <a:lnTo>
                    <a:pt x="635" y="371"/>
                  </a:lnTo>
                  <a:lnTo>
                    <a:pt x="609" y="371"/>
                  </a:lnTo>
                  <a:lnTo>
                    <a:pt x="565" y="362"/>
                  </a:lnTo>
                  <a:lnTo>
                    <a:pt x="494" y="335"/>
                  </a:lnTo>
                  <a:lnTo>
                    <a:pt x="423" y="291"/>
                  </a:lnTo>
                  <a:lnTo>
                    <a:pt x="415" y="291"/>
                  </a:lnTo>
                  <a:lnTo>
                    <a:pt x="406" y="291"/>
                  </a:lnTo>
                  <a:lnTo>
                    <a:pt x="406" y="300"/>
                  </a:lnTo>
                  <a:lnTo>
                    <a:pt x="406" y="309"/>
                  </a:lnTo>
                  <a:lnTo>
                    <a:pt x="415" y="327"/>
                  </a:lnTo>
                  <a:lnTo>
                    <a:pt x="415" y="335"/>
                  </a:lnTo>
                  <a:lnTo>
                    <a:pt x="494" y="388"/>
                  </a:lnTo>
                  <a:close/>
                  <a:moveTo>
                    <a:pt x="609" y="150"/>
                  </a:moveTo>
                  <a:lnTo>
                    <a:pt x="609" y="150"/>
                  </a:lnTo>
                  <a:lnTo>
                    <a:pt x="600" y="132"/>
                  </a:lnTo>
                  <a:lnTo>
                    <a:pt x="565" y="124"/>
                  </a:lnTo>
                  <a:lnTo>
                    <a:pt x="476" y="132"/>
                  </a:lnTo>
                  <a:lnTo>
                    <a:pt x="450" y="141"/>
                  </a:lnTo>
                  <a:lnTo>
                    <a:pt x="441" y="150"/>
                  </a:lnTo>
                  <a:lnTo>
                    <a:pt x="441" y="168"/>
                  </a:lnTo>
                  <a:lnTo>
                    <a:pt x="441" y="194"/>
                  </a:lnTo>
                  <a:lnTo>
                    <a:pt x="450" y="203"/>
                  </a:lnTo>
                  <a:lnTo>
                    <a:pt x="459" y="221"/>
                  </a:lnTo>
                  <a:lnTo>
                    <a:pt x="476" y="230"/>
                  </a:lnTo>
                  <a:lnTo>
                    <a:pt x="494" y="230"/>
                  </a:lnTo>
                  <a:lnTo>
                    <a:pt x="565" y="212"/>
                  </a:lnTo>
                  <a:lnTo>
                    <a:pt x="626" y="177"/>
                  </a:lnTo>
                  <a:lnTo>
                    <a:pt x="626" y="168"/>
                  </a:lnTo>
                  <a:lnTo>
                    <a:pt x="626" y="150"/>
                  </a:lnTo>
                  <a:lnTo>
                    <a:pt x="609" y="1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68"/>
            <p:cNvSpPr>
              <a:spLocks noChangeArrowheads="1"/>
            </p:cNvSpPr>
            <p:nvPr/>
          </p:nvSpPr>
          <p:spPr bwMode="auto">
            <a:xfrm>
              <a:off x="4546001" y="3035551"/>
              <a:ext cx="468261" cy="394789"/>
            </a:xfrm>
            <a:custGeom>
              <a:avLst/>
              <a:gdLst>
                <a:gd name="T0" fmla="*/ 285672435 w 451"/>
                <a:gd name="T1" fmla="*/ 408003551 h 381"/>
                <a:gd name="T2" fmla="*/ 189729805 w 451"/>
                <a:gd name="T3" fmla="*/ 398340029 h 381"/>
                <a:gd name="T4" fmla="*/ 151998974 w 451"/>
                <a:gd name="T5" fmla="*/ 379014019 h 381"/>
                <a:gd name="T6" fmla="*/ 114269182 w 451"/>
                <a:gd name="T7" fmla="*/ 379014019 h 381"/>
                <a:gd name="T8" fmla="*/ 75460624 w 451"/>
                <a:gd name="T9" fmla="*/ 370423991 h 381"/>
                <a:gd name="T10" fmla="*/ 66836730 w 451"/>
                <a:gd name="T11" fmla="*/ 351097981 h 381"/>
                <a:gd name="T12" fmla="*/ 57134072 w 451"/>
                <a:gd name="T13" fmla="*/ 274865365 h 381"/>
                <a:gd name="T14" fmla="*/ 57134072 w 451"/>
                <a:gd name="T15" fmla="*/ 246949327 h 381"/>
                <a:gd name="T16" fmla="*/ 47432451 w 451"/>
                <a:gd name="T17" fmla="*/ 209369766 h 381"/>
                <a:gd name="T18" fmla="*/ 37730831 w 451"/>
                <a:gd name="T19" fmla="*/ 142800673 h 381"/>
                <a:gd name="T20" fmla="*/ 0 w 451"/>
                <a:gd name="T21" fmla="*/ 105222149 h 381"/>
                <a:gd name="T22" fmla="*/ 0 w 451"/>
                <a:gd name="T23" fmla="*/ 95558626 h 381"/>
                <a:gd name="T24" fmla="*/ 0 w 451"/>
                <a:gd name="T25" fmla="*/ 85895103 h 381"/>
                <a:gd name="T26" fmla="*/ 19404279 w 451"/>
                <a:gd name="T27" fmla="*/ 66569093 h 381"/>
                <a:gd name="T28" fmla="*/ 28028172 w 451"/>
                <a:gd name="T29" fmla="*/ 56905570 h 381"/>
                <a:gd name="T30" fmla="*/ 28028172 w 451"/>
                <a:gd name="T31" fmla="*/ 48316578 h 381"/>
                <a:gd name="T32" fmla="*/ 104566523 w 451"/>
                <a:gd name="T33" fmla="*/ 9663523 h 381"/>
                <a:gd name="T34" fmla="*/ 181105912 w 451"/>
                <a:gd name="T35" fmla="*/ 0 h 381"/>
                <a:gd name="T36" fmla="*/ 246863877 w 451"/>
                <a:gd name="T37" fmla="*/ 0 h 381"/>
                <a:gd name="T38" fmla="*/ 285672435 w 451"/>
                <a:gd name="T39" fmla="*/ 0 h 381"/>
                <a:gd name="T40" fmla="*/ 323403266 w 451"/>
                <a:gd name="T41" fmla="*/ 28989532 h 381"/>
                <a:gd name="T42" fmla="*/ 323403266 w 451"/>
                <a:gd name="T43" fmla="*/ 38653055 h 381"/>
                <a:gd name="T44" fmla="*/ 323403266 w 451"/>
                <a:gd name="T45" fmla="*/ 48316578 h 381"/>
                <a:gd name="T46" fmla="*/ 380537337 w 451"/>
                <a:gd name="T47" fmla="*/ 76232616 h 381"/>
                <a:gd name="T48" fmla="*/ 427969789 w 451"/>
                <a:gd name="T49" fmla="*/ 123474664 h 381"/>
                <a:gd name="T50" fmla="*/ 455997961 w 451"/>
                <a:gd name="T51" fmla="*/ 180380234 h 381"/>
                <a:gd name="T52" fmla="*/ 465700619 w 451"/>
                <a:gd name="T53" fmla="*/ 237285804 h 381"/>
                <a:gd name="T54" fmla="*/ 475402240 w 451"/>
                <a:gd name="T55" fmla="*/ 266276373 h 381"/>
                <a:gd name="T56" fmla="*/ 485104898 w 451"/>
                <a:gd name="T57" fmla="*/ 303854897 h 381"/>
                <a:gd name="T58" fmla="*/ 475402240 w 451"/>
                <a:gd name="T59" fmla="*/ 341434458 h 381"/>
                <a:gd name="T60" fmla="*/ 437672447 w 451"/>
                <a:gd name="T61" fmla="*/ 370423991 h 381"/>
                <a:gd name="T62" fmla="*/ 390239996 w 451"/>
                <a:gd name="T63" fmla="*/ 388676506 h 381"/>
                <a:gd name="T64" fmla="*/ 285672435 w 451"/>
                <a:gd name="T65" fmla="*/ 408003551 h 38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51" h="381">
                  <a:moveTo>
                    <a:pt x="265" y="380"/>
                  </a:moveTo>
                  <a:lnTo>
                    <a:pt x="265" y="380"/>
                  </a:lnTo>
                  <a:lnTo>
                    <a:pt x="212" y="380"/>
                  </a:lnTo>
                  <a:lnTo>
                    <a:pt x="176" y="371"/>
                  </a:lnTo>
                  <a:lnTo>
                    <a:pt x="141" y="353"/>
                  </a:lnTo>
                  <a:lnTo>
                    <a:pt x="106" y="353"/>
                  </a:lnTo>
                  <a:lnTo>
                    <a:pt x="70" y="345"/>
                  </a:lnTo>
                  <a:lnTo>
                    <a:pt x="62" y="327"/>
                  </a:lnTo>
                  <a:lnTo>
                    <a:pt x="53" y="256"/>
                  </a:lnTo>
                  <a:lnTo>
                    <a:pt x="53" y="230"/>
                  </a:lnTo>
                  <a:lnTo>
                    <a:pt x="44" y="195"/>
                  </a:lnTo>
                  <a:lnTo>
                    <a:pt x="35" y="133"/>
                  </a:lnTo>
                  <a:lnTo>
                    <a:pt x="26" y="115"/>
                  </a:lnTo>
                  <a:lnTo>
                    <a:pt x="0" y="98"/>
                  </a:lnTo>
                  <a:lnTo>
                    <a:pt x="0" y="89"/>
                  </a:lnTo>
                  <a:lnTo>
                    <a:pt x="0" y="80"/>
                  </a:lnTo>
                  <a:lnTo>
                    <a:pt x="18" y="62"/>
                  </a:lnTo>
                  <a:lnTo>
                    <a:pt x="26" y="53"/>
                  </a:lnTo>
                  <a:lnTo>
                    <a:pt x="26" y="45"/>
                  </a:lnTo>
                  <a:lnTo>
                    <a:pt x="97" y="9"/>
                  </a:lnTo>
                  <a:lnTo>
                    <a:pt x="132" y="0"/>
                  </a:lnTo>
                  <a:lnTo>
                    <a:pt x="168" y="0"/>
                  </a:lnTo>
                  <a:lnTo>
                    <a:pt x="229" y="0"/>
                  </a:lnTo>
                  <a:lnTo>
                    <a:pt x="265" y="0"/>
                  </a:lnTo>
                  <a:lnTo>
                    <a:pt x="282" y="9"/>
                  </a:lnTo>
                  <a:lnTo>
                    <a:pt x="300" y="27"/>
                  </a:lnTo>
                  <a:lnTo>
                    <a:pt x="300" y="36"/>
                  </a:lnTo>
                  <a:lnTo>
                    <a:pt x="300" y="45"/>
                  </a:lnTo>
                  <a:lnTo>
                    <a:pt x="353" y="71"/>
                  </a:lnTo>
                  <a:lnTo>
                    <a:pt x="397" y="115"/>
                  </a:lnTo>
                  <a:lnTo>
                    <a:pt x="423" y="168"/>
                  </a:lnTo>
                  <a:lnTo>
                    <a:pt x="432" y="186"/>
                  </a:lnTo>
                  <a:lnTo>
                    <a:pt x="432" y="221"/>
                  </a:lnTo>
                  <a:lnTo>
                    <a:pt x="441" y="248"/>
                  </a:lnTo>
                  <a:lnTo>
                    <a:pt x="450" y="283"/>
                  </a:lnTo>
                  <a:lnTo>
                    <a:pt x="450" y="300"/>
                  </a:lnTo>
                  <a:lnTo>
                    <a:pt x="441" y="318"/>
                  </a:lnTo>
                  <a:lnTo>
                    <a:pt x="406" y="345"/>
                  </a:lnTo>
                  <a:lnTo>
                    <a:pt x="362" y="362"/>
                  </a:lnTo>
                  <a:lnTo>
                    <a:pt x="309" y="371"/>
                  </a:lnTo>
                  <a:lnTo>
                    <a:pt x="265" y="38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69"/>
            <p:cNvSpPr>
              <a:spLocks noChangeArrowheads="1"/>
            </p:cNvSpPr>
            <p:nvPr/>
          </p:nvSpPr>
          <p:spPr bwMode="auto">
            <a:xfrm>
              <a:off x="3434175" y="3053176"/>
              <a:ext cx="358844" cy="350140"/>
            </a:xfrm>
            <a:custGeom>
              <a:avLst/>
              <a:gdLst>
                <a:gd name="T0" fmla="*/ 9736634 w 345"/>
                <a:gd name="T1" fmla="*/ 316007603 h 336"/>
                <a:gd name="T2" fmla="*/ 9736634 w 345"/>
                <a:gd name="T3" fmla="*/ 316007603 h 336"/>
                <a:gd name="T4" fmla="*/ 19473268 w 345"/>
                <a:gd name="T5" fmla="*/ 287773397 h 336"/>
                <a:gd name="T6" fmla="*/ 19473268 w 345"/>
                <a:gd name="T7" fmla="*/ 287773397 h 336"/>
                <a:gd name="T8" fmla="*/ 29209902 w 345"/>
                <a:gd name="T9" fmla="*/ 277999697 h 336"/>
                <a:gd name="T10" fmla="*/ 38947576 w 345"/>
                <a:gd name="T11" fmla="*/ 268227040 h 336"/>
                <a:gd name="T12" fmla="*/ 38947576 w 345"/>
                <a:gd name="T13" fmla="*/ 268227040 h 336"/>
                <a:gd name="T14" fmla="*/ 47602477 w 345"/>
                <a:gd name="T15" fmla="*/ 258453340 h 336"/>
                <a:gd name="T16" fmla="*/ 47602477 w 345"/>
                <a:gd name="T17" fmla="*/ 249765491 h 336"/>
                <a:gd name="T18" fmla="*/ 38947576 w 345"/>
                <a:gd name="T19" fmla="*/ 220445435 h 336"/>
                <a:gd name="T20" fmla="*/ 38947576 w 345"/>
                <a:gd name="T21" fmla="*/ 220445435 h 336"/>
                <a:gd name="T22" fmla="*/ 38947576 w 345"/>
                <a:gd name="T23" fmla="*/ 182437529 h 336"/>
                <a:gd name="T24" fmla="*/ 47602477 w 345"/>
                <a:gd name="T25" fmla="*/ 143343773 h 336"/>
                <a:gd name="T26" fmla="*/ 47602477 w 345"/>
                <a:gd name="T27" fmla="*/ 143343773 h 336"/>
                <a:gd name="T28" fmla="*/ 47602477 w 345"/>
                <a:gd name="T29" fmla="*/ 143343773 h 336"/>
                <a:gd name="T30" fmla="*/ 47602477 w 345"/>
                <a:gd name="T31" fmla="*/ 143343773 h 336"/>
                <a:gd name="T32" fmla="*/ 38947576 w 345"/>
                <a:gd name="T33" fmla="*/ 115109567 h 336"/>
                <a:gd name="T34" fmla="*/ 29209902 w 345"/>
                <a:gd name="T35" fmla="*/ 95562168 h 336"/>
                <a:gd name="T36" fmla="*/ 19473268 w 345"/>
                <a:gd name="T37" fmla="*/ 86875361 h 336"/>
                <a:gd name="T38" fmla="*/ 19473268 w 345"/>
                <a:gd name="T39" fmla="*/ 86875361 h 336"/>
                <a:gd name="T40" fmla="*/ 0 w 345"/>
                <a:gd name="T41" fmla="*/ 77101662 h 336"/>
                <a:gd name="T42" fmla="*/ 0 w 345"/>
                <a:gd name="T43" fmla="*/ 67327962 h 336"/>
                <a:gd name="T44" fmla="*/ 0 w 345"/>
                <a:gd name="T45" fmla="*/ 57554262 h 336"/>
                <a:gd name="T46" fmla="*/ 9736634 w 345"/>
                <a:gd name="T47" fmla="*/ 38007905 h 336"/>
                <a:gd name="T48" fmla="*/ 9736634 w 345"/>
                <a:gd name="T49" fmla="*/ 38007905 h 336"/>
                <a:gd name="T50" fmla="*/ 29209902 w 345"/>
                <a:gd name="T51" fmla="*/ 19547399 h 336"/>
                <a:gd name="T52" fmla="*/ 67075745 w 345"/>
                <a:gd name="T53" fmla="*/ 9773700 h 336"/>
                <a:gd name="T54" fmla="*/ 67075745 w 345"/>
                <a:gd name="T55" fmla="*/ 9773700 h 336"/>
                <a:gd name="T56" fmla="*/ 162279658 w 345"/>
                <a:gd name="T57" fmla="*/ 0 h 336"/>
                <a:gd name="T58" fmla="*/ 162279658 w 345"/>
                <a:gd name="T59" fmla="*/ 0 h 336"/>
                <a:gd name="T60" fmla="*/ 191490600 w 345"/>
                <a:gd name="T61" fmla="*/ 0 h 336"/>
                <a:gd name="T62" fmla="*/ 209882135 w 345"/>
                <a:gd name="T63" fmla="*/ 19547399 h 336"/>
                <a:gd name="T64" fmla="*/ 209882135 w 345"/>
                <a:gd name="T65" fmla="*/ 19547399 h 336"/>
                <a:gd name="T66" fmla="*/ 239092036 w 345"/>
                <a:gd name="T67" fmla="*/ 29320057 h 336"/>
                <a:gd name="T68" fmla="*/ 239092036 w 345"/>
                <a:gd name="T69" fmla="*/ 29320057 h 336"/>
                <a:gd name="T70" fmla="*/ 276957879 w 345"/>
                <a:gd name="T71" fmla="*/ 38007905 h 336"/>
                <a:gd name="T72" fmla="*/ 314822682 w 345"/>
                <a:gd name="T73" fmla="*/ 67327962 h 336"/>
                <a:gd name="T74" fmla="*/ 334295950 w 345"/>
                <a:gd name="T75" fmla="*/ 86875361 h 336"/>
                <a:gd name="T76" fmla="*/ 353770258 w 345"/>
                <a:gd name="T77" fmla="*/ 124883267 h 336"/>
                <a:gd name="T78" fmla="*/ 353770258 w 345"/>
                <a:gd name="T79" fmla="*/ 124883267 h 336"/>
                <a:gd name="T80" fmla="*/ 372161793 w 345"/>
                <a:gd name="T81" fmla="*/ 182437529 h 336"/>
                <a:gd name="T82" fmla="*/ 372161793 w 345"/>
                <a:gd name="T83" fmla="*/ 210671735 h 336"/>
                <a:gd name="T84" fmla="*/ 363506892 w 345"/>
                <a:gd name="T85" fmla="*/ 239991792 h 336"/>
                <a:gd name="T86" fmla="*/ 363506892 w 345"/>
                <a:gd name="T87" fmla="*/ 239991792 h 336"/>
                <a:gd name="T88" fmla="*/ 363506892 w 345"/>
                <a:gd name="T89" fmla="*/ 258453340 h 336"/>
                <a:gd name="T90" fmla="*/ 363506892 w 345"/>
                <a:gd name="T91" fmla="*/ 277999697 h 336"/>
                <a:gd name="T92" fmla="*/ 363506892 w 345"/>
                <a:gd name="T93" fmla="*/ 277999697 h 336"/>
                <a:gd name="T94" fmla="*/ 363506892 w 345"/>
                <a:gd name="T95" fmla="*/ 306234945 h 336"/>
                <a:gd name="T96" fmla="*/ 353770258 w 345"/>
                <a:gd name="T97" fmla="*/ 335555002 h 336"/>
                <a:gd name="T98" fmla="*/ 353770258 w 345"/>
                <a:gd name="T99" fmla="*/ 335555002 h 336"/>
                <a:gd name="T100" fmla="*/ 334295950 w 345"/>
                <a:gd name="T101" fmla="*/ 345328701 h 336"/>
                <a:gd name="T102" fmla="*/ 334295950 w 345"/>
                <a:gd name="T103" fmla="*/ 345328701 h 336"/>
                <a:gd name="T104" fmla="*/ 314822682 w 345"/>
                <a:gd name="T105" fmla="*/ 355101359 h 336"/>
                <a:gd name="T106" fmla="*/ 314822682 w 345"/>
                <a:gd name="T107" fmla="*/ 355101359 h 336"/>
                <a:gd name="T108" fmla="*/ 286694513 w 345"/>
                <a:gd name="T109" fmla="*/ 345328701 h 336"/>
                <a:gd name="T110" fmla="*/ 257483572 w 345"/>
                <a:gd name="T111" fmla="*/ 355101359 h 336"/>
                <a:gd name="T112" fmla="*/ 257483572 w 345"/>
                <a:gd name="T113" fmla="*/ 355101359 h 336"/>
                <a:gd name="T114" fmla="*/ 201227234 w 345"/>
                <a:gd name="T115" fmla="*/ 363789208 h 336"/>
                <a:gd name="T116" fmla="*/ 134151489 w 345"/>
                <a:gd name="T117" fmla="*/ 345328701 h 336"/>
                <a:gd name="T118" fmla="*/ 134151489 w 345"/>
                <a:gd name="T119" fmla="*/ 345328701 h 336"/>
                <a:gd name="T120" fmla="*/ 95203914 w 345"/>
                <a:gd name="T121" fmla="*/ 335555002 h 336"/>
                <a:gd name="T122" fmla="*/ 95203914 w 345"/>
                <a:gd name="T123" fmla="*/ 335555002 h 336"/>
                <a:gd name="T124" fmla="*/ 9736634 w 345"/>
                <a:gd name="T125" fmla="*/ 316007603 h 3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345" h="336">
                  <a:moveTo>
                    <a:pt x="9" y="291"/>
                  </a:moveTo>
                  <a:lnTo>
                    <a:pt x="9" y="291"/>
                  </a:lnTo>
                  <a:lnTo>
                    <a:pt x="18" y="265"/>
                  </a:lnTo>
                  <a:lnTo>
                    <a:pt x="27" y="256"/>
                  </a:lnTo>
                  <a:lnTo>
                    <a:pt x="36" y="247"/>
                  </a:lnTo>
                  <a:lnTo>
                    <a:pt x="44" y="238"/>
                  </a:lnTo>
                  <a:lnTo>
                    <a:pt x="44" y="230"/>
                  </a:lnTo>
                  <a:lnTo>
                    <a:pt x="36" y="203"/>
                  </a:lnTo>
                  <a:lnTo>
                    <a:pt x="36" y="168"/>
                  </a:lnTo>
                  <a:lnTo>
                    <a:pt x="44" y="132"/>
                  </a:lnTo>
                  <a:lnTo>
                    <a:pt x="36" y="106"/>
                  </a:lnTo>
                  <a:lnTo>
                    <a:pt x="27" y="88"/>
                  </a:lnTo>
                  <a:lnTo>
                    <a:pt x="18" y="80"/>
                  </a:lnTo>
                  <a:lnTo>
                    <a:pt x="0" y="71"/>
                  </a:lnTo>
                  <a:lnTo>
                    <a:pt x="0" y="62"/>
                  </a:lnTo>
                  <a:lnTo>
                    <a:pt x="0" y="53"/>
                  </a:lnTo>
                  <a:lnTo>
                    <a:pt x="9" y="35"/>
                  </a:lnTo>
                  <a:lnTo>
                    <a:pt x="27" y="18"/>
                  </a:lnTo>
                  <a:lnTo>
                    <a:pt x="62" y="9"/>
                  </a:lnTo>
                  <a:lnTo>
                    <a:pt x="150" y="0"/>
                  </a:lnTo>
                  <a:lnTo>
                    <a:pt x="177" y="0"/>
                  </a:lnTo>
                  <a:lnTo>
                    <a:pt x="194" y="18"/>
                  </a:lnTo>
                  <a:lnTo>
                    <a:pt x="221" y="27"/>
                  </a:lnTo>
                  <a:lnTo>
                    <a:pt x="256" y="35"/>
                  </a:lnTo>
                  <a:lnTo>
                    <a:pt x="291" y="62"/>
                  </a:lnTo>
                  <a:lnTo>
                    <a:pt x="309" y="80"/>
                  </a:lnTo>
                  <a:lnTo>
                    <a:pt x="327" y="115"/>
                  </a:lnTo>
                  <a:lnTo>
                    <a:pt x="344" y="168"/>
                  </a:lnTo>
                  <a:lnTo>
                    <a:pt x="344" y="194"/>
                  </a:lnTo>
                  <a:lnTo>
                    <a:pt x="336" y="221"/>
                  </a:lnTo>
                  <a:lnTo>
                    <a:pt x="336" y="238"/>
                  </a:lnTo>
                  <a:lnTo>
                    <a:pt x="336" y="256"/>
                  </a:lnTo>
                  <a:lnTo>
                    <a:pt x="336" y="282"/>
                  </a:lnTo>
                  <a:lnTo>
                    <a:pt x="327" y="309"/>
                  </a:lnTo>
                  <a:lnTo>
                    <a:pt x="309" y="318"/>
                  </a:lnTo>
                  <a:lnTo>
                    <a:pt x="291" y="327"/>
                  </a:lnTo>
                  <a:lnTo>
                    <a:pt x="265" y="318"/>
                  </a:lnTo>
                  <a:lnTo>
                    <a:pt x="238" y="327"/>
                  </a:lnTo>
                  <a:lnTo>
                    <a:pt x="186" y="335"/>
                  </a:lnTo>
                  <a:lnTo>
                    <a:pt x="124" y="318"/>
                  </a:lnTo>
                  <a:lnTo>
                    <a:pt x="88" y="309"/>
                  </a:lnTo>
                  <a:lnTo>
                    <a:pt x="9" y="29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70"/>
            <p:cNvSpPr>
              <a:spLocks noChangeArrowheads="1"/>
            </p:cNvSpPr>
            <p:nvPr/>
          </p:nvSpPr>
          <p:spPr bwMode="auto">
            <a:xfrm>
              <a:off x="2700017" y="3071975"/>
              <a:ext cx="357667" cy="146871"/>
            </a:xfrm>
            <a:custGeom>
              <a:avLst/>
              <a:gdLst>
                <a:gd name="T0" fmla="*/ 341780365 w 345"/>
                <a:gd name="T1" fmla="*/ 121955679 h 142"/>
                <a:gd name="T2" fmla="*/ 341780365 w 345"/>
                <a:gd name="T3" fmla="*/ 121955679 h 142"/>
                <a:gd name="T4" fmla="*/ 275143374 w 345"/>
                <a:gd name="T5" fmla="*/ 141211295 h 142"/>
                <a:gd name="T6" fmla="*/ 275143374 w 345"/>
                <a:gd name="T7" fmla="*/ 141211295 h 142"/>
                <a:gd name="T8" fmla="*/ 190236339 w 345"/>
                <a:gd name="T9" fmla="*/ 150839620 h 142"/>
                <a:gd name="T10" fmla="*/ 190236339 w 345"/>
                <a:gd name="T11" fmla="*/ 150839620 h 142"/>
                <a:gd name="T12" fmla="*/ 151544026 w 345"/>
                <a:gd name="T13" fmla="*/ 150839620 h 142"/>
                <a:gd name="T14" fmla="*/ 123599348 w 345"/>
                <a:gd name="T15" fmla="*/ 141211295 h 142"/>
                <a:gd name="T16" fmla="*/ 123599348 w 345"/>
                <a:gd name="T17" fmla="*/ 141211295 h 142"/>
                <a:gd name="T18" fmla="*/ 85982110 w 345"/>
                <a:gd name="T19" fmla="*/ 131582970 h 142"/>
                <a:gd name="T20" fmla="*/ 85982110 w 345"/>
                <a:gd name="T21" fmla="*/ 131582970 h 142"/>
                <a:gd name="T22" fmla="*/ 56963394 w 345"/>
                <a:gd name="T23" fmla="*/ 121955679 h 142"/>
                <a:gd name="T24" fmla="*/ 29018716 w 345"/>
                <a:gd name="T25" fmla="*/ 103768499 h 142"/>
                <a:gd name="T26" fmla="*/ 29018716 w 345"/>
                <a:gd name="T27" fmla="*/ 103768499 h 142"/>
                <a:gd name="T28" fmla="*/ 19346156 w 345"/>
                <a:gd name="T29" fmla="*/ 94141208 h 142"/>
                <a:gd name="T30" fmla="*/ 19346156 w 345"/>
                <a:gd name="T31" fmla="*/ 94141208 h 142"/>
                <a:gd name="T32" fmla="*/ 9672560 w 345"/>
                <a:gd name="T33" fmla="*/ 84512883 h 142"/>
                <a:gd name="T34" fmla="*/ 9672560 w 345"/>
                <a:gd name="T35" fmla="*/ 74884558 h 142"/>
                <a:gd name="T36" fmla="*/ 9672560 w 345"/>
                <a:gd name="T37" fmla="*/ 74884558 h 142"/>
                <a:gd name="T38" fmla="*/ 9672560 w 345"/>
                <a:gd name="T39" fmla="*/ 66326737 h 142"/>
                <a:gd name="T40" fmla="*/ 9672560 w 345"/>
                <a:gd name="T41" fmla="*/ 66326737 h 142"/>
                <a:gd name="T42" fmla="*/ 0 w 345"/>
                <a:gd name="T43" fmla="*/ 47070087 h 142"/>
                <a:gd name="T44" fmla="*/ 0 w 345"/>
                <a:gd name="T45" fmla="*/ 47070087 h 142"/>
                <a:gd name="T46" fmla="*/ 0 w 345"/>
                <a:gd name="T47" fmla="*/ 37442796 h 142"/>
                <a:gd name="T48" fmla="*/ 9672560 w 345"/>
                <a:gd name="T49" fmla="*/ 27814471 h 142"/>
                <a:gd name="T50" fmla="*/ 9672560 w 345"/>
                <a:gd name="T51" fmla="*/ 27814471 h 142"/>
                <a:gd name="T52" fmla="*/ 29018716 w 345"/>
                <a:gd name="T53" fmla="*/ 27814471 h 142"/>
                <a:gd name="T54" fmla="*/ 47290834 w 345"/>
                <a:gd name="T55" fmla="*/ 27814471 h 142"/>
                <a:gd name="T56" fmla="*/ 47290834 w 345"/>
                <a:gd name="T57" fmla="*/ 27814471 h 142"/>
                <a:gd name="T58" fmla="*/ 76309550 w 345"/>
                <a:gd name="T59" fmla="*/ 37442796 h 142"/>
                <a:gd name="T60" fmla="*/ 104253192 w 345"/>
                <a:gd name="T61" fmla="*/ 37442796 h 142"/>
                <a:gd name="T62" fmla="*/ 161216586 w 345"/>
                <a:gd name="T63" fmla="*/ 27814471 h 142"/>
                <a:gd name="T64" fmla="*/ 161216586 w 345"/>
                <a:gd name="T65" fmla="*/ 27814471 h 142"/>
                <a:gd name="T66" fmla="*/ 190236339 w 345"/>
                <a:gd name="T67" fmla="*/ 18186146 h 142"/>
                <a:gd name="T68" fmla="*/ 190236339 w 345"/>
                <a:gd name="T69" fmla="*/ 18186146 h 142"/>
                <a:gd name="T70" fmla="*/ 218179980 w 345"/>
                <a:gd name="T71" fmla="*/ 9628325 h 142"/>
                <a:gd name="T72" fmla="*/ 218179980 w 345"/>
                <a:gd name="T73" fmla="*/ 9628325 h 142"/>
                <a:gd name="T74" fmla="*/ 237526136 w 345"/>
                <a:gd name="T75" fmla="*/ 0 h 142"/>
                <a:gd name="T76" fmla="*/ 237526136 w 345"/>
                <a:gd name="T77" fmla="*/ 0 h 142"/>
                <a:gd name="T78" fmla="*/ 265470815 w 345"/>
                <a:gd name="T79" fmla="*/ 0 h 142"/>
                <a:gd name="T80" fmla="*/ 275143374 w 345"/>
                <a:gd name="T81" fmla="*/ 9628325 h 142"/>
                <a:gd name="T82" fmla="*/ 275143374 w 345"/>
                <a:gd name="T83" fmla="*/ 9628325 h 142"/>
                <a:gd name="T84" fmla="*/ 294489530 w 345"/>
                <a:gd name="T85" fmla="*/ 27814471 h 142"/>
                <a:gd name="T86" fmla="*/ 294489530 w 345"/>
                <a:gd name="T87" fmla="*/ 27814471 h 142"/>
                <a:gd name="T88" fmla="*/ 312760612 w 345"/>
                <a:gd name="T89" fmla="*/ 47070087 h 142"/>
                <a:gd name="T90" fmla="*/ 341780365 w 345"/>
                <a:gd name="T91" fmla="*/ 56698412 h 142"/>
                <a:gd name="T92" fmla="*/ 341780365 w 345"/>
                <a:gd name="T93" fmla="*/ 56698412 h 142"/>
                <a:gd name="T94" fmla="*/ 361126521 w 345"/>
                <a:gd name="T95" fmla="*/ 74884558 h 142"/>
                <a:gd name="T96" fmla="*/ 369724006 w 345"/>
                <a:gd name="T97" fmla="*/ 94141208 h 142"/>
                <a:gd name="T98" fmla="*/ 369724006 w 345"/>
                <a:gd name="T99" fmla="*/ 94141208 h 142"/>
                <a:gd name="T100" fmla="*/ 369724006 w 345"/>
                <a:gd name="T101" fmla="*/ 113396824 h 142"/>
                <a:gd name="T102" fmla="*/ 369724006 w 345"/>
                <a:gd name="T103" fmla="*/ 113396824 h 142"/>
                <a:gd name="T104" fmla="*/ 361126521 w 345"/>
                <a:gd name="T105" fmla="*/ 121955679 h 142"/>
                <a:gd name="T106" fmla="*/ 361126521 w 345"/>
                <a:gd name="T107" fmla="*/ 121955679 h 142"/>
                <a:gd name="T108" fmla="*/ 341780365 w 345"/>
                <a:gd name="T109" fmla="*/ 121955679 h 14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345" h="142">
                  <a:moveTo>
                    <a:pt x="318" y="114"/>
                  </a:moveTo>
                  <a:lnTo>
                    <a:pt x="318" y="114"/>
                  </a:lnTo>
                  <a:lnTo>
                    <a:pt x="256" y="132"/>
                  </a:lnTo>
                  <a:lnTo>
                    <a:pt x="177" y="141"/>
                  </a:lnTo>
                  <a:lnTo>
                    <a:pt x="141" y="141"/>
                  </a:lnTo>
                  <a:lnTo>
                    <a:pt x="115" y="132"/>
                  </a:lnTo>
                  <a:lnTo>
                    <a:pt x="80" y="123"/>
                  </a:lnTo>
                  <a:lnTo>
                    <a:pt x="53" y="114"/>
                  </a:lnTo>
                  <a:lnTo>
                    <a:pt x="27" y="97"/>
                  </a:lnTo>
                  <a:lnTo>
                    <a:pt x="18" y="88"/>
                  </a:lnTo>
                  <a:lnTo>
                    <a:pt x="9" y="79"/>
                  </a:lnTo>
                  <a:lnTo>
                    <a:pt x="9" y="70"/>
                  </a:lnTo>
                  <a:lnTo>
                    <a:pt x="9" y="62"/>
                  </a:lnTo>
                  <a:lnTo>
                    <a:pt x="0" y="44"/>
                  </a:lnTo>
                  <a:lnTo>
                    <a:pt x="0" y="35"/>
                  </a:lnTo>
                  <a:lnTo>
                    <a:pt x="9" y="26"/>
                  </a:lnTo>
                  <a:lnTo>
                    <a:pt x="27" y="26"/>
                  </a:lnTo>
                  <a:lnTo>
                    <a:pt x="44" y="26"/>
                  </a:lnTo>
                  <a:lnTo>
                    <a:pt x="71" y="35"/>
                  </a:lnTo>
                  <a:lnTo>
                    <a:pt x="97" y="35"/>
                  </a:lnTo>
                  <a:lnTo>
                    <a:pt x="150" y="26"/>
                  </a:lnTo>
                  <a:lnTo>
                    <a:pt x="177" y="17"/>
                  </a:lnTo>
                  <a:lnTo>
                    <a:pt x="203" y="9"/>
                  </a:lnTo>
                  <a:lnTo>
                    <a:pt x="221" y="0"/>
                  </a:lnTo>
                  <a:lnTo>
                    <a:pt x="247" y="0"/>
                  </a:lnTo>
                  <a:lnTo>
                    <a:pt x="256" y="9"/>
                  </a:lnTo>
                  <a:lnTo>
                    <a:pt x="274" y="26"/>
                  </a:lnTo>
                  <a:lnTo>
                    <a:pt x="291" y="44"/>
                  </a:lnTo>
                  <a:lnTo>
                    <a:pt x="318" y="53"/>
                  </a:lnTo>
                  <a:lnTo>
                    <a:pt x="336" y="70"/>
                  </a:lnTo>
                  <a:lnTo>
                    <a:pt x="344" y="88"/>
                  </a:lnTo>
                  <a:lnTo>
                    <a:pt x="344" y="106"/>
                  </a:lnTo>
                  <a:lnTo>
                    <a:pt x="336" y="114"/>
                  </a:lnTo>
                  <a:lnTo>
                    <a:pt x="318" y="114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71"/>
            <p:cNvSpPr>
              <a:spLocks noChangeArrowheads="1"/>
            </p:cNvSpPr>
            <p:nvPr/>
          </p:nvSpPr>
          <p:spPr bwMode="auto">
            <a:xfrm>
              <a:off x="5766068" y="3026152"/>
              <a:ext cx="211776" cy="109272"/>
            </a:xfrm>
            <a:custGeom>
              <a:avLst/>
              <a:gdLst>
                <a:gd name="T0" fmla="*/ 200450136 w 204"/>
                <a:gd name="T1" fmla="*/ 27115796 h 107"/>
                <a:gd name="T2" fmla="*/ 200450136 w 204"/>
                <a:gd name="T3" fmla="*/ 27115796 h 107"/>
                <a:gd name="T4" fmla="*/ 218770837 w 204"/>
                <a:gd name="T5" fmla="*/ 27115796 h 107"/>
                <a:gd name="T6" fmla="*/ 218770837 w 204"/>
                <a:gd name="T7" fmla="*/ 27115796 h 107"/>
                <a:gd name="T8" fmla="*/ 218770837 w 204"/>
                <a:gd name="T9" fmla="*/ 45888113 h 107"/>
                <a:gd name="T10" fmla="*/ 218770837 w 204"/>
                <a:gd name="T11" fmla="*/ 55274271 h 107"/>
                <a:gd name="T12" fmla="*/ 218770837 w 204"/>
                <a:gd name="T13" fmla="*/ 55274271 h 107"/>
                <a:gd name="T14" fmla="*/ 153032037 w 204"/>
                <a:gd name="T15" fmla="*/ 91777246 h 107"/>
                <a:gd name="T16" fmla="*/ 76515499 w 204"/>
                <a:gd name="T17" fmla="*/ 110549563 h 107"/>
                <a:gd name="T18" fmla="*/ 76515499 w 204"/>
                <a:gd name="T19" fmla="*/ 110549563 h 107"/>
                <a:gd name="T20" fmla="*/ 57117233 w 204"/>
                <a:gd name="T21" fmla="*/ 110549563 h 107"/>
                <a:gd name="T22" fmla="*/ 29097400 w 204"/>
                <a:gd name="T23" fmla="*/ 101163405 h 107"/>
                <a:gd name="T24" fmla="*/ 9699133 w 204"/>
                <a:gd name="T25" fmla="*/ 82390067 h 107"/>
                <a:gd name="T26" fmla="*/ 0 w 204"/>
                <a:gd name="T27" fmla="*/ 73003908 h 107"/>
                <a:gd name="T28" fmla="*/ 0 w 204"/>
                <a:gd name="T29" fmla="*/ 73003908 h 107"/>
                <a:gd name="T30" fmla="*/ 0 w 204"/>
                <a:gd name="T31" fmla="*/ 45888113 h 107"/>
                <a:gd name="T32" fmla="*/ 0 w 204"/>
                <a:gd name="T33" fmla="*/ 45888113 h 107"/>
                <a:gd name="T34" fmla="*/ 0 w 204"/>
                <a:gd name="T35" fmla="*/ 27115796 h 107"/>
                <a:gd name="T36" fmla="*/ 19398266 w 204"/>
                <a:gd name="T37" fmla="*/ 17729637 h 107"/>
                <a:gd name="T38" fmla="*/ 57117233 w 204"/>
                <a:gd name="T39" fmla="*/ 8343479 h 107"/>
                <a:gd name="T40" fmla="*/ 57117233 w 204"/>
                <a:gd name="T41" fmla="*/ 8343479 h 107"/>
                <a:gd name="T42" fmla="*/ 153032037 w 204"/>
                <a:gd name="T43" fmla="*/ 0 h 107"/>
                <a:gd name="T44" fmla="*/ 153032037 w 204"/>
                <a:gd name="T45" fmla="*/ 0 h 107"/>
                <a:gd name="T46" fmla="*/ 190751003 w 204"/>
                <a:gd name="T47" fmla="*/ 8343479 h 107"/>
                <a:gd name="T48" fmla="*/ 200450136 w 204"/>
                <a:gd name="T49" fmla="*/ 27115796 h 107"/>
                <a:gd name="T50" fmla="*/ 123934637 w 204"/>
                <a:gd name="T51" fmla="*/ 63617750 h 107"/>
                <a:gd name="T52" fmla="*/ 123934637 w 204"/>
                <a:gd name="T53" fmla="*/ 63617750 h 107"/>
                <a:gd name="T54" fmla="*/ 153032037 w 204"/>
                <a:gd name="T55" fmla="*/ 55274271 h 107"/>
                <a:gd name="T56" fmla="*/ 181051870 w 204"/>
                <a:gd name="T57" fmla="*/ 36501954 h 107"/>
                <a:gd name="T58" fmla="*/ 181051870 w 204"/>
                <a:gd name="T59" fmla="*/ 36501954 h 107"/>
                <a:gd name="T60" fmla="*/ 171352737 w 204"/>
                <a:gd name="T61" fmla="*/ 27115796 h 107"/>
                <a:gd name="T62" fmla="*/ 153032037 w 204"/>
                <a:gd name="T63" fmla="*/ 27115796 h 107"/>
                <a:gd name="T64" fmla="*/ 123934637 w 204"/>
                <a:gd name="T65" fmla="*/ 27115796 h 107"/>
                <a:gd name="T66" fmla="*/ 123934637 w 204"/>
                <a:gd name="T67" fmla="*/ 27115796 h 107"/>
                <a:gd name="T68" fmla="*/ 123934637 w 204"/>
                <a:gd name="T69" fmla="*/ 45888113 h 107"/>
                <a:gd name="T70" fmla="*/ 123934637 w 204"/>
                <a:gd name="T71" fmla="*/ 63617750 h 107"/>
                <a:gd name="T72" fmla="*/ 123934637 w 204"/>
                <a:gd name="T73" fmla="*/ 63617750 h 107"/>
                <a:gd name="T74" fmla="*/ 114234466 w 204"/>
                <a:gd name="T75" fmla="*/ 63617750 h 107"/>
                <a:gd name="T76" fmla="*/ 114234466 w 204"/>
                <a:gd name="T77" fmla="*/ 63617750 h 107"/>
                <a:gd name="T78" fmla="*/ 123934637 w 204"/>
                <a:gd name="T79" fmla="*/ 63617750 h 107"/>
                <a:gd name="T80" fmla="*/ 76515499 w 204"/>
                <a:gd name="T81" fmla="*/ 36501954 h 107"/>
                <a:gd name="T82" fmla="*/ 76515499 w 204"/>
                <a:gd name="T83" fmla="*/ 36501954 h 107"/>
                <a:gd name="T84" fmla="*/ 48495666 w 204"/>
                <a:gd name="T85" fmla="*/ 45888113 h 107"/>
                <a:gd name="T86" fmla="*/ 29097400 w 204"/>
                <a:gd name="T87" fmla="*/ 55274271 h 107"/>
                <a:gd name="T88" fmla="*/ 29097400 w 204"/>
                <a:gd name="T89" fmla="*/ 55274271 h 107"/>
                <a:gd name="T90" fmla="*/ 48495666 w 204"/>
                <a:gd name="T91" fmla="*/ 73003908 h 107"/>
                <a:gd name="T92" fmla="*/ 76515499 w 204"/>
                <a:gd name="T93" fmla="*/ 73003908 h 107"/>
                <a:gd name="T94" fmla="*/ 76515499 w 204"/>
                <a:gd name="T95" fmla="*/ 73003908 h 107"/>
                <a:gd name="T96" fmla="*/ 66816366 w 204"/>
                <a:gd name="T97" fmla="*/ 63617750 h 107"/>
                <a:gd name="T98" fmla="*/ 66816366 w 204"/>
                <a:gd name="T99" fmla="*/ 55274271 h 107"/>
                <a:gd name="T100" fmla="*/ 76515499 w 204"/>
                <a:gd name="T101" fmla="*/ 36501954 h 10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107">
                  <a:moveTo>
                    <a:pt x="186" y="26"/>
                  </a:moveTo>
                  <a:lnTo>
                    <a:pt x="186" y="26"/>
                  </a:lnTo>
                  <a:lnTo>
                    <a:pt x="203" y="26"/>
                  </a:lnTo>
                  <a:lnTo>
                    <a:pt x="203" y="44"/>
                  </a:lnTo>
                  <a:lnTo>
                    <a:pt x="203" y="53"/>
                  </a:lnTo>
                  <a:lnTo>
                    <a:pt x="142" y="88"/>
                  </a:lnTo>
                  <a:lnTo>
                    <a:pt x="71" y="106"/>
                  </a:lnTo>
                  <a:lnTo>
                    <a:pt x="53" y="106"/>
                  </a:lnTo>
                  <a:lnTo>
                    <a:pt x="27" y="97"/>
                  </a:lnTo>
                  <a:lnTo>
                    <a:pt x="9" y="79"/>
                  </a:lnTo>
                  <a:lnTo>
                    <a:pt x="0" y="70"/>
                  </a:lnTo>
                  <a:lnTo>
                    <a:pt x="0" y="44"/>
                  </a:lnTo>
                  <a:lnTo>
                    <a:pt x="0" y="26"/>
                  </a:lnTo>
                  <a:lnTo>
                    <a:pt x="18" y="17"/>
                  </a:lnTo>
                  <a:lnTo>
                    <a:pt x="53" y="8"/>
                  </a:lnTo>
                  <a:lnTo>
                    <a:pt x="142" y="0"/>
                  </a:lnTo>
                  <a:lnTo>
                    <a:pt x="177" y="8"/>
                  </a:lnTo>
                  <a:lnTo>
                    <a:pt x="186" y="26"/>
                  </a:lnTo>
                  <a:close/>
                  <a:moveTo>
                    <a:pt x="115" y="61"/>
                  </a:moveTo>
                  <a:lnTo>
                    <a:pt x="115" y="61"/>
                  </a:lnTo>
                  <a:lnTo>
                    <a:pt x="142" y="53"/>
                  </a:lnTo>
                  <a:lnTo>
                    <a:pt x="168" y="35"/>
                  </a:lnTo>
                  <a:lnTo>
                    <a:pt x="159" y="26"/>
                  </a:lnTo>
                  <a:lnTo>
                    <a:pt x="142" y="26"/>
                  </a:lnTo>
                  <a:lnTo>
                    <a:pt x="115" y="26"/>
                  </a:lnTo>
                  <a:lnTo>
                    <a:pt x="115" y="44"/>
                  </a:lnTo>
                  <a:lnTo>
                    <a:pt x="115" y="61"/>
                  </a:lnTo>
                  <a:lnTo>
                    <a:pt x="106" y="61"/>
                  </a:lnTo>
                  <a:lnTo>
                    <a:pt x="115" y="61"/>
                  </a:lnTo>
                  <a:close/>
                  <a:moveTo>
                    <a:pt x="71" y="35"/>
                  </a:moveTo>
                  <a:lnTo>
                    <a:pt x="71" y="35"/>
                  </a:lnTo>
                  <a:lnTo>
                    <a:pt x="45" y="44"/>
                  </a:lnTo>
                  <a:lnTo>
                    <a:pt x="27" y="53"/>
                  </a:lnTo>
                  <a:lnTo>
                    <a:pt x="45" y="70"/>
                  </a:lnTo>
                  <a:lnTo>
                    <a:pt x="71" y="70"/>
                  </a:lnTo>
                  <a:lnTo>
                    <a:pt x="62" y="61"/>
                  </a:lnTo>
                  <a:lnTo>
                    <a:pt x="62" y="53"/>
                  </a:lnTo>
                  <a:lnTo>
                    <a:pt x="71" y="35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72"/>
            <p:cNvSpPr>
              <a:spLocks noChangeArrowheads="1"/>
            </p:cNvSpPr>
            <p:nvPr/>
          </p:nvSpPr>
          <p:spPr bwMode="auto">
            <a:xfrm>
              <a:off x="5886074" y="3053176"/>
              <a:ext cx="55298" cy="37599"/>
            </a:xfrm>
            <a:custGeom>
              <a:avLst/>
              <a:gdLst>
                <a:gd name="T0" fmla="*/ 0 w 54"/>
                <a:gd name="T1" fmla="*/ 38178651 h 36"/>
                <a:gd name="T2" fmla="*/ 0 w 54"/>
                <a:gd name="T3" fmla="*/ 38178651 h 36"/>
                <a:gd name="T4" fmla="*/ 0 w 54"/>
                <a:gd name="T5" fmla="*/ 19635033 h 36"/>
                <a:gd name="T6" fmla="*/ 0 w 54"/>
                <a:gd name="T7" fmla="*/ 0 h 36"/>
                <a:gd name="T8" fmla="*/ 0 w 54"/>
                <a:gd name="T9" fmla="*/ 0 h 36"/>
                <a:gd name="T10" fmla="*/ 28313600 w 54"/>
                <a:gd name="T11" fmla="*/ 0 h 36"/>
                <a:gd name="T12" fmla="*/ 46141061 w 54"/>
                <a:gd name="T13" fmla="*/ 0 h 36"/>
                <a:gd name="T14" fmla="*/ 55578586 w 54"/>
                <a:gd name="T15" fmla="*/ 9817517 h 36"/>
                <a:gd name="T16" fmla="*/ 55578586 w 54"/>
                <a:gd name="T17" fmla="*/ 9817517 h 36"/>
                <a:gd name="T18" fmla="*/ 28313600 w 54"/>
                <a:gd name="T19" fmla="*/ 29451506 h 36"/>
                <a:gd name="T20" fmla="*/ 0 w 54"/>
                <a:gd name="T21" fmla="*/ 38178651 h 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4" h="36">
                  <a:moveTo>
                    <a:pt x="0" y="35"/>
                  </a:moveTo>
                  <a:lnTo>
                    <a:pt x="0" y="35"/>
                  </a:lnTo>
                  <a:lnTo>
                    <a:pt x="0" y="18"/>
                  </a:lnTo>
                  <a:lnTo>
                    <a:pt x="0" y="0"/>
                  </a:lnTo>
                  <a:lnTo>
                    <a:pt x="27" y="0"/>
                  </a:lnTo>
                  <a:lnTo>
                    <a:pt x="44" y="0"/>
                  </a:lnTo>
                  <a:lnTo>
                    <a:pt x="53" y="9"/>
                  </a:lnTo>
                  <a:lnTo>
                    <a:pt x="27" y="27"/>
                  </a:lnTo>
                  <a:lnTo>
                    <a:pt x="0" y="35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73"/>
            <p:cNvSpPr>
              <a:spLocks noChangeArrowheads="1"/>
            </p:cNvSpPr>
            <p:nvPr/>
          </p:nvSpPr>
          <p:spPr bwMode="auto">
            <a:xfrm>
              <a:off x="5794305" y="3053176"/>
              <a:ext cx="45885" cy="45824"/>
            </a:xfrm>
            <a:custGeom>
              <a:avLst/>
              <a:gdLst>
                <a:gd name="T0" fmla="*/ 45747345 w 45"/>
                <a:gd name="T1" fmla="*/ 0 h 45"/>
                <a:gd name="T2" fmla="*/ 45747345 w 45"/>
                <a:gd name="T3" fmla="*/ 0 h 45"/>
                <a:gd name="T4" fmla="*/ 36389864 w 45"/>
                <a:gd name="T5" fmla="*/ 18665643 h 45"/>
                <a:gd name="T6" fmla="*/ 36389864 w 45"/>
                <a:gd name="T7" fmla="*/ 27997446 h 45"/>
                <a:gd name="T8" fmla="*/ 45747345 w 45"/>
                <a:gd name="T9" fmla="*/ 45626448 h 45"/>
                <a:gd name="T10" fmla="*/ 45747345 w 45"/>
                <a:gd name="T11" fmla="*/ 45626448 h 45"/>
                <a:gd name="T12" fmla="*/ 18714962 w 45"/>
                <a:gd name="T13" fmla="*/ 45626448 h 45"/>
                <a:gd name="T14" fmla="*/ 0 w 45"/>
                <a:gd name="T15" fmla="*/ 27997446 h 45"/>
                <a:gd name="T16" fmla="*/ 0 w 45"/>
                <a:gd name="T17" fmla="*/ 27997446 h 45"/>
                <a:gd name="T18" fmla="*/ 18714962 w 45"/>
                <a:gd name="T19" fmla="*/ 18665643 h 45"/>
                <a:gd name="T20" fmla="*/ 45747345 w 45"/>
                <a:gd name="T21" fmla="*/ 0 h 4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" h="45">
                  <a:moveTo>
                    <a:pt x="44" y="0"/>
                  </a:moveTo>
                  <a:lnTo>
                    <a:pt x="44" y="0"/>
                  </a:lnTo>
                  <a:lnTo>
                    <a:pt x="35" y="18"/>
                  </a:lnTo>
                  <a:lnTo>
                    <a:pt x="35" y="27"/>
                  </a:lnTo>
                  <a:lnTo>
                    <a:pt x="44" y="44"/>
                  </a:lnTo>
                  <a:lnTo>
                    <a:pt x="18" y="44"/>
                  </a:lnTo>
                  <a:lnTo>
                    <a:pt x="0" y="27"/>
                  </a:lnTo>
                  <a:lnTo>
                    <a:pt x="18" y="18"/>
                  </a:lnTo>
                  <a:lnTo>
                    <a:pt x="44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74"/>
            <p:cNvSpPr>
              <a:spLocks noChangeArrowheads="1"/>
            </p:cNvSpPr>
            <p:nvPr/>
          </p:nvSpPr>
          <p:spPr bwMode="auto">
            <a:xfrm>
              <a:off x="5876662" y="3090775"/>
              <a:ext cx="9412" cy="4700"/>
            </a:xfrm>
            <a:custGeom>
              <a:avLst/>
              <a:gdLst>
                <a:gd name="T0" fmla="*/ 7972905 w 10"/>
                <a:gd name="T1" fmla="*/ 0 h 1"/>
                <a:gd name="T2" fmla="*/ 7972905 w 10"/>
                <a:gd name="T3" fmla="*/ 0 h 1"/>
                <a:gd name="T4" fmla="*/ 0 w 10"/>
                <a:gd name="T5" fmla="*/ 0 h 1"/>
                <a:gd name="T6" fmla="*/ 0 w 10"/>
                <a:gd name="T7" fmla="*/ 0 h 1"/>
                <a:gd name="T8" fmla="*/ 7972905 w 10"/>
                <a:gd name="T9" fmla="*/ 0 h 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75"/>
            <p:cNvSpPr>
              <a:spLocks noChangeArrowheads="1"/>
            </p:cNvSpPr>
            <p:nvPr/>
          </p:nvSpPr>
          <p:spPr bwMode="auto">
            <a:xfrm>
              <a:off x="5862544" y="3044951"/>
              <a:ext cx="101182" cy="54049"/>
            </a:xfrm>
            <a:custGeom>
              <a:avLst/>
              <a:gdLst>
                <a:gd name="T0" fmla="*/ 103401809 w 98"/>
                <a:gd name="T1" fmla="*/ 27049523 h 54"/>
                <a:gd name="T2" fmla="*/ 103401809 w 98"/>
                <a:gd name="T3" fmla="*/ 27049523 h 54"/>
                <a:gd name="T4" fmla="*/ 93807071 w 98"/>
                <a:gd name="T5" fmla="*/ 36065697 h 54"/>
                <a:gd name="T6" fmla="*/ 84213366 w 98"/>
                <a:gd name="T7" fmla="*/ 44079962 h 54"/>
                <a:gd name="T8" fmla="*/ 46904052 w 98"/>
                <a:gd name="T9" fmla="*/ 53096136 h 54"/>
                <a:gd name="T10" fmla="*/ 46904052 w 98"/>
                <a:gd name="T11" fmla="*/ 53096136 h 54"/>
                <a:gd name="T12" fmla="*/ 9593706 w 98"/>
                <a:gd name="T13" fmla="*/ 44079962 h 54"/>
                <a:gd name="T14" fmla="*/ 0 w 98"/>
                <a:gd name="T15" fmla="*/ 36065697 h 54"/>
                <a:gd name="T16" fmla="*/ 0 w 98"/>
                <a:gd name="T17" fmla="*/ 27049523 h 54"/>
                <a:gd name="T18" fmla="*/ 0 w 98"/>
                <a:gd name="T19" fmla="*/ 27049523 h 54"/>
                <a:gd name="T20" fmla="*/ 0 w 98"/>
                <a:gd name="T21" fmla="*/ 18032348 h 54"/>
                <a:gd name="T22" fmla="*/ 9593706 w 98"/>
                <a:gd name="T23" fmla="*/ 9016174 h 54"/>
                <a:gd name="T24" fmla="*/ 46904052 w 98"/>
                <a:gd name="T25" fmla="*/ 0 h 54"/>
                <a:gd name="T26" fmla="*/ 46904052 w 98"/>
                <a:gd name="T27" fmla="*/ 0 h 54"/>
                <a:gd name="T28" fmla="*/ 84213366 w 98"/>
                <a:gd name="T29" fmla="*/ 9016174 h 54"/>
                <a:gd name="T30" fmla="*/ 93807071 w 98"/>
                <a:gd name="T31" fmla="*/ 18032348 h 54"/>
                <a:gd name="T32" fmla="*/ 103401809 w 98"/>
                <a:gd name="T33" fmla="*/ 27049523 h 5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54">
                  <a:moveTo>
                    <a:pt x="97" y="27"/>
                  </a:moveTo>
                  <a:lnTo>
                    <a:pt x="97" y="27"/>
                  </a:lnTo>
                  <a:lnTo>
                    <a:pt x="88" y="36"/>
                  </a:lnTo>
                  <a:lnTo>
                    <a:pt x="79" y="44"/>
                  </a:lnTo>
                  <a:lnTo>
                    <a:pt x="44" y="53"/>
                  </a:lnTo>
                  <a:lnTo>
                    <a:pt x="9" y="44"/>
                  </a:lnTo>
                  <a:lnTo>
                    <a:pt x="0" y="36"/>
                  </a:lnTo>
                  <a:lnTo>
                    <a:pt x="0" y="27"/>
                  </a:lnTo>
                  <a:lnTo>
                    <a:pt x="0" y="18"/>
                  </a:lnTo>
                  <a:lnTo>
                    <a:pt x="9" y="9"/>
                  </a:lnTo>
                  <a:lnTo>
                    <a:pt x="44" y="0"/>
                  </a:lnTo>
                  <a:lnTo>
                    <a:pt x="79" y="9"/>
                  </a:lnTo>
                  <a:lnTo>
                    <a:pt x="88" y="18"/>
                  </a:lnTo>
                  <a:lnTo>
                    <a:pt x="97" y="27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3194" name="Freeform 52"/>
          <p:cNvSpPr>
            <a:spLocks/>
          </p:cNvSpPr>
          <p:nvPr/>
        </p:nvSpPr>
        <p:spPr bwMode="auto">
          <a:xfrm rot="-8346380">
            <a:off x="4876800" y="1938338"/>
            <a:ext cx="277813" cy="433387"/>
          </a:xfrm>
          <a:custGeom>
            <a:avLst/>
            <a:gdLst>
              <a:gd name="T0" fmla="*/ 67509274 w 197057"/>
              <a:gd name="T1" fmla="*/ 0 h 1192785"/>
              <a:gd name="T2" fmla="*/ 26701309 w 197057"/>
              <a:gd name="T3" fmla="*/ 0 h 1192785"/>
              <a:gd name="T4" fmla="*/ 0 w 197057"/>
              <a:gd name="T5" fmla="*/ 0 h 1192785"/>
              <a:gd name="T6" fmla="*/ 18276773 w 197057"/>
              <a:gd name="T7" fmla="*/ 0 h 1192785"/>
              <a:gd name="T8" fmla="*/ 44141739 w 197057"/>
              <a:gd name="T9" fmla="*/ 0 h 1192785"/>
              <a:gd name="T10" fmla="*/ 67509274 w 197057"/>
              <a:gd name="T11" fmla="*/ 0 h 119278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97057" h="1192785">
                <a:moveTo>
                  <a:pt x="197057" y="1192785"/>
                </a:moveTo>
                <a:cubicBezTo>
                  <a:pt x="186620" y="1161761"/>
                  <a:pt x="99340" y="576584"/>
                  <a:pt x="77940" y="480582"/>
                </a:cubicBezTo>
                <a:cubicBezTo>
                  <a:pt x="45097" y="297295"/>
                  <a:pt x="24533" y="258334"/>
                  <a:pt x="0" y="93061"/>
                </a:cubicBezTo>
                <a:lnTo>
                  <a:pt x="53349" y="1"/>
                </a:lnTo>
                <a:lnTo>
                  <a:pt x="128848" y="526086"/>
                </a:lnTo>
                <a:lnTo>
                  <a:pt x="197057" y="1192785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3195" name="Group 53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55" name="Rectangle 54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93198" name="Picture 56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199" name="Picture 57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3200" name="Picture 58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911362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6"/>
          <p:cNvSpPr txBox="1">
            <a:spLocks noChangeArrowheads="1"/>
          </p:cNvSpPr>
          <p:nvPr/>
        </p:nvSpPr>
        <p:spPr bwMode="auto">
          <a:xfrm>
            <a:off x="2709863" y="1158875"/>
            <a:ext cx="37242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This is the solution!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017713" y="4324350"/>
            <a:ext cx="510857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What other solutions exist?</a:t>
            </a: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1917700" y="285750"/>
            <a:ext cx="53086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7.  Use multiple tools</a:t>
            </a:r>
          </a:p>
        </p:txBody>
      </p:sp>
      <p:sp>
        <p:nvSpPr>
          <p:cNvPr id="22" name="Freeform 76"/>
          <p:cNvSpPr>
            <a:spLocks noChangeArrowheads="1"/>
          </p:cNvSpPr>
          <p:nvPr/>
        </p:nvSpPr>
        <p:spPr bwMode="auto">
          <a:xfrm>
            <a:off x="3200400" y="1809750"/>
            <a:ext cx="2157413" cy="2162175"/>
          </a:xfrm>
          <a:custGeom>
            <a:avLst/>
            <a:gdLst>
              <a:gd name="T0" fmla="*/ 1030842091 w 1774"/>
              <a:gd name="T1" fmla="*/ 1872597034 h 1775"/>
              <a:gd name="T2" fmla="*/ 1539607263 w 1774"/>
              <a:gd name="T3" fmla="*/ 1020876712 h 1775"/>
              <a:gd name="T4" fmla="*/ 1774764063 w 1774"/>
              <a:gd name="T5" fmla="*/ 982297420 h 1775"/>
              <a:gd name="T6" fmla="*/ 1956677517 w 1774"/>
              <a:gd name="T7" fmla="*/ 1074295225 h 1775"/>
              <a:gd name="T8" fmla="*/ 2126759250 w 1774"/>
              <a:gd name="T9" fmla="*/ 1335449421 h 1775"/>
              <a:gd name="T10" fmla="*/ 2147483646 w 1774"/>
              <a:gd name="T11" fmla="*/ 955588772 h 1775"/>
              <a:gd name="T12" fmla="*/ 2147483646 w 1774"/>
              <a:gd name="T13" fmla="*/ 629145418 h 1775"/>
              <a:gd name="T14" fmla="*/ 2147483646 w 1774"/>
              <a:gd name="T15" fmla="*/ 562372582 h 1775"/>
              <a:gd name="T16" fmla="*/ 2086826436 w 1774"/>
              <a:gd name="T17" fmla="*/ 471858454 h 1775"/>
              <a:gd name="T18" fmla="*/ 1864981384 w 1774"/>
              <a:gd name="T19" fmla="*/ 249283551 h 1775"/>
              <a:gd name="T20" fmla="*/ 1774764063 w 1774"/>
              <a:gd name="T21" fmla="*/ 51933616 h 1775"/>
              <a:gd name="T22" fmla="*/ 1539607263 w 1774"/>
              <a:gd name="T23" fmla="*/ 13354324 h 1775"/>
              <a:gd name="T24" fmla="*/ 1512986197 w 1774"/>
              <a:gd name="T25" fmla="*/ 130577098 h 1775"/>
              <a:gd name="T26" fmla="*/ 1277830612 w 1774"/>
              <a:gd name="T27" fmla="*/ 65289158 h 1775"/>
              <a:gd name="T28" fmla="*/ 1030842091 w 1774"/>
              <a:gd name="T29" fmla="*/ 78643482 h 1775"/>
              <a:gd name="T30" fmla="*/ 952456491 w 1774"/>
              <a:gd name="T31" fmla="*/ 78643482 h 1775"/>
              <a:gd name="T32" fmla="*/ 860760358 w 1774"/>
              <a:gd name="T33" fmla="*/ 91997805 h 1775"/>
              <a:gd name="T34" fmla="*/ 638915306 w 1774"/>
              <a:gd name="T35" fmla="*/ 130577098 h 1775"/>
              <a:gd name="T36" fmla="*/ 246988521 w 1774"/>
              <a:gd name="T37" fmla="*/ 550501936 h 1775"/>
              <a:gd name="T38" fmla="*/ 260299054 w 1774"/>
              <a:gd name="T39" fmla="*/ 681079034 h 1775"/>
              <a:gd name="T40" fmla="*/ 522076920 w 1774"/>
              <a:gd name="T41" fmla="*/ 550501936 h 1775"/>
              <a:gd name="T42" fmla="*/ 612293024 w 1774"/>
              <a:gd name="T43" fmla="*/ 575726905 h 1775"/>
              <a:gd name="T44" fmla="*/ 822307572 w 1774"/>
              <a:gd name="T45" fmla="*/ 550501936 h 1775"/>
              <a:gd name="T46" fmla="*/ 1082605410 w 1774"/>
              <a:gd name="T47" fmla="*/ 667724711 h 1775"/>
              <a:gd name="T48" fmla="*/ 887381424 w 1774"/>
              <a:gd name="T49" fmla="*/ 1020876712 h 1775"/>
              <a:gd name="T50" fmla="*/ 782374758 w 1774"/>
              <a:gd name="T51" fmla="*/ 1191518000 h 1775"/>
              <a:gd name="T52" fmla="*/ 457001853 w 1774"/>
              <a:gd name="T53" fmla="*/ 1623313483 h 1775"/>
              <a:gd name="T54" fmla="*/ 235156801 w 1774"/>
              <a:gd name="T55" fmla="*/ 1937886192 h 1775"/>
              <a:gd name="T56" fmla="*/ 0 w 1774"/>
              <a:gd name="T57" fmla="*/ 2147483646 h 1775"/>
              <a:gd name="T58" fmla="*/ 286920119 w 1774"/>
              <a:gd name="T59" fmla="*/ 2147483646 h 1775"/>
              <a:gd name="T60" fmla="*/ 560529706 w 1774"/>
              <a:gd name="T61" fmla="*/ 2147483646 h 1775"/>
              <a:gd name="T62" fmla="*/ 1891602449 w 1774"/>
              <a:gd name="T63" fmla="*/ 863590967 h 1775"/>
              <a:gd name="T64" fmla="*/ 1734831249 w 1774"/>
              <a:gd name="T65" fmla="*/ 773076840 h 1775"/>
              <a:gd name="T66" fmla="*/ 1474533411 w 1774"/>
              <a:gd name="T67" fmla="*/ 773076840 h 1775"/>
              <a:gd name="T68" fmla="*/ 1187613292 w 1774"/>
              <a:gd name="T69" fmla="*/ 550501936 h 1775"/>
              <a:gd name="T70" fmla="*/ 860760358 w 1774"/>
              <a:gd name="T71" fmla="*/ 406570514 h 1775"/>
              <a:gd name="T72" fmla="*/ 782374758 w 1774"/>
              <a:gd name="T73" fmla="*/ 406570514 h 1775"/>
              <a:gd name="T74" fmla="*/ 560529706 w 1774"/>
              <a:gd name="T75" fmla="*/ 406570514 h 1775"/>
              <a:gd name="T76" fmla="*/ 587150771 w 1774"/>
              <a:gd name="T77" fmla="*/ 314572709 h 1775"/>
              <a:gd name="T78" fmla="*/ 755753692 w 1774"/>
              <a:gd name="T79" fmla="*/ 222574904 h 1775"/>
              <a:gd name="T80" fmla="*/ 1160991010 w 1774"/>
              <a:gd name="T81" fmla="*/ 195866256 h 1775"/>
              <a:gd name="T82" fmla="*/ 1734831249 w 1774"/>
              <a:gd name="T83" fmla="*/ 393216191 h 1775"/>
              <a:gd name="T84" fmla="*/ 2009919648 w 1774"/>
              <a:gd name="T85" fmla="*/ 562372582 h 1775"/>
              <a:gd name="T86" fmla="*/ 2147483646 w 1774"/>
              <a:gd name="T87" fmla="*/ 733013869 h 1775"/>
              <a:gd name="T88" fmla="*/ 2147483646 w 1774"/>
              <a:gd name="T89" fmla="*/ 719658327 h 1775"/>
              <a:gd name="T90" fmla="*/ 2147483646 w 1774"/>
              <a:gd name="T91" fmla="*/ 1218226647 h 1775"/>
              <a:gd name="T92" fmla="*/ 1891602449 w 1774"/>
              <a:gd name="T93" fmla="*/ 890299614 h 1775"/>
              <a:gd name="T94" fmla="*/ 468833573 w 1774"/>
              <a:gd name="T95" fmla="*/ 2147483646 h 1775"/>
              <a:gd name="T96" fmla="*/ 208534519 w 1774"/>
              <a:gd name="T97" fmla="*/ 2147483646 h 1775"/>
              <a:gd name="T98" fmla="*/ 560529706 w 1774"/>
              <a:gd name="T99" fmla="*/ 1793953552 h 1775"/>
              <a:gd name="T100" fmla="*/ 782374758 w 1774"/>
              <a:gd name="T101" fmla="*/ 1492736385 h 1775"/>
              <a:gd name="T102" fmla="*/ 1004221026 w 1774"/>
              <a:gd name="T103" fmla="*/ 1178163676 h 1775"/>
              <a:gd name="T104" fmla="*/ 1226066078 w 1774"/>
              <a:gd name="T105" fmla="*/ 838365998 h 1775"/>
              <a:gd name="T106" fmla="*/ 1434600597 w 1774"/>
              <a:gd name="T107" fmla="*/ 903653938 h 1775"/>
              <a:gd name="T108" fmla="*/ 1147680477 w 1774"/>
              <a:gd name="T109" fmla="*/ 1414092903 h 1775"/>
              <a:gd name="T110" fmla="*/ 887381424 w 1774"/>
              <a:gd name="T111" fmla="*/ 1793953552 h 177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774" h="1775">
                <a:moveTo>
                  <a:pt x="494" y="1579"/>
                </a:moveTo>
                <a:lnTo>
                  <a:pt x="494" y="1579"/>
                </a:lnTo>
                <a:lnTo>
                  <a:pt x="547" y="1482"/>
                </a:lnTo>
                <a:lnTo>
                  <a:pt x="617" y="1385"/>
                </a:lnTo>
                <a:lnTo>
                  <a:pt x="661" y="1332"/>
                </a:lnTo>
                <a:lnTo>
                  <a:pt x="697" y="1262"/>
                </a:lnTo>
                <a:lnTo>
                  <a:pt x="864" y="1006"/>
                </a:lnTo>
                <a:lnTo>
                  <a:pt x="917" y="900"/>
                </a:lnTo>
                <a:lnTo>
                  <a:pt x="961" y="821"/>
                </a:lnTo>
                <a:lnTo>
                  <a:pt x="1041" y="688"/>
                </a:lnTo>
                <a:lnTo>
                  <a:pt x="1067" y="635"/>
                </a:lnTo>
                <a:lnTo>
                  <a:pt x="1076" y="626"/>
                </a:lnTo>
                <a:lnTo>
                  <a:pt x="1111" y="635"/>
                </a:lnTo>
                <a:lnTo>
                  <a:pt x="1147" y="635"/>
                </a:lnTo>
                <a:lnTo>
                  <a:pt x="1200" y="662"/>
                </a:lnTo>
                <a:lnTo>
                  <a:pt x="1217" y="671"/>
                </a:lnTo>
                <a:lnTo>
                  <a:pt x="1288" y="706"/>
                </a:lnTo>
                <a:lnTo>
                  <a:pt x="1314" y="724"/>
                </a:lnTo>
                <a:lnTo>
                  <a:pt x="1323" y="724"/>
                </a:lnTo>
                <a:lnTo>
                  <a:pt x="1341" y="759"/>
                </a:lnTo>
                <a:lnTo>
                  <a:pt x="1385" y="847"/>
                </a:lnTo>
                <a:lnTo>
                  <a:pt x="1411" y="882"/>
                </a:lnTo>
                <a:lnTo>
                  <a:pt x="1438" y="900"/>
                </a:lnTo>
                <a:lnTo>
                  <a:pt x="1482" y="935"/>
                </a:lnTo>
                <a:lnTo>
                  <a:pt x="1544" y="900"/>
                </a:lnTo>
                <a:lnTo>
                  <a:pt x="1588" y="847"/>
                </a:lnTo>
                <a:lnTo>
                  <a:pt x="1667" y="732"/>
                </a:lnTo>
                <a:lnTo>
                  <a:pt x="1711" y="644"/>
                </a:lnTo>
                <a:lnTo>
                  <a:pt x="1756" y="565"/>
                </a:lnTo>
                <a:lnTo>
                  <a:pt x="1773" y="521"/>
                </a:lnTo>
                <a:lnTo>
                  <a:pt x="1773" y="485"/>
                </a:lnTo>
                <a:lnTo>
                  <a:pt x="1764" y="459"/>
                </a:lnTo>
                <a:lnTo>
                  <a:pt x="1738" y="424"/>
                </a:lnTo>
                <a:lnTo>
                  <a:pt x="1703" y="388"/>
                </a:lnTo>
                <a:lnTo>
                  <a:pt x="1676" y="379"/>
                </a:lnTo>
                <a:lnTo>
                  <a:pt x="1659" y="371"/>
                </a:lnTo>
                <a:lnTo>
                  <a:pt x="1632" y="379"/>
                </a:lnTo>
                <a:lnTo>
                  <a:pt x="1579" y="379"/>
                </a:lnTo>
                <a:lnTo>
                  <a:pt x="1517" y="379"/>
                </a:lnTo>
                <a:lnTo>
                  <a:pt x="1500" y="379"/>
                </a:lnTo>
                <a:lnTo>
                  <a:pt x="1473" y="371"/>
                </a:lnTo>
                <a:lnTo>
                  <a:pt x="1456" y="362"/>
                </a:lnTo>
                <a:lnTo>
                  <a:pt x="1411" y="318"/>
                </a:lnTo>
                <a:lnTo>
                  <a:pt x="1367" y="274"/>
                </a:lnTo>
                <a:lnTo>
                  <a:pt x="1350" y="256"/>
                </a:lnTo>
                <a:lnTo>
                  <a:pt x="1297" y="212"/>
                </a:lnTo>
                <a:lnTo>
                  <a:pt x="1279" y="194"/>
                </a:lnTo>
                <a:lnTo>
                  <a:pt x="1261" y="168"/>
                </a:lnTo>
                <a:lnTo>
                  <a:pt x="1261" y="141"/>
                </a:lnTo>
                <a:lnTo>
                  <a:pt x="1270" y="115"/>
                </a:lnTo>
                <a:lnTo>
                  <a:pt x="1261" y="88"/>
                </a:lnTo>
                <a:lnTo>
                  <a:pt x="1244" y="71"/>
                </a:lnTo>
                <a:lnTo>
                  <a:pt x="1226" y="44"/>
                </a:lnTo>
                <a:lnTo>
                  <a:pt x="1200" y="35"/>
                </a:lnTo>
                <a:lnTo>
                  <a:pt x="1138" y="18"/>
                </a:lnTo>
                <a:lnTo>
                  <a:pt x="1085" y="0"/>
                </a:lnTo>
                <a:lnTo>
                  <a:pt x="1067" y="0"/>
                </a:lnTo>
                <a:lnTo>
                  <a:pt x="1050" y="9"/>
                </a:lnTo>
                <a:lnTo>
                  <a:pt x="1041" y="9"/>
                </a:lnTo>
                <a:lnTo>
                  <a:pt x="1032" y="26"/>
                </a:lnTo>
                <a:lnTo>
                  <a:pt x="1032" y="53"/>
                </a:lnTo>
                <a:lnTo>
                  <a:pt x="1032" y="71"/>
                </a:lnTo>
                <a:lnTo>
                  <a:pt x="1032" y="79"/>
                </a:lnTo>
                <a:lnTo>
                  <a:pt x="1032" y="88"/>
                </a:lnTo>
                <a:lnTo>
                  <a:pt x="1023" y="88"/>
                </a:lnTo>
                <a:lnTo>
                  <a:pt x="979" y="88"/>
                </a:lnTo>
                <a:lnTo>
                  <a:pt x="944" y="79"/>
                </a:lnTo>
                <a:lnTo>
                  <a:pt x="900" y="62"/>
                </a:lnTo>
                <a:lnTo>
                  <a:pt x="864" y="44"/>
                </a:lnTo>
                <a:lnTo>
                  <a:pt x="838" y="35"/>
                </a:lnTo>
                <a:lnTo>
                  <a:pt x="811" y="35"/>
                </a:lnTo>
                <a:lnTo>
                  <a:pt x="794" y="35"/>
                </a:lnTo>
                <a:lnTo>
                  <a:pt x="767" y="35"/>
                </a:lnTo>
                <a:lnTo>
                  <a:pt x="697" y="53"/>
                </a:lnTo>
                <a:lnTo>
                  <a:pt x="670" y="44"/>
                </a:lnTo>
                <a:lnTo>
                  <a:pt x="661" y="44"/>
                </a:lnTo>
                <a:lnTo>
                  <a:pt x="653" y="53"/>
                </a:lnTo>
                <a:lnTo>
                  <a:pt x="644" y="53"/>
                </a:lnTo>
                <a:lnTo>
                  <a:pt x="635" y="53"/>
                </a:lnTo>
                <a:lnTo>
                  <a:pt x="609" y="62"/>
                </a:lnTo>
                <a:lnTo>
                  <a:pt x="582" y="62"/>
                </a:lnTo>
                <a:lnTo>
                  <a:pt x="538" y="62"/>
                </a:lnTo>
                <a:lnTo>
                  <a:pt x="494" y="79"/>
                </a:lnTo>
                <a:lnTo>
                  <a:pt x="485" y="79"/>
                </a:lnTo>
                <a:lnTo>
                  <a:pt x="459" y="88"/>
                </a:lnTo>
                <a:lnTo>
                  <a:pt x="432" y="88"/>
                </a:lnTo>
                <a:lnTo>
                  <a:pt x="414" y="97"/>
                </a:lnTo>
                <a:lnTo>
                  <a:pt x="353" y="141"/>
                </a:lnTo>
                <a:lnTo>
                  <a:pt x="300" y="185"/>
                </a:lnTo>
                <a:lnTo>
                  <a:pt x="220" y="282"/>
                </a:lnTo>
                <a:lnTo>
                  <a:pt x="185" y="326"/>
                </a:lnTo>
                <a:lnTo>
                  <a:pt x="167" y="371"/>
                </a:lnTo>
                <a:lnTo>
                  <a:pt x="159" y="388"/>
                </a:lnTo>
                <a:lnTo>
                  <a:pt x="150" y="406"/>
                </a:lnTo>
                <a:lnTo>
                  <a:pt x="150" y="424"/>
                </a:lnTo>
                <a:lnTo>
                  <a:pt x="176" y="459"/>
                </a:lnTo>
                <a:lnTo>
                  <a:pt x="229" y="441"/>
                </a:lnTo>
                <a:lnTo>
                  <a:pt x="282" y="415"/>
                </a:lnTo>
                <a:lnTo>
                  <a:pt x="317" y="397"/>
                </a:lnTo>
                <a:lnTo>
                  <a:pt x="326" y="388"/>
                </a:lnTo>
                <a:lnTo>
                  <a:pt x="353" y="371"/>
                </a:lnTo>
                <a:lnTo>
                  <a:pt x="370" y="371"/>
                </a:lnTo>
                <a:lnTo>
                  <a:pt x="379" y="362"/>
                </a:lnTo>
                <a:lnTo>
                  <a:pt x="388" y="371"/>
                </a:lnTo>
                <a:lnTo>
                  <a:pt x="388" y="388"/>
                </a:lnTo>
                <a:lnTo>
                  <a:pt x="414" y="388"/>
                </a:lnTo>
                <a:lnTo>
                  <a:pt x="441" y="388"/>
                </a:lnTo>
                <a:lnTo>
                  <a:pt x="450" y="379"/>
                </a:lnTo>
                <a:lnTo>
                  <a:pt x="511" y="379"/>
                </a:lnTo>
                <a:lnTo>
                  <a:pt x="556" y="371"/>
                </a:lnTo>
                <a:lnTo>
                  <a:pt x="582" y="371"/>
                </a:lnTo>
                <a:lnTo>
                  <a:pt x="626" y="371"/>
                </a:lnTo>
                <a:lnTo>
                  <a:pt x="670" y="388"/>
                </a:lnTo>
                <a:lnTo>
                  <a:pt x="697" y="415"/>
                </a:lnTo>
                <a:lnTo>
                  <a:pt x="732" y="441"/>
                </a:lnTo>
                <a:lnTo>
                  <a:pt x="732" y="450"/>
                </a:lnTo>
                <a:lnTo>
                  <a:pt x="723" y="485"/>
                </a:lnTo>
                <a:lnTo>
                  <a:pt x="706" y="521"/>
                </a:lnTo>
                <a:lnTo>
                  <a:pt x="679" y="565"/>
                </a:lnTo>
                <a:lnTo>
                  <a:pt x="635" y="618"/>
                </a:lnTo>
                <a:lnTo>
                  <a:pt x="617" y="653"/>
                </a:lnTo>
                <a:lnTo>
                  <a:pt x="600" y="688"/>
                </a:lnTo>
                <a:lnTo>
                  <a:pt x="591" y="715"/>
                </a:lnTo>
                <a:lnTo>
                  <a:pt x="582" y="732"/>
                </a:lnTo>
                <a:lnTo>
                  <a:pt x="573" y="741"/>
                </a:lnTo>
                <a:lnTo>
                  <a:pt x="529" y="803"/>
                </a:lnTo>
                <a:lnTo>
                  <a:pt x="467" y="882"/>
                </a:lnTo>
                <a:lnTo>
                  <a:pt x="432" y="926"/>
                </a:lnTo>
                <a:lnTo>
                  <a:pt x="379" y="1015"/>
                </a:lnTo>
                <a:lnTo>
                  <a:pt x="309" y="1094"/>
                </a:lnTo>
                <a:lnTo>
                  <a:pt x="273" y="1129"/>
                </a:lnTo>
                <a:lnTo>
                  <a:pt x="256" y="1156"/>
                </a:lnTo>
                <a:lnTo>
                  <a:pt x="247" y="1182"/>
                </a:lnTo>
                <a:lnTo>
                  <a:pt x="229" y="1226"/>
                </a:lnTo>
                <a:lnTo>
                  <a:pt x="194" y="1262"/>
                </a:lnTo>
                <a:lnTo>
                  <a:pt x="159" y="1306"/>
                </a:lnTo>
                <a:lnTo>
                  <a:pt x="132" y="1368"/>
                </a:lnTo>
                <a:lnTo>
                  <a:pt x="114" y="1403"/>
                </a:lnTo>
                <a:lnTo>
                  <a:pt x="88" y="1438"/>
                </a:lnTo>
                <a:lnTo>
                  <a:pt x="8" y="1553"/>
                </a:lnTo>
                <a:lnTo>
                  <a:pt x="0" y="1579"/>
                </a:lnTo>
                <a:lnTo>
                  <a:pt x="0" y="1606"/>
                </a:lnTo>
                <a:lnTo>
                  <a:pt x="8" y="1624"/>
                </a:lnTo>
                <a:lnTo>
                  <a:pt x="17" y="1632"/>
                </a:lnTo>
                <a:lnTo>
                  <a:pt x="106" y="1668"/>
                </a:lnTo>
                <a:lnTo>
                  <a:pt x="194" y="1712"/>
                </a:lnTo>
                <a:lnTo>
                  <a:pt x="264" y="1756"/>
                </a:lnTo>
                <a:lnTo>
                  <a:pt x="291" y="1774"/>
                </a:lnTo>
                <a:lnTo>
                  <a:pt x="317" y="1774"/>
                </a:lnTo>
                <a:lnTo>
                  <a:pt x="353" y="1765"/>
                </a:lnTo>
                <a:lnTo>
                  <a:pt x="379" y="1747"/>
                </a:lnTo>
                <a:lnTo>
                  <a:pt x="432" y="1677"/>
                </a:lnTo>
                <a:lnTo>
                  <a:pt x="476" y="1606"/>
                </a:lnTo>
                <a:lnTo>
                  <a:pt x="494" y="1579"/>
                </a:lnTo>
                <a:close/>
                <a:moveTo>
                  <a:pt x="1279" y="600"/>
                </a:moveTo>
                <a:lnTo>
                  <a:pt x="1279" y="600"/>
                </a:lnTo>
                <a:lnTo>
                  <a:pt x="1279" y="582"/>
                </a:lnTo>
                <a:lnTo>
                  <a:pt x="1270" y="565"/>
                </a:lnTo>
                <a:lnTo>
                  <a:pt x="1270" y="556"/>
                </a:lnTo>
                <a:lnTo>
                  <a:pt x="1253" y="547"/>
                </a:lnTo>
                <a:lnTo>
                  <a:pt x="1217" y="529"/>
                </a:lnTo>
                <a:lnTo>
                  <a:pt x="1173" y="521"/>
                </a:lnTo>
                <a:lnTo>
                  <a:pt x="1138" y="521"/>
                </a:lnTo>
                <a:lnTo>
                  <a:pt x="1103" y="538"/>
                </a:lnTo>
                <a:lnTo>
                  <a:pt x="1059" y="547"/>
                </a:lnTo>
                <a:lnTo>
                  <a:pt x="1023" y="538"/>
                </a:lnTo>
                <a:lnTo>
                  <a:pt x="997" y="521"/>
                </a:lnTo>
                <a:lnTo>
                  <a:pt x="961" y="485"/>
                </a:lnTo>
                <a:lnTo>
                  <a:pt x="926" y="468"/>
                </a:lnTo>
                <a:lnTo>
                  <a:pt x="891" y="441"/>
                </a:lnTo>
                <a:lnTo>
                  <a:pt x="829" y="397"/>
                </a:lnTo>
                <a:lnTo>
                  <a:pt x="803" y="371"/>
                </a:lnTo>
                <a:lnTo>
                  <a:pt x="794" y="371"/>
                </a:lnTo>
                <a:lnTo>
                  <a:pt x="688" y="282"/>
                </a:lnTo>
                <a:lnTo>
                  <a:pt x="679" y="282"/>
                </a:lnTo>
                <a:lnTo>
                  <a:pt x="591" y="274"/>
                </a:lnTo>
                <a:lnTo>
                  <a:pt x="582" y="274"/>
                </a:lnTo>
                <a:lnTo>
                  <a:pt x="573" y="274"/>
                </a:lnTo>
                <a:lnTo>
                  <a:pt x="564" y="274"/>
                </a:lnTo>
                <a:lnTo>
                  <a:pt x="529" y="274"/>
                </a:lnTo>
                <a:lnTo>
                  <a:pt x="476" y="274"/>
                </a:lnTo>
                <a:lnTo>
                  <a:pt x="432" y="265"/>
                </a:lnTo>
                <a:lnTo>
                  <a:pt x="414" y="265"/>
                </a:lnTo>
                <a:lnTo>
                  <a:pt x="379" y="274"/>
                </a:lnTo>
                <a:lnTo>
                  <a:pt x="353" y="274"/>
                </a:lnTo>
                <a:lnTo>
                  <a:pt x="335" y="274"/>
                </a:lnTo>
                <a:lnTo>
                  <a:pt x="344" y="256"/>
                </a:lnTo>
                <a:lnTo>
                  <a:pt x="370" y="229"/>
                </a:lnTo>
                <a:lnTo>
                  <a:pt x="397" y="212"/>
                </a:lnTo>
                <a:lnTo>
                  <a:pt x="423" y="203"/>
                </a:lnTo>
                <a:lnTo>
                  <a:pt x="441" y="185"/>
                </a:lnTo>
                <a:lnTo>
                  <a:pt x="476" y="168"/>
                </a:lnTo>
                <a:lnTo>
                  <a:pt x="485" y="159"/>
                </a:lnTo>
                <a:lnTo>
                  <a:pt x="511" y="150"/>
                </a:lnTo>
                <a:lnTo>
                  <a:pt x="591" y="132"/>
                </a:lnTo>
                <a:lnTo>
                  <a:pt x="670" y="124"/>
                </a:lnTo>
                <a:lnTo>
                  <a:pt x="697" y="124"/>
                </a:lnTo>
                <a:lnTo>
                  <a:pt x="706" y="124"/>
                </a:lnTo>
                <a:lnTo>
                  <a:pt x="785" y="132"/>
                </a:lnTo>
                <a:lnTo>
                  <a:pt x="864" y="141"/>
                </a:lnTo>
                <a:lnTo>
                  <a:pt x="935" y="168"/>
                </a:lnTo>
                <a:lnTo>
                  <a:pt x="1006" y="194"/>
                </a:lnTo>
                <a:lnTo>
                  <a:pt x="1120" y="247"/>
                </a:lnTo>
                <a:lnTo>
                  <a:pt x="1173" y="265"/>
                </a:lnTo>
                <a:lnTo>
                  <a:pt x="1182" y="265"/>
                </a:lnTo>
                <a:lnTo>
                  <a:pt x="1209" y="282"/>
                </a:lnTo>
                <a:lnTo>
                  <a:pt x="1261" y="326"/>
                </a:lnTo>
                <a:lnTo>
                  <a:pt x="1323" y="362"/>
                </a:lnTo>
                <a:lnTo>
                  <a:pt x="1359" y="379"/>
                </a:lnTo>
                <a:lnTo>
                  <a:pt x="1394" y="415"/>
                </a:lnTo>
                <a:lnTo>
                  <a:pt x="1447" y="459"/>
                </a:lnTo>
                <a:lnTo>
                  <a:pt x="1491" y="485"/>
                </a:lnTo>
                <a:lnTo>
                  <a:pt x="1517" y="494"/>
                </a:lnTo>
                <a:lnTo>
                  <a:pt x="1544" y="494"/>
                </a:lnTo>
                <a:lnTo>
                  <a:pt x="1570" y="494"/>
                </a:lnTo>
                <a:lnTo>
                  <a:pt x="1579" y="494"/>
                </a:lnTo>
                <a:lnTo>
                  <a:pt x="1632" y="485"/>
                </a:lnTo>
                <a:lnTo>
                  <a:pt x="1659" y="485"/>
                </a:lnTo>
                <a:lnTo>
                  <a:pt x="1676" y="476"/>
                </a:lnTo>
                <a:lnTo>
                  <a:pt x="1667" y="494"/>
                </a:lnTo>
                <a:lnTo>
                  <a:pt x="1606" y="609"/>
                </a:lnTo>
                <a:lnTo>
                  <a:pt x="1535" y="715"/>
                </a:lnTo>
                <a:lnTo>
                  <a:pt x="1473" y="803"/>
                </a:lnTo>
                <a:lnTo>
                  <a:pt x="1464" y="821"/>
                </a:lnTo>
                <a:lnTo>
                  <a:pt x="1456" y="794"/>
                </a:lnTo>
                <a:lnTo>
                  <a:pt x="1429" y="732"/>
                </a:lnTo>
                <a:lnTo>
                  <a:pt x="1394" y="679"/>
                </a:lnTo>
                <a:lnTo>
                  <a:pt x="1350" y="635"/>
                </a:lnTo>
                <a:lnTo>
                  <a:pt x="1288" y="609"/>
                </a:lnTo>
                <a:lnTo>
                  <a:pt x="1279" y="600"/>
                </a:lnTo>
                <a:close/>
                <a:moveTo>
                  <a:pt x="361" y="1597"/>
                </a:moveTo>
                <a:lnTo>
                  <a:pt x="361" y="1597"/>
                </a:lnTo>
                <a:lnTo>
                  <a:pt x="326" y="1659"/>
                </a:lnTo>
                <a:lnTo>
                  <a:pt x="317" y="1668"/>
                </a:lnTo>
                <a:lnTo>
                  <a:pt x="317" y="1677"/>
                </a:lnTo>
                <a:lnTo>
                  <a:pt x="309" y="1677"/>
                </a:lnTo>
                <a:lnTo>
                  <a:pt x="264" y="1659"/>
                </a:lnTo>
                <a:lnTo>
                  <a:pt x="220" y="1641"/>
                </a:lnTo>
                <a:lnTo>
                  <a:pt x="176" y="1615"/>
                </a:lnTo>
                <a:lnTo>
                  <a:pt x="141" y="1571"/>
                </a:lnTo>
                <a:lnTo>
                  <a:pt x="141" y="1562"/>
                </a:lnTo>
                <a:lnTo>
                  <a:pt x="167" y="1526"/>
                </a:lnTo>
                <a:lnTo>
                  <a:pt x="229" y="1429"/>
                </a:lnTo>
                <a:lnTo>
                  <a:pt x="309" y="1324"/>
                </a:lnTo>
                <a:lnTo>
                  <a:pt x="379" y="1209"/>
                </a:lnTo>
                <a:lnTo>
                  <a:pt x="414" y="1147"/>
                </a:lnTo>
                <a:lnTo>
                  <a:pt x="459" y="1094"/>
                </a:lnTo>
                <a:lnTo>
                  <a:pt x="494" y="1041"/>
                </a:lnTo>
                <a:lnTo>
                  <a:pt x="529" y="1006"/>
                </a:lnTo>
                <a:lnTo>
                  <a:pt x="547" y="971"/>
                </a:lnTo>
                <a:lnTo>
                  <a:pt x="564" y="953"/>
                </a:lnTo>
                <a:lnTo>
                  <a:pt x="609" y="891"/>
                </a:lnTo>
                <a:lnTo>
                  <a:pt x="653" y="838"/>
                </a:lnTo>
                <a:lnTo>
                  <a:pt x="679" y="794"/>
                </a:lnTo>
                <a:lnTo>
                  <a:pt x="741" y="697"/>
                </a:lnTo>
                <a:lnTo>
                  <a:pt x="776" y="644"/>
                </a:lnTo>
                <a:lnTo>
                  <a:pt x="803" y="600"/>
                </a:lnTo>
                <a:lnTo>
                  <a:pt x="829" y="565"/>
                </a:lnTo>
                <a:lnTo>
                  <a:pt x="838" y="538"/>
                </a:lnTo>
                <a:lnTo>
                  <a:pt x="847" y="529"/>
                </a:lnTo>
                <a:lnTo>
                  <a:pt x="856" y="521"/>
                </a:lnTo>
                <a:lnTo>
                  <a:pt x="979" y="600"/>
                </a:lnTo>
                <a:lnTo>
                  <a:pt x="970" y="609"/>
                </a:lnTo>
                <a:lnTo>
                  <a:pt x="944" y="626"/>
                </a:lnTo>
                <a:lnTo>
                  <a:pt x="935" y="653"/>
                </a:lnTo>
                <a:lnTo>
                  <a:pt x="926" y="679"/>
                </a:lnTo>
                <a:lnTo>
                  <a:pt x="856" y="829"/>
                </a:lnTo>
                <a:lnTo>
                  <a:pt x="776" y="953"/>
                </a:lnTo>
                <a:lnTo>
                  <a:pt x="741" y="997"/>
                </a:lnTo>
                <a:lnTo>
                  <a:pt x="661" y="1103"/>
                </a:lnTo>
                <a:lnTo>
                  <a:pt x="626" y="1165"/>
                </a:lnTo>
                <a:lnTo>
                  <a:pt x="600" y="1209"/>
                </a:lnTo>
                <a:lnTo>
                  <a:pt x="450" y="1456"/>
                </a:lnTo>
                <a:lnTo>
                  <a:pt x="361" y="1597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Freeform 77"/>
          <p:cNvSpPr>
            <a:spLocks noChangeArrowheads="1"/>
          </p:cNvSpPr>
          <p:nvPr/>
        </p:nvSpPr>
        <p:spPr bwMode="auto">
          <a:xfrm>
            <a:off x="3733800" y="2876550"/>
            <a:ext cx="2366963" cy="1373188"/>
          </a:xfrm>
          <a:custGeom>
            <a:avLst/>
            <a:gdLst>
              <a:gd name="T0" fmla="*/ 2147483646 w 1943"/>
              <a:gd name="T1" fmla="*/ 911010072 h 1131"/>
              <a:gd name="T2" fmla="*/ 2147483646 w 1943"/>
              <a:gd name="T3" fmla="*/ 924276938 h 1131"/>
              <a:gd name="T4" fmla="*/ 2147483646 w 1943"/>
              <a:gd name="T5" fmla="*/ 754753176 h 1131"/>
              <a:gd name="T6" fmla="*/ 2147483646 w 1943"/>
              <a:gd name="T7" fmla="*/ 533633484 h 1131"/>
              <a:gd name="T8" fmla="*/ 2147483646 w 1943"/>
              <a:gd name="T9" fmla="*/ 493832886 h 1131"/>
              <a:gd name="T10" fmla="*/ 2147483646 w 1943"/>
              <a:gd name="T11" fmla="*/ 390643454 h 1131"/>
              <a:gd name="T12" fmla="*/ 2147483646 w 1943"/>
              <a:gd name="T13" fmla="*/ 299248140 h 1131"/>
              <a:gd name="T14" fmla="*/ 2147483646 w 1943"/>
              <a:gd name="T15" fmla="*/ 64861582 h 1131"/>
              <a:gd name="T16" fmla="*/ 2147483646 w 1943"/>
              <a:gd name="T17" fmla="*/ 26533732 h 1131"/>
              <a:gd name="T18" fmla="*/ 1951475110 w 1943"/>
              <a:gd name="T19" fmla="*/ 142990030 h 1131"/>
              <a:gd name="T20" fmla="*/ 1794170136 w 1943"/>
              <a:gd name="T21" fmla="*/ 299248140 h 1131"/>
              <a:gd name="T22" fmla="*/ 1703645679 w 1943"/>
              <a:gd name="T23" fmla="*/ 533633484 h 1131"/>
              <a:gd name="T24" fmla="*/ 1636865162 w 1943"/>
              <a:gd name="T25" fmla="*/ 598495066 h 1131"/>
              <a:gd name="T26" fmla="*/ 1283669940 w 1943"/>
              <a:gd name="T27" fmla="*/ 793079812 h 1131"/>
              <a:gd name="T28" fmla="*/ 930475936 w 1943"/>
              <a:gd name="T29" fmla="*/ 924276938 h 1131"/>
              <a:gd name="T30" fmla="*/ 498627617 w 1943"/>
              <a:gd name="T31" fmla="*/ 1054000102 h 1131"/>
              <a:gd name="T32" fmla="*/ 184017668 w 1943"/>
              <a:gd name="T33" fmla="*/ 1196991346 h 1131"/>
              <a:gd name="T34" fmla="*/ 13356347 w 1943"/>
              <a:gd name="T35" fmla="*/ 1404842958 h 1131"/>
              <a:gd name="T36" fmla="*/ 105364572 w 1943"/>
              <a:gd name="T37" fmla="*/ 1612694570 h 1131"/>
              <a:gd name="T38" fmla="*/ 210729144 w 1943"/>
              <a:gd name="T39" fmla="*/ 1652496382 h 1131"/>
              <a:gd name="T40" fmla="*/ 327966296 w 1943"/>
              <a:gd name="T41" fmla="*/ 1600901666 h 1131"/>
              <a:gd name="T42" fmla="*/ 550568019 w 1943"/>
              <a:gd name="T43" fmla="*/ 1561099854 h 1131"/>
              <a:gd name="T44" fmla="*/ 759814614 w 1943"/>
              <a:gd name="T45" fmla="*/ 1522773218 h 1131"/>
              <a:gd name="T46" fmla="*/ 903763242 w 1943"/>
              <a:gd name="T47" fmla="*/ 1469704540 h 1131"/>
              <a:gd name="T48" fmla="*/ 1087780910 w 1943"/>
              <a:gd name="T49" fmla="*/ 1404842958 h 1131"/>
              <a:gd name="T50" fmla="*/ 1820882830 w 1943"/>
              <a:gd name="T51" fmla="*/ 1210258212 h 1131"/>
              <a:gd name="T52" fmla="*/ 2135492779 w 1943"/>
              <a:gd name="T53" fmla="*/ 1339981376 h 1131"/>
              <a:gd name="T54" fmla="*/ 2147483646 w 1943"/>
              <a:gd name="T55" fmla="*/ 1366515108 h 1131"/>
              <a:gd name="T56" fmla="*/ 2147483646 w 1943"/>
              <a:gd name="T57" fmla="*/ 1301653526 h 1131"/>
              <a:gd name="T58" fmla="*/ 2147483646 w 1943"/>
              <a:gd name="T59" fmla="*/ 1067268182 h 1131"/>
              <a:gd name="T60" fmla="*/ 2147483646 w 1943"/>
              <a:gd name="T61" fmla="*/ 884476340 h 1131"/>
              <a:gd name="T62" fmla="*/ 2147483646 w 1943"/>
              <a:gd name="T63" fmla="*/ 1196991346 h 1131"/>
              <a:gd name="T64" fmla="*/ 2147483646 w 1943"/>
              <a:gd name="T65" fmla="*/ 1223525078 h 1131"/>
              <a:gd name="T66" fmla="*/ 2147483646 w 1943"/>
              <a:gd name="T67" fmla="*/ 1210258212 h 1131"/>
              <a:gd name="T68" fmla="*/ 1978187804 w 1943"/>
              <a:gd name="T69" fmla="*/ 1145396630 h 1131"/>
              <a:gd name="T70" fmla="*/ 1768942428 w 1943"/>
              <a:gd name="T71" fmla="*/ 1067268182 h 1131"/>
              <a:gd name="T72" fmla="*/ 1571568412 w 1943"/>
              <a:gd name="T73" fmla="*/ 1105594818 h 1131"/>
              <a:gd name="T74" fmla="*/ 1166432788 w 1943"/>
              <a:gd name="T75" fmla="*/ 1235317982 h 1131"/>
              <a:gd name="T76" fmla="*/ 851822839 w 1943"/>
              <a:gd name="T77" fmla="*/ 1339981376 h 1131"/>
              <a:gd name="T78" fmla="*/ 577280714 w 1943"/>
              <a:gd name="T79" fmla="*/ 1418109824 h 1131"/>
              <a:gd name="T80" fmla="*/ 210729144 w 1943"/>
              <a:gd name="T81" fmla="*/ 1561099854 h 1131"/>
              <a:gd name="T82" fmla="*/ 197374016 w 1943"/>
              <a:gd name="T83" fmla="*/ 1444643556 h 1131"/>
              <a:gd name="T84" fmla="*/ 289382241 w 1943"/>
              <a:gd name="T85" fmla="*/ 1313446430 h 1131"/>
              <a:gd name="T86" fmla="*/ 550568019 w 1943"/>
              <a:gd name="T87" fmla="*/ 1183723266 h 1131"/>
              <a:gd name="T88" fmla="*/ 917119589 w 1943"/>
              <a:gd name="T89" fmla="*/ 1080535048 h 1131"/>
              <a:gd name="T90" fmla="*/ 1270313592 w 1943"/>
              <a:gd name="T91" fmla="*/ 962604788 h 1131"/>
              <a:gd name="T92" fmla="*/ 1481043955 w 1943"/>
              <a:gd name="T93" fmla="*/ 897743206 h 1131"/>
              <a:gd name="T94" fmla="*/ 1807526483 w 1943"/>
              <a:gd name="T95" fmla="*/ 625030012 h 1131"/>
              <a:gd name="T96" fmla="*/ 1912891055 w 1943"/>
              <a:gd name="T97" fmla="*/ 403910320 h 1131"/>
              <a:gd name="T98" fmla="*/ 2030128207 w 1943"/>
              <a:gd name="T99" fmla="*/ 272713194 h 1131"/>
              <a:gd name="T100" fmla="*/ 2147483646 w 1943"/>
              <a:gd name="T101" fmla="*/ 142990030 h 1131"/>
              <a:gd name="T102" fmla="*/ 2147483646 w 1943"/>
              <a:gd name="T103" fmla="*/ 221118478 h 1131"/>
              <a:gd name="T104" fmla="*/ 2147483646 w 1943"/>
              <a:gd name="T105" fmla="*/ 312515006 h 1131"/>
              <a:gd name="T106" fmla="*/ 2147483646 w 1943"/>
              <a:gd name="T107" fmla="*/ 364109722 h 1131"/>
              <a:gd name="T108" fmla="*/ 2147483646 w 1943"/>
              <a:gd name="T109" fmla="*/ 364109722 h 1131"/>
              <a:gd name="T110" fmla="*/ 2030128207 w 1943"/>
              <a:gd name="T111" fmla="*/ 676623514 h 1131"/>
              <a:gd name="T112" fmla="*/ 2016771860 w 1943"/>
              <a:gd name="T113" fmla="*/ 806346678 h 1131"/>
              <a:gd name="T114" fmla="*/ 2147483646 w 1943"/>
              <a:gd name="T115" fmla="*/ 949337922 h 1131"/>
              <a:gd name="T116" fmla="*/ 2147483646 w 1943"/>
              <a:gd name="T117" fmla="*/ 1092327952 h 1131"/>
              <a:gd name="T118" fmla="*/ 2147483646 w 1943"/>
              <a:gd name="T119" fmla="*/ 1067268182 h 1131"/>
              <a:gd name="T120" fmla="*/ 2147483646 w 1943"/>
              <a:gd name="T121" fmla="*/ 1054000102 h 1131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0" t="0" r="r" b="b"/>
            <a:pathLst>
              <a:path w="1943" h="1131">
                <a:moveTo>
                  <a:pt x="1906" y="600"/>
                </a:moveTo>
                <a:lnTo>
                  <a:pt x="1906" y="600"/>
                </a:lnTo>
                <a:lnTo>
                  <a:pt x="1862" y="600"/>
                </a:lnTo>
                <a:lnTo>
                  <a:pt x="1818" y="600"/>
                </a:lnTo>
                <a:lnTo>
                  <a:pt x="1774" y="618"/>
                </a:lnTo>
                <a:lnTo>
                  <a:pt x="1739" y="618"/>
                </a:lnTo>
                <a:lnTo>
                  <a:pt x="1686" y="627"/>
                </a:lnTo>
                <a:lnTo>
                  <a:pt x="1650" y="627"/>
                </a:lnTo>
                <a:lnTo>
                  <a:pt x="1615" y="609"/>
                </a:lnTo>
                <a:lnTo>
                  <a:pt x="1606" y="591"/>
                </a:lnTo>
                <a:lnTo>
                  <a:pt x="1545" y="547"/>
                </a:lnTo>
                <a:lnTo>
                  <a:pt x="1483" y="512"/>
                </a:lnTo>
                <a:lnTo>
                  <a:pt x="1474" y="503"/>
                </a:lnTo>
                <a:lnTo>
                  <a:pt x="1518" y="380"/>
                </a:lnTo>
                <a:lnTo>
                  <a:pt x="1536" y="362"/>
                </a:lnTo>
                <a:lnTo>
                  <a:pt x="1545" y="353"/>
                </a:lnTo>
                <a:lnTo>
                  <a:pt x="1562" y="344"/>
                </a:lnTo>
                <a:lnTo>
                  <a:pt x="1589" y="344"/>
                </a:lnTo>
                <a:lnTo>
                  <a:pt x="1615" y="344"/>
                </a:lnTo>
                <a:lnTo>
                  <a:pt x="1659" y="335"/>
                </a:lnTo>
                <a:lnTo>
                  <a:pt x="1686" y="327"/>
                </a:lnTo>
                <a:lnTo>
                  <a:pt x="1774" y="300"/>
                </a:lnTo>
                <a:lnTo>
                  <a:pt x="1818" y="283"/>
                </a:lnTo>
                <a:lnTo>
                  <a:pt x="1862" y="265"/>
                </a:lnTo>
                <a:lnTo>
                  <a:pt x="1871" y="247"/>
                </a:lnTo>
                <a:lnTo>
                  <a:pt x="1880" y="238"/>
                </a:lnTo>
                <a:lnTo>
                  <a:pt x="1880" y="221"/>
                </a:lnTo>
                <a:lnTo>
                  <a:pt x="1871" y="203"/>
                </a:lnTo>
                <a:lnTo>
                  <a:pt x="1853" y="177"/>
                </a:lnTo>
                <a:lnTo>
                  <a:pt x="1800" y="88"/>
                </a:lnTo>
                <a:lnTo>
                  <a:pt x="1748" y="44"/>
                </a:lnTo>
                <a:lnTo>
                  <a:pt x="1695" y="9"/>
                </a:lnTo>
                <a:lnTo>
                  <a:pt x="1642" y="0"/>
                </a:lnTo>
                <a:lnTo>
                  <a:pt x="1615" y="0"/>
                </a:lnTo>
                <a:lnTo>
                  <a:pt x="1571" y="18"/>
                </a:lnTo>
                <a:lnTo>
                  <a:pt x="1545" y="18"/>
                </a:lnTo>
                <a:lnTo>
                  <a:pt x="1492" y="27"/>
                </a:lnTo>
                <a:lnTo>
                  <a:pt x="1315" y="97"/>
                </a:lnTo>
                <a:lnTo>
                  <a:pt x="1280" y="115"/>
                </a:lnTo>
                <a:lnTo>
                  <a:pt x="1262" y="124"/>
                </a:lnTo>
                <a:lnTo>
                  <a:pt x="1245" y="141"/>
                </a:lnTo>
                <a:lnTo>
                  <a:pt x="1209" y="203"/>
                </a:lnTo>
                <a:lnTo>
                  <a:pt x="1183" y="274"/>
                </a:lnTo>
                <a:lnTo>
                  <a:pt x="1174" y="300"/>
                </a:lnTo>
                <a:lnTo>
                  <a:pt x="1156" y="344"/>
                </a:lnTo>
                <a:lnTo>
                  <a:pt x="1148" y="362"/>
                </a:lnTo>
                <a:lnTo>
                  <a:pt x="1130" y="371"/>
                </a:lnTo>
                <a:lnTo>
                  <a:pt x="1103" y="397"/>
                </a:lnTo>
                <a:lnTo>
                  <a:pt x="1103" y="406"/>
                </a:lnTo>
                <a:lnTo>
                  <a:pt x="1077" y="441"/>
                </a:lnTo>
                <a:lnTo>
                  <a:pt x="1042" y="468"/>
                </a:lnTo>
                <a:lnTo>
                  <a:pt x="1015" y="485"/>
                </a:lnTo>
                <a:lnTo>
                  <a:pt x="980" y="503"/>
                </a:lnTo>
                <a:lnTo>
                  <a:pt x="865" y="538"/>
                </a:lnTo>
                <a:lnTo>
                  <a:pt x="759" y="574"/>
                </a:lnTo>
                <a:lnTo>
                  <a:pt x="698" y="600"/>
                </a:lnTo>
                <a:lnTo>
                  <a:pt x="627" y="627"/>
                </a:lnTo>
                <a:lnTo>
                  <a:pt x="442" y="680"/>
                </a:lnTo>
                <a:lnTo>
                  <a:pt x="398" y="697"/>
                </a:lnTo>
                <a:lnTo>
                  <a:pt x="336" y="715"/>
                </a:lnTo>
                <a:lnTo>
                  <a:pt x="292" y="724"/>
                </a:lnTo>
                <a:lnTo>
                  <a:pt x="203" y="759"/>
                </a:lnTo>
                <a:lnTo>
                  <a:pt x="124" y="812"/>
                </a:lnTo>
                <a:lnTo>
                  <a:pt x="71" y="865"/>
                </a:lnTo>
                <a:lnTo>
                  <a:pt x="36" y="918"/>
                </a:lnTo>
                <a:lnTo>
                  <a:pt x="18" y="927"/>
                </a:lnTo>
                <a:lnTo>
                  <a:pt x="9" y="953"/>
                </a:lnTo>
                <a:lnTo>
                  <a:pt x="0" y="971"/>
                </a:lnTo>
                <a:lnTo>
                  <a:pt x="9" y="988"/>
                </a:lnTo>
                <a:lnTo>
                  <a:pt x="27" y="1033"/>
                </a:lnTo>
                <a:lnTo>
                  <a:pt x="45" y="1068"/>
                </a:lnTo>
                <a:lnTo>
                  <a:pt x="71" y="1094"/>
                </a:lnTo>
                <a:lnTo>
                  <a:pt x="98" y="1121"/>
                </a:lnTo>
                <a:lnTo>
                  <a:pt x="124" y="1130"/>
                </a:lnTo>
                <a:lnTo>
                  <a:pt x="142" y="1121"/>
                </a:lnTo>
                <a:lnTo>
                  <a:pt x="150" y="1112"/>
                </a:lnTo>
                <a:lnTo>
                  <a:pt x="177" y="1103"/>
                </a:lnTo>
                <a:lnTo>
                  <a:pt x="195" y="1103"/>
                </a:lnTo>
                <a:lnTo>
                  <a:pt x="221" y="1086"/>
                </a:lnTo>
                <a:lnTo>
                  <a:pt x="248" y="1077"/>
                </a:lnTo>
                <a:lnTo>
                  <a:pt x="274" y="1068"/>
                </a:lnTo>
                <a:lnTo>
                  <a:pt x="362" y="1059"/>
                </a:lnTo>
                <a:lnTo>
                  <a:pt x="371" y="1059"/>
                </a:lnTo>
                <a:lnTo>
                  <a:pt x="415" y="1041"/>
                </a:lnTo>
                <a:lnTo>
                  <a:pt x="459" y="1033"/>
                </a:lnTo>
                <a:lnTo>
                  <a:pt x="503" y="1033"/>
                </a:lnTo>
                <a:lnTo>
                  <a:pt x="512" y="1033"/>
                </a:lnTo>
                <a:lnTo>
                  <a:pt x="530" y="1024"/>
                </a:lnTo>
                <a:lnTo>
                  <a:pt x="556" y="1006"/>
                </a:lnTo>
                <a:lnTo>
                  <a:pt x="583" y="1006"/>
                </a:lnTo>
                <a:lnTo>
                  <a:pt x="609" y="997"/>
                </a:lnTo>
                <a:lnTo>
                  <a:pt x="662" y="980"/>
                </a:lnTo>
                <a:lnTo>
                  <a:pt x="706" y="962"/>
                </a:lnTo>
                <a:lnTo>
                  <a:pt x="733" y="953"/>
                </a:lnTo>
                <a:lnTo>
                  <a:pt x="1006" y="865"/>
                </a:lnTo>
                <a:lnTo>
                  <a:pt x="1174" y="821"/>
                </a:lnTo>
                <a:lnTo>
                  <a:pt x="1200" y="821"/>
                </a:lnTo>
                <a:lnTo>
                  <a:pt x="1227" y="821"/>
                </a:lnTo>
                <a:lnTo>
                  <a:pt x="1306" y="856"/>
                </a:lnTo>
                <a:lnTo>
                  <a:pt x="1350" y="883"/>
                </a:lnTo>
                <a:lnTo>
                  <a:pt x="1395" y="900"/>
                </a:lnTo>
                <a:lnTo>
                  <a:pt x="1439" y="909"/>
                </a:lnTo>
                <a:lnTo>
                  <a:pt x="1492" y="909"/>
                </a:lnTo>
                <a:lnTo>
                  <a:pt x="1571" y="927"/>
                </a:lnTo>
                <a:lnTo>
                  <a:pt x="1624" y="927"/>
                </a:lnTo>
                <a:lnTo>
                  <a:pt x="1668" y="927"/>
                </a:lnTo>
                <a:lnTo>
                  <a:pt x="1721" y="918"/>
                </a:lnTo>
                <a:lnTo>
                  <a:pt x="1774" y="900"/>
                </a:lnTo>
                <a:lnTo>
                  <a:pt x="1800" y="883"/>
                </a:lnTo>
                <a:lnTo>
                  <a:pt x="1827" y="865"/>
                </a:lnTo>
                <a:lnTo>
                  <a:pt x="1871" y="821"/>
                </a:lnTo>
                <a:lnTo>
                  <a:pt x="1898" y="777"/>
                </a:lnTo>
                <a:lnTo>
                  <a:pt x="1933" y="724"/>
                </a:lnTo>
                <a:lnTo>
                  <a:pt x="1942" y="688"/>
                </a:lnTo>
                <a:lnTo>
                  <a:pt x="1942" y="653"/>
                </a:lnTo>
                <a:lnTo>
                  <a:pt x="1942" y="627"/>
                </a:lnTo>
                <a:lnTo>
                  <a:pt x="1933" y="618"/>
                </a:lnTo>
                <a:lnTo>
                  <a:pt x="1906" y="600"/>
                </a:lnTo>
                <a:close/>
                <a:moveTo>
                  <a:pt x="1818" y="724"/>
                </a:moveTo>
                <a:lnTo>
                  <a:pt x="1818" y="724"/>
                </a:lnTo>
                <a:lnTo>
                  <a:pt x="1783" y="777"/>
                </a:lnTo>
                <a:lnTo>
                  <a:pt x="1756" y="803"/>
                </a:lnTo>
                <a:lnTo>
                  <a:pt x="1730" y="812"/>
                </a:lnTo>
                <a:lnTo>
                  <a:pt x="1703" y="830"/>
                </a:lnTo>
                <a:lnTo>
                  <a:pt x="1677" y="830"/>
                </a:lnTo>
                <a:lnTo>
                  <a:pt x="1642" y="830"/>
                </a:lnTo>
                <a:lnTo>
                  <a:pt x="1562" y="830"/>
                </a:lnTo>
                <a:lnTo>
                  <a:pt x="1545" y="821"/>
                </a:lnTo>
                <a:lnTo>
                  <a:pt x="1509" y="821"/>
                </a:lnTo>
                <a:lnTo>
                  <a:pt x="1492" y="821"/>
                </a:lnTo>
                <a:lnTo>
                  <a:pt x="1456" y="821"/>
                </a:lnTo>
                <a:lnTo>
                  <a:pt x="1421" y="812"/>
                </a:lnTo>
                <a:lnTo>
                  <a:pt x="1333" y="777"/>
                </a:lnTo>
                <a:lnTo>
                  <a:pt x="1324" y="768"/>
                </a:lnTo>
                <a:lnTo>
                  <a:pt x="1262" y="741"/>
                </a:lnTo>
                <a:lnTo>
                  <a:pt x="1227" y="724"/>
                </a:lnTo>
                <a:lnTo>
                  <a:pt x="1192" y="724"/>
                </a:lnTo>
                <a:lnTo>
                  <a:pt x="1174" y="724"/>
                </a:lnTo>
                <a:lnTo>
                  <a:pt x="1112" y="741"/>
                </a:lnTo>
                <a:lnTo>
                  <a:pt x="1103" y="741"/>
                </a:lnTo>
                <a:lnTo>
                  <a:pt x="1059" y="750"/>
                </a:lnTo>
                <a:lnTo>
                  <a:pt x="945" y="786"/>
                </a:lnTo>
                <a:lnTo>
                  <a:pt x="830" y="821"/>
                </a:lnTo>
                <a:lnTo>
                  <a:pt x="795" y="838"/>
                </a:lnTo>
                <a:lnTo>
                  <a:pt x="786" y="838"/>
                </a:lnTo>
                <a:lnTo>
                  <a:pt x="742" y="847"/>
                </a:lnTo>
                <a:lnTo>
                  <a:pt x="653" y="883"/>
                </a:lnTo>
                <a:lnTo>
                  <a:pt x="574" y="909"/>
                </a:lnTo>
                <a:lnTo>
                  <a:pt x="503" y="936"/>
                </a:lnTo>
                <a:lnTo>
                  <a:pt x="450" y="953"/>
                </a:lnTo>
                <a:lnTo>
                  <a:pt x="398" y="962"/>
                </a:lnTo>
                <a:lnTo>
                  <a:pt x="389" y="962"/>
                </a:lnTo>
                <a:lnTo>
                  <a:pt x="327" y="971"/>
                </a:lnTo>
                <a:lnTo>
                  <a:pt x="274" y="980"/>
                </a:lnTo>
                <a:lnTo>
                  <a:pt x="221" y="1006"/>
                </a:lnTo>
                <a:lnTo>
                  <a:pt x="168" y="1041"/>
                </a:lnTo>
                <a:lnTo>
                  <a:pt x="142" y="1059"/>
                </a:lnTo>
                <a:lnTo>
                  <a:pt x="142" y="1050"/>
                </a:lnTo>
                <a:lnTo>
                  <a:pt x="142" y="1024"/>
                </a:lnTo>
                <a:lnTo>
                  <a:pt x="133" y="980"/>
                </a:lnTo>
                <a:lnTo>
                  <a:pt x="142" y="953"/>
                </a:lnTo>
                <a:lnTo>
                  <a:pt x="150" y="918"/>
                </a:lnTo>
                <a:lnTo>
                  <a:pt x="186" y="900"/>
                </a:lnTo>
                <a:lnTo>
                  <a:pt x="195" y="891"/>
                </a:lnTo>
                <a:lnTo>
                  <a:pt x="203" y="883"/>
                </a:lnTo>
                <a:lnTo>
                  <a:pt x="239" y="856"/>
                </a:lnTo>
                <a:lnTo>
                  <a:pt x="283" y="838"/>
                </a:lnTo>
                <a:lnTo>
                  <a:pt x="371" y="803"/>
                </a:lnTo>
                <a:lnTo>
                  <a:pt x="398" y="803"/>
                </a:lnTo>
                <a:lnTo>
                  <a:pt x="521" y="768"/>
                </a:lnTo>
                <a:lnTo>
                  <a:pt x="618" y="733"/>
                </a:lnTo>
                <a:lnTo>
                  <a:pt x="680" y="715"/>
                </a:lnTo>
                <a:lnTo>
                  <a:pt x="795" y="671"/>
                </a:lnTo>
                <a:lnTo>
                  <a:pt x="856" y="653"/>
                </a:lnTo>
                <a:lnTo>
                  <a:pt x="883" y="644"/>
                </a:lnTo>
                <a:lnTo>
                  <a:pt x="980" y="618"/>
                </a:lnTo>
                <a:lnTo>
                  <a:pt x="998" y="609"/>
                </a:lnTo>
                <a:lnTo>
                  <a:pt x="1050" y="591"/>
                </a:lnTo>
                <a:lnTo>
                  <a:pt x="1077" y="574"/>
                </a:lnTo>
                <a:lnTo>
                  <a:pt x="1103" y="556"/>
                </a:lnTo>
                <a:lnTo>
                  <a:pt x="1218" y="424"/>
                </a:lnTo>
                <a:lnTo>
                  <a:pt x="1236" y="397"/>
                </a:lnTo>
                <a:lnTo>
                  <a:pt x="1262" y="353"/>
                </a:lnTo>
                <a:lnTo>
                  <a:pt x="1280" y="300"/>
                </a:lnTo>
                <a:lnTo>
                  <a:pt x="1289" y="274"/>
                </a:lnTo>
                <a:lnTo>
                  <a:pt x="1298" y="238"/>
                </a:lnTo>
                <a:lnTo>
                  <a:pt x="1315" y="212"/>
                </a:lnTo>
                <a:lnTo>
                  <a:pt x="1342" y="194"/>
                </a:lnTo>
                <a:lnTo>
                  <a:pt x="1368" y="185"/>
                </a:lnTo>
                <a:lnTo>
                  <a:pt x="1421" y="159"/>
                </a:lnTo>
                <a:lnTo>
                  <a:pt x="1483" y="133"/>
                </a:lnTo>
                <a:lnTo>
                  <a:pt x="1562" y="106"/>
                </a:lnTo>
                <a:lnTo>
                  <a:pt x="1642" y="97"/>
                </a:lnTo>
                <a:lnTo>
                  <a:pt x="1650" y="97"/>
                </a:lnTo>
                <a:lnTo>
                  <a:pt x="1677" y="106"/>
                </a:lnTo>
                <a:lnTo>
                  <a:pt x="1730" y="150"/>
                </a:lnTo>
                <a:lnTo>
                  <a:pt x="1748" y="168"/>
                </a:lnTo>
                <a:lnTo>
                  <a:pt x="1756" y="203"/>
                </a:lnTo>
                <a:lnTo>
                  <a:pt x="1730" y="212"/>
                </a:lnTo>
                <a:lnTo>
                  <a:pt x="1695" y="230"/>
                </a:lnTo>
                <a:lnTo>
                  <a:pt x="1642" y="238"/>
                </a:lnTo>
                <a:lnTo>
                  <a:pt x="1615" y="247"/>
                </a:lnTo>
                <a:lnTo>
                  <a:pt x="1580" y="247"/>
                </a:lnTo>
                <a:lnTo>
                  <a:pt x="1571" y="247"/>
                </a:lnTo>
                <a:lnTo>
                  <a:pt x="1536" y="247"/>
                </a:lnTo>
                <a:lnTo>
                  <a:pt x="1500" y="247"/>
                </a:lnTo>
                <a:lnTo>
                  <a:pt x="1483" y="265"/>
                </a:lnTo>
                <a:lnTo>
                  <a:pt x="1448" y="291"/>
                </a:lnTo>
                <a:lnTo>
                  <a:pt x="1430" y="327"/>
                </a:lnTo>
                <a:lnTo>
                  <a:pt x="1368" y="459"/>
                </a:lnTo>
                <a:lnTo>
                  <a:pt x="1359" y="477"/>
                </a:lnTo>
                <a:lnTo>
                  <a:pt x="1350" y="503"/>
                </a:lnTo>
                <a:lnTo>
                  <a:pt x="1350" y="530"/>
                </a:lnTo>
                <a:lnTo>
                  <a:pt x="1359" y="547"/>
                </a:lnTo>
                <a:lnTo>
                  <a:pt x="1377" y="565"/>
                </a:lnTo>
                <a:lnTo>
                  <a:pt x="1430" y="600"/>
                </a:lnTo>
                <a:lnTo>
                  <a:pt x="1483" y="644"/>
                </a:lnTo>
                <a:lnTo>
                  <a:pt x="1571" y="697"/>
                </a:lnTo>
                <a:lnTo>
                  <a:pt x="1615" y="733"/>
                </a:lnTo>
                <a:lnTo>
                  <a:pt x="1642" y="741"/>
                </a:lnTo>
                <a:lnTo>
                  <a:pt x="1668" y="741"/>
                </a:lnTo>
                <a:lnTo>
                  <a:pt x="1712" y="741"/>
                </a:lnTo>
                <a:lnTo>
                  <a:pt x="1756" y="724"/>
                </a:lnTo>
                <a:lnTo>
                  <a:pt x="1774" y="724"/>
                </a:lnTo>
                <a:lnTo>
                  <a:pt x="1783" y="715"/>
                </a:lnTo>
                <a:lnTo>
                  <a:pt x="1809" y="715"/>
                </a:lnTo>
                <a:lnTo>
                  <a:pt x="1818" y="715"/>
                </a:lnTo>
                <a:lnTo>
                  <a:pt x="1818" y="724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8311" name="Group 6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8" name="Rectangle 7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98314" name="Picture 9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15" name="Picture 10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316" name="Picture 11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135841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6"/>
          <p:cNvSpPr>
            <a:spLocks noChangeArrowheads="1"/>
          </p:cNvSpPr>
          <p:nvPr/>
        </p:nvSpPr>
        <p:spPr bwMode="auto">
          <a:xfrm>
            <a:off x="3519488" y="2009775"/>
            <a:ext cx="1831975" cy="1849438"/>
          </a:xfrm>
          <a:custGeom>
            <a:avLst/>
            <a:gdLst>
              <a:gd name="T0" fmla="*/ 2147483646 w 1493"/>
              <a:gd name="T1" fmla="*/ 2039862706 h 1509"/>
              <a:gd name="T2" fmla="*/ 2147483646 w 1493"/>
              <a:gd name="T3" fmla="*/ 1987287926 h 1509"/>
              <a:gd name="T4" fmla="*/ 2147483646 w 1493"/>
              <a:gd name="T5" fmla="*/ 1550174665 h 1509"/>
              <a:gd name="T6" fmla="*/ 2032606325 w 1493"/>
              <a:gd name="T7" fmla="*/ 1363913339 h 1509"/>
              <a:gd name="T8" fmla="*/ 1900110236 w 1493"/>
              <a:gd name="T9" fmla="*/ 1377432988 h 1509"/>
              <a:gd name="T10" fmla="*/ 1608017590 w 1493"/>
              <a:gd name="T11" fmla="*/ 1338377858 h 1509"/>
              <a:gd name="T12" fmla="*/ 1660714173 w 1493"/>
              <a:gd name="T13" fmla="*/ 1245247808 h 1509"/>
              <a:gd name="T14" fmla="*/ 1833862192 w 1493"/>
              <a:gd name="T15" fmla="*/ 874226524 h 1509"/>
              <a:gd name="T16" fmla="*/ 1806760496 w 1493"/>
              <a:gd name="T17" fmla="*/ 728521695 h 1509"/>
              <a:gd name="T18" fmla="*/ 1701366103 w 1493"/>
              <a:gd name="T19" fmla="*/ 410075189 h 1509"/>
              <a:gd name="T20" fmla="*/ 1568871241 w 1493"/>
              <a:gd name="T21" fmla="*/ 225316456 h 1509"/>
              <a:gd name="T22" fmla="*/ 1382171761 w 1493"/>
              <a:gd name="T23" fmla="*/ 78109035 h 1509"/>
              <a:gd name="T24" fmla="*/ 1129225463 w 1493"/>
              <a:gd name="T25" fmla="*/ 0 h 1509"/>
              <a:gd name="T26" fmla="*/ 784435007 w 1493"/>
              <a:gd name="T27" fmla="*/ 25535481 h 1509"/>
              <a:gd name="T28" fmla="*/ 545040171 w 1493"/>
              <a:gd name="T29" fmla="*/ 118666756 h 1509"/>
              <a:gd name="T30" fmla="*/ 266497759 w 1493"/>
              <a:gd name="T31" fmla="*/ 423594838 h 1509"/>
              <a:gd name="T32" fmla="*/ 200249715 w 1493"/>
              <a:gd name="T33" fmla="*/ 635391645 h 1509"/>
              <a:gd name="T34" fmla="*/ 213799949 w 1493"/>
              <a:gd name="T35" fmla="*/ 860708100 h 1509"/>
              <a:gd name="T36" fmla="*/ 280047993 w 1493"/>
              <a:gd name="T37" fmla="*/ 1099542979 h 1509"/>
              <a:gd name="T38" fmla="*/ 359846272 w 1493"/>
              <a:gd name="T39" fmla="*/ 1284301713 h 1509"/>
              <a:gd name="T40" fmla="*/ 319194342 w 1493"/>
              <a:gd name="T41" fmla="*/ 1390951412 h 1509"/>
              <a:gd name="T42" fmla="*/ 27101696 w 1493"/>
              <a:gd name="T43" fmla="*/ 1563694314 h 1509"/>
              <a:gd name="T44" fmla="*/ 0 w 1493"/>
              <a:gd name="T45" fmla="*/ 1748453047 h 1509"/>
              <a:gd name="T46" fmla="*/ 0 w 1493"/>
              <a:gd name="T47" fmla="*/ 1775491120 h 1509"/>
              <a:gd name="T48" fmla="*/ 54203392 w 1493"/>
              <a:gd name="T49" fmla="*/ 2147483646 h 1509"/>
              <a:gd name="T50" fmla="*/ 120450209 w 1493"/>
              <a:gd name="T51" fmla="*/ 2147483646 h 1509"/>
              <a:gd name="T52" fmla="*/ 159597785 w 1493"/>
              <a:gd name="T53" fmla="*/ 2147483646 h 1509"/>
              <a:gd name="T54" fmla="*/ 159597785 w 1493"/>
              <a:gd name="T55" fmla="*/ 2066900778 h 1509"/>
              <a:gd name="T56" fmla="*/ 134001670 w 1493"/>
              <a:gd name="T57" fmla="*/ 1921195949 h 1509"/>
              <a:gd name="T58" fmla="*/ 134001670 w 1493"/>
              <a:gd name="T59" fmla="*/ 1814546250 h 1509"/>
              <a:gd name="T60" fmla="*/ 159597785 w 1493"/>
              <a:gd name="T61" fmla="*/ 1577212737 h 1509"/>
              <a:gd name="T62" fmla="*/ 332744576 w 1493"/>
              <a:gd name="T63" fmla="*/ 1484082687 h 1509"/>
              <a:gd name="T64" fmla="*/ 599242336 w 1493"/>
              <a:gd name="T65" fmla="*/ 1377432988 h 1509"/>
              <a:gd name="T66" fmla="*/ 572140640 w 1493"/>
              <a:gd name="T67" fmla="*/ 1351897507 h 1509"/>
              <a:gd name="T68" fmla="*/ 426094317 w 1493"/>
              <a:gd name="T69" fmla="*/ 1072504907 h 1509"/>
              <a:gd name="T70" fmla="*/ 373397734 w 1493"/>
              <a:gd name="T71" fmla="*/ 596336515 h 1509"/>
              <a:gd name="T72" fmla="*/ 558590405 w 1493"/>
              <a:gd name="T73" fmla="*/ 277890009 h 1509"/>
              <a:gd name="T74" fmla="*/ 745288659 w 1493"/>
              <a:gd name="T75" fmla="*/ 157721887 h 1509"/>
              <a:gd name="T76" fmla="*/ 916931096 w 1493"/>
              <a:gd name="T77" fmla="*/ 132185180 h 1509"/>
              <a:gd name="T78" fmla="*/ 1050932766 w 1493"/>
              <a:gd name="T79" fmla="*/ 118666756 h 1509"/>
              <a:gd name="T80" fmla="*/ 1276777368 w 1493"/>
              <a:gd name="T81" fmla="*/ 171240310 h 1509"/>
              <a:gd name="T82" fmla="*/ 1608017590 w 1493"/>
              <a:gd name="T83" fmla="*/ 596336515 h 1509"/>
              <a:gd name="T84" fmla="*/ 1648669520 w 1493"/>
              <a:gd name="T85" fmla="*/ 728521695 h 1509"/>
              <a:gd name="T86" fmla="*/ 1648669520 w 1493"/>
              <a:gd name="T87" fmla="*/ 1019931353 h 1509"/>
              <a:gd name="T88" fmla="*/ 1502623197 w 1493"/>
              <a:gd name="T89" fmla="*/ 1231728159 h 1509"/>
              <a:gd name="T90" fmla="*/ 1395723223 w 1493"/>
              <a:gd name="T91" fmla="*/ 1430006542 h 1509"/>
              <a:gd name="T92" fmla="*/ 1461971267 w 1493"/>
              <a:gd name="T93" fmla="*/ 1509618168 h 1509"/>
              <a:gd name="T94" fmla="*/ 1660714173 w 1493"/>
              <a:gd name="T95" fmla="*/ 1470563038 h 1509"/>
              <a:gd name="T96" fmla="*/ 1781165609 w 1493"/>
              <a:gd name="T97" fmla="*/ 1470563038 h 1509"/>
              <a:gd name="T98" fmla="*/ 1940762166 w 1493"/>
              <a:gd name="T99" fmla="*/ 1484082687 h 1509"/>
              <a:gd name="T100" fmla="*/ 2007010211 w 1493"/>
              <a:gd name="T101" fmla="*/ 1577212737 h 1509"/>
              <a:gd name="T102" fmla="*/ 2073258255 w 1493"/>
              <a:gd name="T103" fmla="*/ 2093937626 h 1509"/>
              <a:gd name="T104" fmla="*/ 2059708021 w 1493"/>
              <a:gd name="T105" fmla="*/ 2147483646 h 1509"/>
              <a:gd name="T106" fmla="*/ 2139506300 w 1493"/>
              <a:gd name="T107" fmla="*/ 2147483646 h 1509"/>
              <a:gd name="T108" fmla="*/ 2147483646 w 1493"/>
              <a:gd name="T109" fmla="*/ 2147483646 h 1509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0" t="0" r="r" b="b"/>
            <a:pathLst>
              <a:path w="1493" h="1509">
                <a:moveTo>
                  <a:pt x="1492" y="1385"/>
                </a:moveTo>
                <a:lnTo>
                  <a:pt x="1483" y="1358"/>
                </a:lnTo>
                <a:lnTo>
                  <a:pt x="1483" y="1323"/>
                </a:lnTo>
                <a:lnTo>
                  <a:pt x="1483" y="1314"/>
                </a:lnTo>
                <a:lnTo>
                  <a:pt x="1474" y="1226"/>
                </a:lnTo>
                <a:lnTo>
                  <a:pt x="1465" y="1129"/>
                </a:lnTo>
                <a:lnTo>
                  <a:pt x="1448" y="1032"/>
                </a:lnTo>
                <a:lnTo>
                  <a:pt x="1430" y="988"/>
                </a:lnTo>
                <a:lnTo>
                  <a:pt x="1403" y="944"/>
                </a:lnTo>
                <a:lnTo>
                  <a:pt x="1386" y="917"/>
                </a:lnTo>
                <a:lnTo>
                  <a:pt x="1350" y="908"/>
                </a:lnTo>
                <a:lnTo>
                  <a:pt x="1333" y="908"/>
                </a:lnTo>
                <a:lnTo>
                  <a:pt x="1289" y="917"/>
                </a:lnTo>
                <a:lnTo>
                  <a:pt x="1262" y="917"/>
                </a:lnTo>
                <a:lnTo>
                  <a:pt x="1174" y="908"/>
                </a:lnTo>
                <a:lnTo>
                  <a:pt x="1095" y="891"/>
                </a:lnTo>
                <a:lnTo>
                  <a:pt x="1068" y="891"/>
                </a:lnTo>
                <a:lnTo>
                  <a:pt x="1077" y="864"/>
                </a:lnTo>
                <a:lnTo>
                  <a:pt x="1095" y="847"/>
                </a:lnTo>
                <a:lnTo>
                  <a:pt x="1103" y="829"/>
                </a:lnTo>
                <a:lnTo>
                  <a:pt x="1139" y="794"/>
                </a:lnTo>
                <a:lnTo>
                  <a:pt x="1174" y="741"/>
                </a:lnTo>
                <a:lnTo>
                  <a:pt x="1200" y="688"/>
                </a:lnTo>
                <a:lnTo>
                  <a:pt x="1218" y="626"/>
                </a:lnTo>
                <a:lnTo>
                  <a:pt x="1218" y="582"/>
                </a:lnTo>
                <a:lnTo>
                  <a:pt x="1218" y="538"/>
                </a:lnTo>
                <a:lnTo>
                  <a:pt x="1209" y="511"/>
                </a:lnTo>
                <a:lnTo>
                  <a:pt x="1200" y="485"/>
                </a:lnTo>
                <a:lnTo>
                  <a:pt x="1192" y="441"/>
                </a:lnTo>
                <a:lnTo>
                  <a:pt x="1183" y="388"/>
                </a:lnTo>
                <a:lnTo>
                  <a:pt x="1165" y="344"/>
                </a:lnTo>
                <a:lnTo>
                  <a:pt x="1130" y="273"/>
                </a:lnTo>
                <a:lnTo>
                  <a:pt x="1103" y="211"/>
                </a:lnTo>
                <a:lnTo>
                  <a:pt x="1068" y="176"/>
                </a:lnTo>
                <a:lnTo>
                  <a:pt x="1042" y="150"/>
                </a:lnTo>
                <a:lnTo>
                  <a:pt x="1024" y="141"/>
                </a:lnTo>
                <a:lnTo>
                  <a:pt x="989" y="105"/>
                </a:lnTo>
                <a:lnTo>
                  <a:pt x="953" y="70"/>
                </a:lnTo>
                <a:lnTo>
                  <a:pt x="918" y="52"/>
                </a:lnTo>
                <a:lnTo>
                  <a:pt x="839" y="17"/>
                </a:lnTo>
                <a:lnTo>
                  <a:pt x="777" y="0"/>
                </a:lnTo>
                <a:lnTo>
                  <a:pt x="750" y="0"/>
                </a:lnTo>
                <a:lnTo>
                  <a:pt x="653" y="0"/>
                </a:lnTo>
                <a:lnTo>
                  <a:pt x="627" y="0"/>
                </a:lnTo>
                <a:lnTo>
                  <a:pt x="521" y="17"/>
                </a:lnTo>
                <a:lnTo>
                  <a:pt x="503" y="26"/>
                </a:lnTo>
                <a:lnTo>
                  <a:pt x="442" y="44"/>
                </a:lnTo>
                <a:lnTo>
                  <a:pt x="406" y="61"/>
                </a:lnTo>
                <a:lnTo>
                  <a:pt x="362" y="79"/>
                </a:lnTo>
                <a:lnTo>
                  <a:pt x="239" y="194"/>
                </a:lnTo>
                <a:lnTo>
                  <a:pt x="203" y="229"/>
                </a:lnTo>
                <a:lnTo>
                  <a:pt x="186" y="255"/>
                </a:lnTo>
                <a:lnTo>
                  <a:pt x="177" y="282"/>
                </a:lnTo>
                <a:lnTo>
                  <a:pt x="168" y="300"/>
                </a:lnTo>
                <a:lnTo>
                  <a:pt x="150" y="379"/>
                </a:lnTo>
                <a:lnTo>
                  <a:pt x="133" y="423"/>
                </a:lnTo>
                <a:lnTo>
                  <a:pt x="133" y="458"/>
                </a:lnTo>
                <a:lnTo>
                  <a:pt x="133" y="538"/>
                </a:lnTo>
                <a:lnTo>
                  <a:pt x="142" y="573"/>
                </a:lnTo>
                <a:lnTo>
                  <a:pt x="142" y="608"/>
                </a:lnTo>
                <a:lnTo>
                  <a:pt x="177" y="705"/>
                </a:lnTo>
                <a:lnTo>
                  <a:pt x="186" y="732"/>
                </a:lnTo>
                <a:lnTo>
                  <a:pt x="195" y="758"/>
                </a:lnTo>
                <a:lnTo>
                  <a:pt x="203" y="794"/>
                </a:lnTo>
                <a:lnTo>
                  <a:pt x="212" y="794"/>
                </a:lnTo>
                <a:lnTo>
                  <a:pt x="239" y="855"/>
                </a:lnTo>
                <a:lnTo>
                  <a:pt x="248" y="917"/>
                </a:lnTo>
                <a:lnTo>
                  <a:pt x="239" y="917"/>
                </a:lnTo>
                <a:lnTo>
                  <a:pt x="212" y="926"/>
                </a:lnTo>
                <a:lnTo>
                  <a:pt x="168" y="926"/>
                </a:lnTo>
                <a:lnTo>
                  <a:pt x="124" y="944"/>
                </a:lnTo>
                <a:lnTo>
                  <a:pt x="89" y="970"/>
                </a:lnTo>
                <a:lnTo>
                  <a:pt x="53" y="997"/>
                </a:lnTo>
                <a:lnTo>
                  <a:pt x="18" y="1041"/>
                </a:lnTo>
                <a:lnTo>
                  <a:pt x="9" y="1094"/>
                </a:lnTo>
                <a:lnTo>
                  <a:pt x="0" y="1147"/>
                </a:lnTo>
                <a:lnTo>
                  <a:pt x="0" y="1164"/>
                </a:lnTo>
                <a:lnTo>
                  <a:pt x="0" y="1173"/>
                </a:lnTo>
                <a:lnTo>
                  <a:pt x="0" y="1182"/>
                </a:lnTo>
                <a:lnTo>
                  <a:pt x="0" y="1252"/>
                </a:lnTo>
                <a:lnTo>
                  <a:pt x="9" y="1314"/>
                </a:lnTo>
                <a:lnTo>
                  <a:pt x="36" y="1438"/>
                </a:lnTo>
                <a:lnTo>
                  <a:pt x="36" y="1447"/>
                </a:lnTo>
                <a:lnTo>
                  <a:pt x="45" y="1473"/>
                </a:lnTo>
                <a:lnTo>
                  <a:pt x="45" y="1491"/>
                </a:lnTo>
                <a:lnTo>
                  <a:pt x="53" y="1500"/>
                </a:lnTo>
                <a:lnTo>
                  <a:pt x="80" y="1508"/>
                </a:lnTo>
                <a:lnTo>
                  <a:pt x="89" y="1491"/>
                </a:lnTo>
                <a:lnTo>
                  <a:pt x="106" y="1473"/>
                </a:lnTo>
                <a:lnTo>
                  <a:pt x="106" y="1455"/>
                </a:lnTo>
                <a:lnTo>
                  <a:pt x="106" y="1420"/>
                </a:lnTo>
                <a:lnTo>
                  <a:pt x="106" y="1394"/>
                </a:lnTo>
                <a:lnTo>
                  <a:pt x="106" y="1376"/>
                </a:lnTo>
                <a:lnTo>
                  <a:pt x="106" y="1358"/>
                </a:lnTo>
                <a:lnTo>
                  <a:pt x="98" y="1288"/>
                </a:lnTo>
                <a:lnTo>
                  <a:pt x="89" y="1279"/>
                </a:lnTo>
                <a:lnTo>
                  <a:pt x="89" y="1270"/>
                </a:lnTo>
                <a:lnTo>
                  <a:pt x="80" y="1235"/>
                </a:lnTo>
                <a:lnTo>
                  <a:pt x="89" y="1208"/>
                </a:lnTo>
                <a:lnTo>
                  <a:pt x="89" y="1173"/>
                </a:lnTo>
                <a:lnTo>
                  <a:pt x="89" y="1164"/>
                </a:lnTo>
                <a:lnTo>
                  <a:pt x="89" y="1155"/>
                </a:lnTo>
                <a:lnTo>
                  <a:pt x="98" y="1085"/>
                </a:lnTo>
                <a:lnTo>
                  <a:pt x="106" y="1050"/>
                </a:lnTo>
                <a:lnTo>
                  <a:pt x="124" y="1023"/>
                </a:lnTo>
                <a:lnTo>
                  <a:pt x="159" y="1005"/>
                </a:lnTo>
                <a:lnTo>
                  <a:pt x="186" y="997"/>
                </a:lnTo>
                <a:lnTo>
                  <a:pt x="221" y="988"/>
                </a:lnTo>
                <a:lnTo>
                  <a:pt x="327" y="979"/>
                </a:lnTo>
                <a:lnTo>
                  <a:pt x="353" y="970"/>
                </a:lnTo>
                <a:lnTo>
                  <a:pt x="371" y="961"/>
                </a:lnTo>
                <a:lnTo>
                  <a:pt x="398" y="917"/>
                </a:lnTo>
                <a:lnTo>
                  <a:pt x="389" y="908"/>
                </a:lnTo>
                <a:lnTo>
                  <a:pt x="380" y="900"/>
                </a:lnTo>
                <a:lnTo>
                  <a:pt x="362" y="891"/>
                </a:lnTo>
                <a:lnTo>
                  <a:pt x="353" y="882"/>
                </a:lnTo>
                <a:lnTo>
                  <a:pt x="336" y="855"/>
                </a:lnTo>
                <a:lnTo>
                  <a:pt x="283" y="714"/>
                </a:lnTo>
                <a:lnTo>
                  <a:pt x="248" y="626"/>
                </a:lnTo>
                <a:lnTo>
                  <a:pt x="239" y="555"/>
                </a:lnTo>
                <a:lnTo>
                  <a:pt x="230" y="485"/>
                </a:lnTo>
                <a:lnTo>
                  <a:pt x="248" y="397"/>
                </a:lnTo>
                <a:lnTo>
                  <a:pt x="274" y="308"/>
                </a:lnTo>
                <a:lnTo>
                  <a:pt x="292" y="273"/>
                </a:lnTo>
                <a:lnTo>
                  <a:pt x="318" y="238"/>
                </a:lnTo>
                <a:lnTo>
                  <a:pt x="371" y="185"/>
                </a:lnTo>
                <a:lnTo>
                  <a:pt x="415" y="141"/>
                </a:lnTo>
                <a:lnTo>
                  <a:pt x="442" y="132"/>
                </a:lnTo>
                <a:lnTo>
                  <a:pt x="468" y="114"/>
                </a:lnTo>
                <a:lnTo>
                  <a:pt x="495" y="105"/>
                </a:lnTo>
                <a:lnTo>
                  <a:pt x="548" y="97"/>
                </a:lnTo>
                <a:lnTo>
                  <a:pt x="600" y="88"/>
                </a:lnTo>
                <a:lnTo>
                  <a:pt x="609" y="88"/>
                </a:lnTo>
                <a:lnTo>
                  <a:pt x="618" y="88"/>
                </a:lnTo>
                <a:lnTo>
                  <a:pt x="636" y="88"/>
                </a:lnTo>
                <a:lnTo>
                  <a:pt x="698" y="79"/>
                </a:lnTo>
                <a:lnTo>
                  <a:pt x="759" y="79"/>
                </a:lnTo>
                <a:lnTo>
                  <a:pt x="803" y="88"/>
                </a:lnTo>
                <a:lnTo>
                  <a:pt x="830" y="97"/>
                </a:lnTo>
                <a:lnTo>
                  <a:pt x="848" y="114"/>
                </a:lnTo>
                <a:lnTo>
                  <a:pt x="971" y="211"/>
                </a:lnTo>
                <a:lnTo>
                  <a:pt x="1006" y="255"/>
                </a:lnTo>
                <a:lnTo>
                  <a:pt x="1068" y="397"/>
                </a:lnTo>
                <a:lnTo>
                  <a:pt x="1077" y="405"/>
                </a:lnTo>
                <a:lnTo>
                  <a:pt x="1086" y="441"/>
                </a:lnTo>
                <a:lnTo>
                  <a:pt x="1095" y="485"/>
                </a:lnTo>
                <a:lnTo>
                  <a:pt x="1112" y="555"/>
                </a:lnTo>
                <a:lnTo>
                  <a:pt x="1112" y="591"/>
                </a:lnTo>
                <a:lnTo>
                  <a:pt x="1112" y="617"/>
                </a:lnTo>
                <a:lnTo>
                  <a:pt x="1095" y="679"/>
                </a:lnTo>
                <a:lnTo>
                  <a:pt x="1068" y="723"/>
                </a:lnTo>
                <a:lnTo>
                  <a:pt x="1033" y="776"/>
                </a:lnTo>
                <a:lnTo>
                  <a:pt x="1024" y="785"/>
                </a:lnTo>
                <a:lnTo>
                  <a:pt x="998" y="820"/>
                </a:lnTo>
                <a:lnTo>
                  <a:pt x="962" y="855"/>
                </a:lnTo>
                <a:lnTo>
                  <a:pt x="936" y="900"/>
                </a:lnTo>
                <a:lnTo>
                  <a:pt x="927" y="952"/>
                </a:lnTo>
                <a:lnTo>
                  <a:pt x="927" y="970"/>
                </a:lnTo>
                <a:lnTo>
                  <a:pt x="936" y="988"/>
                </a:lnTo>
                <a:lnTo>
                  <a:pt x="953" y="997"/>
                </a:lnTo>
                <a:lnTo>
                  <a:pt x="971" y="1005"/>
                </a:lnTo>
                <a:lnTo>
                  <a:pt x="998" y="997"/>
                </a:lnTo>
                <a:lnTo>
                  <a:pt x="1033" y="988"/>
                </a:lnTo>
                <a:lnTo>
                  <a:pt x="1086" y="979"/>
                </a:lnTo>
                <a:lnTo>
                  <a:pt x="1103" y="979"/>
                </a:lnTo>
                <a:lnTo>
                  <a:pt x="1156" y="979"/>
                </a:lnTo>
                <a:lnTo>
                  <a:pt x="1165" y="979"/>
                </a:lnTo>
                <a:lnTo>
                  <a:pt x="1183" y="979"/>
                </a:lnTo>
                <a:lnTo>
                  <a:pt x="1200" y="979"/>
                </a:lnTo>
                <a:lnTo>
                  <a:pt x="1209" y="979"/>
                </a:lnTo>
                <a:lnTo>
                  <a:pt x="1236" y="988"/>
                </a:lnTo>
                <a:lnTo>
                  <a:pt x="1289" y="988"/>
                </a:lnTo>
                <a:lnTo>
                  <a:pt x="1315" y="997"/>
                </a:lnTo>
                <a:lnTo>
                  <a:pt x="1324" y="1023"/>
                </a:lnTo>
                <a:lnTo>
                  <a:pt x="1333" y="1050"/>
                </a:lnTo>
                <a:lnTo>
                  <a:pt x="1359" y="1200"/>
                </a:lnTo>
                <a:lnTo>
                  <a:pt x="1368" y="1332"/>
                </a:lnTo>
                <a:lnTo>
                  <a:pt x="1377" y="1385"/>
                </a:lnTo>
                <a:lnTo>
                  <a:pt x="1377" y="1394"/>
                </a:lnTo>
                <a:lnTo>
                  <a:pt x="1377" y="1420"/>
                </a:lnTo>
                <a:lnTo>
                  <a:pt x="1368" y="1447"/>
                </a:lnTo>
                <a:lnTo>
                  <a:pt x="1368" y="1473"/>
                </a:lnTo>
                <a:lnTo>
                  <a:pt x="1395" y="1500"/>
                </a:lnTo>
                <a:lnTo>
                  <a:pt x="1421" y="1500"/>
                </a:lnTo>
                <a:lnTo>
                  <a:pt x="1448" y="1500"/>
                </a:lnTo>
                <a:lnTo>
                  <a:pt x="1465" y="1482"/>
                </a:lnTo>
                <a:lnTo>
                  <a:pt x="1483" y="1464"/>
                </a:lnTo>
                <a:lnTo>
                  <a:pt x="1483" y="1455"/>
                </a:lnTo>
                <a:lnTo>
                  <a:pt x="1483" y="1447"/>
                </a:lnTo>
                <a:lnTo>
                  <a:pt x="1492" y="1394"/>
                </a:lnTo>
                <a:lnTo>
                  <a:pt x="1492" y="1385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Freeform 97"/>
          <p:cNvSpPr>
            <a:spLocks noChangeArrowheads="1"/>
          </p:cNvSpPr>
          <p:nvPr/>
        </p:nvSpPr>
        <p:spPr bwMode="auto">
          <a:xfrm>
            <a:off x="5195888" y="1803400"/>
            <a:ext cx="1492250" cy="844550"/>
          </a:xfrm>
          <a:custGeom>
            <a:avLst/>
            <a:gdLst>
              <a:gd name="T0" fmla="*/ 1375683118 w 1219"/>
              <a:gd name="T1" fmla="*/ 132219267 h 689"/>
              <a:gd name="T2" fmla="*/ 1441620002 w 1219"/>
              <a:gd name="T3" fmla="*/ 105174055 h 689"/>
              <a:gd name="T4" fmla="*/ 1573493770 w 1219"/>
              <a:gd name="T5" fmla="*/ 79631627 h 689"/>
              <a:gd name="T6" fmla="*/ 1693379348 w 1219"/>
              <a:gd name="T7" fmla="*/ 79631627 h 689"/>
              <a:gd name="T8" fmla="*/ 1679891562 w 1219"/>
              <a:gd name="T9" fmla="*/ 27045212 h 689"/>
              <a:gd name="T10" fmla="*/ 1362196556 w 1219"/>
              <a:gd name="T11" fmla="*/ 27045212 h 689"/>
              <a:gd name="T12" fmla="*/ 1243809349 w 1219"/>
              <a:gd name="T13" fmla="*/ 13522606 h 689"/>
              <a:gd name="T14" fmla="*/ 1110437210 w 1219"/>
              <a:gd name="T15" fmla="*/ 13522606 h 689"/>
              <a:gd name="T16" fmla="*/ 965075657 w 1219"/>
              <a:gd name="T17" fmla="*/ 66110246 h 689"/>
              <a:gd name="T18" fmla="*/ 740291882 w 1219"/>
              <a:gd name="T19" fmla="*/ 145741873 h 689"/>
              <a:gd name="T20" fmla="*/ 436082213 w 1219"/>
              <a:gd name="T21" fmla="*/ 238896106 h 689"/>
              <a:gd name="T22" fmla="*/ 131873768 w 1219"/>
              <a:gd name="T23" fmla="*/ 423703013 h 689"/>
              <a:gd name="T24" fmla="*/ 0 w 1219"/>
              <a:gd name="T25" fmla="*/ 555922280 h 689"/>
              <a:gd name="T26" fmla="*/ 13486561 w 1219"/>
              <a:gd name="T27" fmla="*/ 635553906 h 689"/>
              <a:gd name="T28" fmla="*/ 92911231 w 1219"/>
              <a:gd name="T29" fmla="*/ 715186759 h 689"/>
              <a:gd name="T30" fmla="*/ 304208445 w 1219"/>
              <a:gd name="T31" fmla="*/ 689644331 h 689"/>
              <a:gd name="T32" fmla="*/ 555967791 w 1219"/>
              <a:gd name="T33" fmla="*/ 742230745 h 689"/>
              <a:gd name="T34" fmla="*/ 621904675 w 1219"/>
              <a:gd name="T35" fmla="*/ 794818385 h 689"/>
              <a:gd name="T36" fmla="*/ 674354998 w 1219"/>
              <a:gd name="T37" fmla="*/ 808340991 h 689"/>
              <a:gd name="T38" fmla="*/ 714815906 w 1219"/>
              <a:gd name="T39" fmla="*/ 928540436 h 689"/>
              <a:gd name="T40" fmla="*/ 767265004 w 1219"/>
              <a:gd name="T41" fmla="*/ 981128076 h 689"/>
              <a:gd name="T42" fmla="*/ 965075657 w 1219"/>
              <a:gd name="T43" fmla="*/ 1033714491 h 689"/>
              <a:gd name="T44" fmla="*/ 1216835003 w 1219"/>
              <a:gd name="T45" fmla="*/ 967605470 h 689"/>
              <a:gd name="T46" fmla="*/ 1428133441 w 1219"/>
              <a:gd name="T47" fmla="*/ 901495224 h 689"/>
              <a:gd name="T48" fmla="*/ 1480582539 w 1219"/>
              <a:gd name="T49" fmla="*/ 860928631 h 689"/>
              <a:gd name="T50" fmla="*/ 1507556886 w 1219"/>
              <a:gd name="T51" fmla="*/ 821863597 h 689"/>
              <a:gd name="T52" fmla="*/ 1625944093 w 1219"/>
              <a:gd name="T53" fmla="*/ 689644331 h 689"/>
              <a:gd name="T54" fmla="*/ 1825253116 w 1219"/>
              <a:gd name="T55" fmla="*/ 610011478 h 689"/>
              <a:gd name="T56" fmla="*/ 1705367538 w 1219"/>
              <a:gd name="T57" fmla="*/ 555922280 h 689"/>
              <a:gd name="T58" fmla="*/ 1560007209 w 1219"/>
              <a:gd name="T59" fmla="*/ 582967492 h 689"/>
              <a:gd name="T60" fmla="*/ 1428133441 w 1219"/>
              <a:gd name="T61" fmla="*/ 703166937 h 689"/>
              <a:gd name="T62" fmla="*/ 1335222210 w 1219"/>
              <a:gd name="T63" fmla="*/ 808340991 h 689"/>
              <a:gd name="T64" fmla="*/ 1296259672 w 1219"/>
              <a:gd name="T65" fmla="*/ 821863597 h 689"/>
              <a:gd name="T66" fmla="*/ 1031012541 w 1219"/>
              <a:gd name="T67" fmla="*/ 928540436 h 689"/>
              <a:gd name="T68" fmla="*/ 939600905 w 1219"/>
              <a:gd name="T69" fmla="*/ 954082864 h 689"/>
              <a:gd name="T70" fmla="*/ 926113119 w 1219"/>
              <a:gd name="T71" fmla="*/ 928540436 h 689"/>
              <a:gd name="T72" fmla="*/ 978563442 w 1219"/>
              <a:gd name="T73" fmla="*/ 835386203 h 689"/>
              <a:gd name="T74" fmla="*/ 939600905 w 1219"/>
              <a:gd name="T75" fmla="*/ 794818385 h 689"/>
              <a:gd name="T76" fmla="*/ 926113119 w 1219"/>
              <a:gd name="T77" fmla="*/ 715186759 h 689"/>
              <a:gd name="T78" fmla="*/ 873664021 w 1219"/>
              <a:gd name="T79" fmla="*/ 635553906 h 689"/>
              <a:gd name="T80" fmla="*/ 740291882 w 1219"/>
              <a:gd name="T81" fmla="*/ 662599118 h 689"/>
              <a:gd name="T82" fmla="*/ 660867212 w 1219"/>
              <a:gd name="T83" fmla="*/ 649076512 h 689"/>
              <a:gd name="T84" fmla="*/ 780752790 w 1219"/>
              <a:gd name="T85" fmla="*/ 450748225 h 689"/>
              <a:gd name="T86" fmla="*/ 490030906 w 1219"/>
              <a:gd name="T87" fmla="*/ 530379852 h 689"/>
              <a:gd name="T88" fmla="*/ 277234098 w 1219"/>
              <a:gd name="T89" fmla="*/ 596490098 h 689"/>
              <a:gd name="T90" fmla="*/ 119885578 w 1219"/>
              <a:gd name="T91" fmla="*/ 623534084 h 689"/>
              <a:gd name="T92" fmla="*/ 145360330 w 1219"/>
              <a:gd name="T93" fmla="*/ 543902458 h 689"/>
              <a:gd name="T94" fmla="*/ 356658767 w 1219"/>
              <a:gd name="T95" fmla="*/ 410180407 h 689"/>
              <a:gd name="T96" fmla="*/ 569454352 w 1219"/>
              <a:gd name="T97" fmla="*/ 291483746 h 689"/>
              <a:gd name="T98" fmla="*/ 965075657 w 1219"/>
              <a:gd name="T99" fmla="*/ 159264479 h 689"/>
              <a:gd name="T100" fmla="*/ 1019024350 w 1219"/>
              <a:gd name="T101" fmla="*/ 145741873 h 689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219" h="689">
                <a:moveTo>
                  <a:pt x="856" y="97"/>
                </a:moveTo>
                <a:lnTo>
                  <a:pt x="856" y="97"/>
                </a:lnTo>
                <a:lnTo>
                  <a:pt x="883" y="88"/>
                </a:lnTo>
                <a:lnTo>
                  <a:pt x="918" y="88"/>
                </a:lnTo>
                <a:lnTo>
                  <a:pt x="927" y="88"/>
                </a:lnTo>
                <a:lnTo>
                  <a:pt x="944" y="79"/>
                </a:lnTo>
                <a:lnTo>
                  <a:pt x="962" y="70"/>
                </a:lnTo>
                <a:lnTo>
                  <a:pt x="1006" y="62"/>
                </a:lnTo>
                <a:lnTo>
                  <a:pt x="1050" y="53"/>
                </a:lnTo>
                <a:lnTo>
                  <a:pt x="1077" y="62"/>
                </a:lnTo>
                <a:lnTo>
                  <a:pt x="1112" y="70"/>
                </a:lnTo>
                <a:lnTo>
                  <a:pt x="1121" y="62"/>
                </a:lnTo>
                <a:lnTo>
                  <a:pt x="1130" y="53"/>
                </a:lnTo>
                <a:lnTo>
                  <a:pt x="1130" y="44"/>
                </a:lnTo>
                <a:lnTo>
                  <a:pt x="1121" y="26"/>
                </a:lnTo>
                <a:lnTo>
                  <a:pt x="1121" y="18"/>
                </a:lnTo>
                <a:lnTo>
                  <a:pt x="1068" y="0"/>
                </a:lnTo>
                <a:lnTo>
                  <a:pt x="1015" y="0"/>
                </a:lnTo>
                <a:lnTo>
                  <a:pt x="962" y="0"/>
                </a:lnTo>
                <a:lnTo>
                  <a:pt x="909" y="18"/>
                </a:lnTo>
                <a:lnTo>
                  <a:pt x="874" y="26"/>
                </a:lnTo>
                <a:lnTo>
                  <a:pt x="847" y="18"/>
                </a:lnTo>
                <a:lnTo>
                  <a:pt x="830" y="9"/>
                </a:lnTo>
                <a:lnTo>
                  <a:pt x="803" y="0"/>
                </a:lnTo>
                <a:lnTo>
                  <a:pt x="785" y="0"/>
                </a:lnTo>
                <a:lnTo>
                  <a:pt x="741" y="9"/>
                </a:lnTo>
                <a:lnTo>
                  <a:pt x="697" y="26"/>
                </a:lnTo>
                <a:lnTo>
                  <a:pt x="644" y="44"/>
                </a:lnTo>
                <a:lnTo>
                  <a:pt x="547" y="79"/>
                </a:lnTo>
                <a:lnTo>
                  <a:pt x="503" y="97"/>
                </a:lnTo>
                <a:lnTo>
                  <a:pt x="494" y="97"/>
                </a:lnTo>
                <a:lnTo>
                  <a:pt x="477" y="97"/>
                </a:lnTo>
                <a:lnTo>
                  <a:pt x="353" y="141"/>
                </a:lnTo>
                <a:lnTo>
                  <a:pt x="335" y="150"/>
                </a:lnTo>
                <a:lnTo>
                  <a:pt x="291" y="159"/>
                </a:lnTo>
                <a:lnTo>
                  <a:pt x="256" y="185"/>
                </a:lnTo>
                <a:lnTo>
                  <a:pt x="185" y="229"/>
                </a:lnTo>
                <a:lnTo>
                  <a:pt x="168" y="229"/>
                </a:lnTo>
                <a:lnTo>
                  <a:pt x="88" y="282"/>
                </a:lnTo>
                <a:lnTo>
                  <a:pt x="18" y="344"/>
                </a:lnTo>
                <a:lnTo>
                  <a:pt x="9" y="353"/>
                </a:lnTo>
                <a:lnTo>
                  <a:pt x="0" y="370"/>
                </a:lnTo>
                <a:lnTo>
                  <a:pt x="0" y="388"/>
                </a:lnTo>
                <a:lnTo>
                  <a:pt x="9" y="423"/>
                </a:lnTo>
                <a:lnTo>
                  <a:pt x="18" y="432"/>
                </a:lnTo>
                <a:lnTo>
                  <a:pt x="44" y="459"/>
                </a:lnTo>
                <a:lnTo>
                  <a:pt x="62" y="476"/>
                </a:lnTo>
                <a:lnTo>
                  <a:pt x="88" y="476"/>
                </a:lnTo>
                <a:lnTo>
                  <a:pt x="115" y="485"/>
                </a:lnTo>
                <a:lnTo>
                  <a:pt x="150" y="476"/>
                </a:lnTo>
                <a:lnTo>
                  <a:pt x="203" y="459"/>
                </a:lnTo>
                <a:lnTo>
                  <a:pt x="282" y="432"/>
                </a:lnTo>
                <a:lnTo>
                  <a:pt x="335" y="406"/>
                </a:lnTo>
                <a:lnTo>
                  <a:pt x="371" y="494"/>
                </a:lnTo>
                <a:lnTo>
                  <a:pt x="388" y="520"/>
                </a:lnTo>
                <a:lnTo>
                  <a:pt x="397" y="529"/>
                </a:lnTo>
                <a:lnTo>
                  <a:pt x="415" y="529"/>
                </a:lnTo>
                <a:lnTo>
                  <a:pt x="433" y="538"/>
                </a:lnTo>
                <a:lnTo>
                  <a:pt x="450" y="538"/>
                </a:lnTo>
                <a:lnTo>
                  <a:pt x="441" y="547"/>
                </a:lnTo>
                <a:lnTo>
                  <a:pt x="450" y="565"/>
                </a:lnTo>
                <a:lnTo>
                  <a:pt x="450" y="600"/>
                </a:lnTo>
                <a:lnTo>
                  <a:pt x="477" y="618"/>
                </a:lnTo>
                <a:lnTo>
                  <a:pt x="503" y="618"/>
                </a:lnTo>
                <a:lnTo>
                  <a:pt x="503" y="644"/>
                </a:lnTo>
                <a:lnTo>
                  <a:pt x="512" y="653"/>
                </a:lnTo>
                <a:lnTo>
                  <a:pt x="556" y="679"/>
                </a:lnTo>
                <a:lnTo>
                  <a:pt x="591" y="679"/>
                </a:lnTo>
                <a:lnTo>
                  <a:pt x="644" y="688"/>
                </a:lnTo>
                <a:lnTo>
                  <a:pt x="724" y="679"/>
                </a:lnTo>
                <a:lnTo>
                  <a:pt x="768" y="662"/>
                </a:lnTo>
                <a:lnTo>
                  <a:pt x="812" y="644"/>
                </a:lnTo>
                <a:lnTo>
                  <a:pt x="847" y="626"/>
                </a:lnTo>
                <a:lnTo>
                  <a:pt x="900" y="609"/>
                </a:lnTo>
                <a:lnTo>
                  <a:pt x="953" y="600"/>
                </a:lnTo>
                <a:lnTo>
                  <a:pt x="962" y="600"/>
                </a:lnTo>
                <a:lnTo>
                  <a:pt x="980" y="600"/>
                </a:lnTo>
                <a:lnTo>
                  <a:pt x="988" y="591"/>
                </a:lnTo>
                <a:lnTo>
                  <a:pt x="988" y="573"/>
                </a:lnTo>
                <a:lnTo>
                  <a:pt x="997" y="556"/>
                </a:lnTo>
                <a:lnTo>
                  <a:pt x="1006" y="547"/>
                </a:lnTo>
                <a:lnTo>
                  <a:pt x="1050" y="485"/>
                </a:lnTo>
                <a:lnTo>
                  <a:pt x="1068" y="476"/>
                </a:lnTo>
                <a:lnTo>
                  <a:pt x="1085" y="459"/>
                </a:lnTo>
                <a:lnTo>
                  <a:pt x="1174" y="432"/>
                </a:lnTo>
                <a:lnTo>
                  <a:pt x="1200" y="423"/>
                </a:lnTo>
                <a:lnTo>
                  <a:pt x="1218" y="406"/>
                </a:lnTo>
                <a:lnTo>
                  <a:pt x="1209" y="379"/>
                </a:lnTo>
                <a:lnTo>
                  <a:pt x="1183" y="379"/>
                </a:lnTo>
                <a:lnTo>
                  <a:pt x="1138" y="370"/>
                </a:lnTo>
                <a:lnTo>
                  <a:pt x="1103" y="370"/>
                </a:lnTo>
                <a:lnTo>
                  <a:pt x="1050" y="388"/>
                </a:lnTo>
                <a:lnTo>
                  <a:pt x="1041" y="388"/>
                </a:lnTo>
                <a:lnTo>
                  <a:pt x="1015" y="397"/>
                </a:lnTo>
                <a:lnTo>
                  <a:pt x="988" y="415"/>
                </a:lnTo>
                <a:lnTo>
                  <a:pt x="953" y="468"/>
                </a:lnTo>
                <a:lnTo>
                  <a:pt x="918" y="520"/>
                </a:lnTo>
                <a:lnTo>
                  <a:pt x="909" y="538"/>
                </a:lnTo>
                <a:lnTo>
                  <a:pt x="891" y="538"/>
                </a:lnTo>
                <a:lnTo>
                  <a:pt x="883" y="538"/>
                </a:lnTo>
                <a:lnTo>
                  <a:pt x="865" y="547"/>
                </a:lnTo>
                <a:lnTo>
                  <a:pt x="830" y="565"/>
                </a:lnTo>
                <a:lnTo>
                  <a:pt x="794" y="573"/>
                </a:lnTo>
                <a:lnTo>
                  <a:pt x="688" y="618"/>
                </a:lnTo>
                <a:lnTo>
                  <a:pt x="644" y="626"/>
                </a:lnTo>
                <a:lnTo>
                  <a:pt x="627" y="635"/>
                </a:lnTo>
                <a:lnTo>
                  <a:pt x="618" y="626"/>
                </a:lnTo>
                <a:lnTo>
                  <a:pt x="618" y="618"/>
                </a:lnTo>
                <a:lnTo>
                  <a:pt x="627" y="609"/>
                </a:lnTo>
                <a:lnTo>
                  <a:pt x="644" y="582"/>
                </a:lnTo>
                <a:lnTo>
                  <a:pt x="653" y="556"/>
                </a:lnTo>
                <a:lnTo>
                  <a:pt x="653" y="547"/>
                </a:lnTo>
                <a:lnTo>
                  <a:pt x="644" y="538"/>
                </a:lnTo>
                <a:lnTo>
                  <a:pt x="627" y="529"/>
                </a:lnTo>
                <a:lnTo>
                  <a:pt x="609" y="529"/>
                </a:lnTo>
                <a:lnTo>
                  <a:pt x="600" y="520"/>
                </a:lnTo>
                <a:lnTo>
                  <a:pt x="591" y="520"/>
                </a:lnTo>
                <a:lnTo>
                  <a:pt x="618" y="476"/>
                </a:lnTo>
                <a:lnTo>
                  <a:pt x="627" y="459"/>
                </a:lnTo>
                <a:lnTo>
                  <a:pt x="609" y="432"/>
                </a:lnTo>
                <a:lnTo>
                  <a:pt x="600" y="423"/>
                </a:lnTo>
                <a:lnTo>
                  <a:pt x="583" y="423"/>
                </a:lnTo>
                <a:lnTo>
                  <a:pt x="547" y="423"/>
                </a:lnTo>
                <a:lnTo>
                  <a:pt x="494" y="441"/>
                </a:lnTo>
                <a:lnTo>
                  <a:pt x="468" y="450"/>
                </a:lnTo>
                <a:lnTo>
                  <a:pt x="441" y="432"/>
                </a:lnTo>
                <a:lnTo>
                  <a:pt x="477" y="388"/>
                </a:lnTo>
                <a:lnTo>
                  <a:pt x="503" y="362"/>
                </a:lnTo>
                <a:lnTo>
                  <a:pt x="538" y="344"/>
                </a:lnTo>
                <a:lnTo>
                  <a:pt x="538" y="309"/>
                </a:lnTo>
                <a:lnTo>
                  <a:pt x="521" y="300"/>
                </a:lnTo>
                <a:lnTo>
                  <a:pt x="503" y="300"/>
                </a:lnTo>
                <a:lnTo>
                  <a:pt x="485" y="300"/>
                </a:lnTo>
                <a:lnTo>
                  <a:pt x="327" y="353"/>
                </a:lnTo>
                <a:lnTo>
                  <a:pt x="203" y="397"/>
                </a:lnTo>
                <a:lnTo>
                  <a:pt x="185" y="397"/>
                </a:lnTo>
                <a:lnTo>
                  <a:pt x="115" y="432"/>
                </a:lnTo>
                <a:lnTo>
                  <a:pt x="106" y="432"/>
                </a:lnTo>
                <a:lnTo>
                  <a:pt x="88" y="415"/>
                </a:lnTo>
                <a:lnTo>
                  <a:pt x="80" y="415"/>
                </a:lnTo>
                <a:lnTo>
                  <a:pt x="80" y="388"/>
                </a:lnTo>
                <a:lnTo>
                  <a:pt x="80" y="379"/>
                </a:lnTo>
                <a:lnTo>
                  <a:pt x="97" y="362"/>
                </a:lnTo>
                <a:lnTo>
                  <a:pt x="159" y="318"/>
                </a:lnTo>
                <a:lnTo>
                  <a:pt x="238" y="273"/>
                </a:lnTo>
                <a:lnTo>
                  <a:pt x="318" y="229"/>
                </a:lnTo>
                <a:lnTo>
                  <a:pt x="344" y="212"/>
                </a:lnTo>
                <a:lnTo>
                  <a:pt x="380" y="194"/>
                </a:lnTo>
                <a:lnTo>
                  <a:pt x="406" y="185"/>
                </a:lnTo>
                <a:lnTo>
                  <a:pt x="618" y="115"/>
                </a:lnTo>
                <a:lnTo>
                  <a:pt x="644" y="106"/>
                </a:lnTo>
                <a:lnTo>
                  <a:pt x="662" y="106"/>
                </a:lnTo>
                <a:lnTo>
                  <a:pt x="671" y="97"/>
                </a:lnTo>
                <a:lnTo>
                  <a:pt x="680" y="97"/>
                </a:lnTo>
                <a:lnTo>
                  <a:pt x="856" y="97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Freeform 98"/>
          <p:cNvSpPr>
            <a:spLocks noChangeArrowheads="1"/>
          </p:cNvSpPr>
          <p:nvPr/>
        </p:nvSpPr>
        <p:spPr bwMode="auto">
          <a:xfrm>
            <a:off x="3951288" y="2355850"/>
            <a:ext cx="323850" cy="303213"/>
          </a:xfrm>
          <a:custGeom>
            <a:avLst/>
            <a:gdLst>
              <a:gd name="T0" fmla="*/ 392799613 w 266"/>
              <a:gd name="T1" fmla="*/ 158452023 h 248"/>
              <a:gd name="T2" fmla="*/ 392799613 w 266"/>
              <a:gd name="T3" fmla="*/ 158452023 h 248"/>
              <a:gd name="T4" fmla="*/ 314239203 w 266"/>
              <a:gd name="T5" fmla="*/ 197318305 h 248"/>
              <a:gd name="T6" fmla="*/ 314239203 w 266"/>
              <a:gd name="T7" fmla="*/ 197318305 h 248"/>
              <a:gd name="T8" fmla="*/ 222338852 w 266"/>
              <a:gd name="T9" fmla="*/ 131545537 h 248"/>
              <a:gd name="T10" fmla="*/ 222338852 w 266"/>
              <a:gd name="T11" fmla="*/ 131545537 h 248"/>
              <a:gd name="T12" fmla="*/ 197140644 w 266"/>
              <a:gd name="T13" fmla="*/ 171905877 h 248"/>
              <a:gd name="T14" fmla="*/ 183800702 w 266"/>
              <a:gd name="T15" fmla="*/ 210770937 h 248"/>
              <a:gd name="T16" fmla="*/ 157119602 w 266"/>
              <a:gd name="T17" fmla="*/ 289997559 h 248"/>
              <a:gd name="T18" fmla="*/ 157119602 w 266"/>
              <a:gd name="T19" fmla="*/ 289997559 h 248"/>
              <a:gd name="T20" fmla="*/ 131921393 w 266"/>
              <a:gd name="T21" fmla="*/ 328862619 h 248"/>
              <a:gd name="T22" fmla="*/ 105240293 w 266"/>
              <a:gd name="T23" fmla="*/ 355770328 h 248"/>
              <a:gd name="T24" fmla="*/ 105240293 w 266"/>
              <a:gd name="T25" fmla="*/ 355770328 h 248"/>
              <a:gd name="T26" fmla="*/ 66702143 w 266"/>
              <a:gd name="T27" fmla="*/ 369222959 h 248"/>
              <a:gd name="T28" fmla="*/ 26681101 w 266"/>
              <a:gd name="T29" fmla="*/ 342316473 h 248"/>
              <a:gd name="T30" fmla="*/ 26681101 w 266"/>
              <a:gd name="T31" fmla="*/ 342316473 h 248"/>
              <a:gd name="T32" fmla="*/ 0 w 266"/>
              <a:gd name="T33" fmla="*/ 316904045 h 248"/>
              <a:gd name="T34" fmla="*/ 13339942 w 266"/>
              <a:gd name="T35" fmla="*/ 263089851 h 248"/>
              <a:gd name="T36" fmla="*/ 13339942 w 266"/>
              <a:gd name="T37" fmla="*/ 263089851 h 248"/>
              <a:gd name="T38" fmla="*/ 91900351 w 266"/>
              <a:gd name="T39" fmla="*/ 92679254 h 248"/>
              <a:gd name="T40" fmla="*/ 91900351 w 266"/>
              <a:gd name="T41" fmla="*/ 92679254 h 248"/>
              <a:gd name="T42" fmla="*/ 118580234 w 266"/>
              <a:gd name="T43" fmla="*/ 38865060 h 248"/>
              <a:gd name="T44" fmla="*/ 157119602 w 266"/>
              <a:gd name="T45" fmla="*/ 13453854 h 248"/>
              <a:gd name="T46" fmla="*/ 197140644 w 266"/>
              <a:gd name="T47" fmla="*/ 0 h 248"/>
              <a:gd name="T48" fmla="*/ 249019953 w 266"/>
              <a:gd name="T49" fmla="*/ 0 h 248"/>
              <a:gd name="T50" fmla="*/ 249019953 w 266"/>
              <a:gd name="T51" fmla="*/ 0 h 248"/>
              <a:gd name="T52" fmla="*/ 275701053 w 266"/>
              <a:gd name="T53" fmla="*/ 0 h 248"/>
              <a:gd name="T54" fmla="*/ 300899262 w 266"/>
              <a:gd name="T55" fmla="*/ 13453854 h 248"/>
              <a:gd name="T56" fmla="*/ 340920304 w 266"/>
              <a:gd name="T57" fmla="*/ 52318914 h 248"/>
              <a:gd name="T58" fmla="*/ 340920304 w 266"/>
              <a:gd name="T59" fmla="*/ 52318914 h 248"/>
              <a:gd name="T60" fmla="*/ 366118512 w 266"/>
              <a:gd name="T61" fmla="*/ 104637828 h 248"/>
              <a:gd name="T62" fmla="*/ 392799613 w 266"/>
              <a:gd name="T63" fmla="*/ 158452023 h 24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66" h="248">
                <a:moveTo>
                  <a:pt x="265" y="106"/>
                </a:moveTo>
                <a:lnTo>
                  <a:pt x="265" y="106"/>
                </a:lnTo>
                <a:lnTo>
                  <a:pt x="212" y="132"/>
                </a:lnTo>
                <a:lnTo>
                  <a:pt x="150" y="88"/>
                </a:lnTo>
                <a:lnTo>
                  <a:pt x="133" y="115"/>
                </a:lnTo>
                <a:lnTo>
                  <a:pt x="124" y="141"/>
                </a:lnTo>
                <a:lnTo>
                  <a:pt x="106" y="194"/>
                </a:lnTo>
                <a:lnTo>
                  <a:pt x="89" y="220"/>
                </a:lnTo>
                <a:lnTo>
                  <a:pt x="71" y="238"/>
                </a:lnTo>
                <a:lnTo>
                  <a:pt x="45" y="247"/>
                </a:lnTo>
                <a:lnTo>
                  <a:pt x="18" y="229"/>
                </a:lnTo>
                <a:lnTo>
                  <a:pt x="0" y="212"/>
                </a:lnTo>
                <a:lnTo>
                  <a:pt x="9" y="176"/>
                </a:lnTo>
                <a:lnTo>
                  <a:pt x="62" y="62"/>
                </a:lnTo>
                <a:lnTo>
                  <a:pt x="80" y="26"/>
                </a:lnTo>
                <a:lnTo>
                  <a:pt x="106" y="9"/>
                </a:lnTo>
                <a:lnTo>
                  <a:pt x="133" y="0"/>
                </a:lnTo>
                <a:lnTo>
                  <a:pt x="168" y="0"/>
                </a:lnTo>
                <a:lnTo>
                  <a:pt x="186" y="0"/>
                </a:lnTo>
                <a:lnTo>
                  <a:pt x="203" y="9"/>
                </a:lnTo>
                <a:lnTo>
                  <a:pt x="230" y="35"/>
                </a:lnTo>
                <a:lnTo>
                  <a:pt x="247" y="70"/>
                </a:lnTo>
                <a:lnTo>
                  <a:pt x="265" y="106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Freeform 99"/>
          <p:cNvSpPr>
            <a:spLocks noChangeArrowheads="1"/>
          </p:cNvSpPr>
          <p:nvPr/>
        </p:nvSpPr>
        <p:spPr bwMode="auto">
          <a:xfrm>
            <a:off x="4405313" y="2333625"/>
            <a:ext cx="325437" cy="227013"/>
          </a:xfrm>
          <a:custGeom>
            <a:avLst/>
            <a:gdLst>
              <a:gd name="T0" fmla="*/ 396658765 w 266"/>
              <a:gd name="T1" fmla="*/ 234323547 h 187"/>
              <a:gd name="T2" fmla="*/ 396658765 w 266"/>
              <a:gd name="T3" fmla="*/ 234323547 h 187"/>
              <a:gd name="T4" fmla="*/ 369716007 w 266"/>
              <a:gd name="T5" fmla="*/ 260850077 h 187"/>
              <a:gd name="T6" fmla="*/ 369716007 w 266"/>
              <a:gd name="T7" fmla="*/ 260850077 h 187"/>
              <a:gd name="T8" fmla="*/ 330798146 w 266"/>
              <a:gd name="T9" fmla="*/ 274113949 h 187"/>
              <a:gd name="T10" fmla="*/ 317326767 w 266"/>
              <a:gd name="T11" fmla="*/ 260850077 h 187"/>
              <a:gd name="T12" fmla="*/ 317326767 w 266"/>
              <a:gd name="T13" fmla="*/ 260850077 h 187"/>
              <a:gd name="T14" fmla="*/ 211052012 w 266"/>
              <a:gd name="T15" fmla="*/ 156215293 h 187"/>
              <a:gd name="T16" fmla="*/ 211052012 w 266"/>
              <a:gd name="T17" fmla="*/ 156215293 h 187"/>
              <a:gd name="T18" fmla="*/ 172134151 w 266"/>
              <a:gd name="T19" fmla="*/ 117898655 h 187"/>
              <a:gd name="T20" fmla="*/ 172134151 w 266"/>
              <a:gd name="T21" fmla="*/ 117898655 h 187"/>
              <a:gd name="T22" fmla="*/ 118248635 w 266"/>
              <a:gd name="T23" fmla="*/ 182743037 h 187"/>
              <a:gd name="T24" fmla="*/ 92803377 w 266"/>
              <a:gd name="T25" fmla="*/ 196005695 h 187"/>
              <a:gd name="T26" fmla="*/ 52389240 w 266"/>
              <a:gd name="T27" fmla="*/ 207795803 h 187"/>
              <a:gd name="T28" fmla="*/ 52389240 w 266"/>
              <a:gd name="T29" fmla="*/ 207795803 h 187"/>
              <a:gd name="T30" fmla="*/ 38917861 w 266"/>
              <a:gd name="T31" fmla="*/ 196005695 h 187"/>
              <a:gd name="T32" fmla="*/ 38917861 w 266"/>
              <a:gd name="T33" fmla="*/ 196005695 h 187"/>
              <a:gd name="T34" fmla="*/ 13471379 w 266"/>
              <a:gd name="T35" fmla="*/ 156215293 h 187"/>
              <a:gd name="T36" fmla="*/ 0 w 266"/>
              <a:gd name="T37" fmla="*/ 129688764 h 187"/>
              <a:gd name="T38" fmla="*/ 13471379 w 266"/>
              <a:gd name="T39" fmla="*/ 104634783 h 187"/>
              <a:gd name="T40" fmla="*/ 52389240 w 266"/>
              <a:gd name="T41" fmla="*/ 78108254 h 187"/>
              <a:gd name="T42" fmla="*/ 52389240 w 266"/>
              <a:gd name="T43" fmla="*/ 78108254 h 187"/>
              <a:gd name="T44" fmla="*/ 92803377 w 266"/>
              <a:gd name="T45" fmla="*/ 26527744 h 187"/>
              <a:gd name="T46" fmla="*/ 145191393 w 266"/>
              <a:gd name="T47" fmla="*/ 0 h 187"/>
              <a:gd name="T48" fmla="*/ 211052012 w 266"/>
              <a:gd name="T49" fmla="*/ 0 h 187"/>
              <a:gd name="T50" fmla="*/ 263441252 w 266"/>
              <a:gd name="T51" fmla="*/ 26527744 h 187"/>
              <a:gd name="T52" fmla="*/ 263441252 w 266"/>
              <a:gd name="T53" fmla="*/ 26527744 h 187"/>
              <a:gd name="T54" fmla="*/ 303855388 w 266"/>
              <a:gd name="T55" fmla="*/ 53054273 h 187"/>
              <a:gd name="T56" fmla="*/ 356243405 w 266"/>
              <a:gd name="T57" fmla="*/ 117898655 h 187"/>
              <a:gd name="T58" fmla="*/ 383187386 w 266"/>
              <a:gd name="T59" fmla="*/ 182743037 h 187"/>
              <a:gd name="T60" fmla="*/ 396658765 w 266"/>
              <a:gd name="T61" fmla="*/ 234323547 h 187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66" h="187">
                <a:moveTo>
                  <a:pt x="265" y="159"/>
                </a:moveTo>
                <a:lnTo>
                  <a:pt x="265" y="159"/>
                </a:lnTo>
                <a:lnTo>
                  <a:pt x="247" y="177"/>
                </a:lnTo>
                <a:lnTo>
                  <a:pt x="221" y="186"/>
                </a:lnTo>
                <a:lnTo>
                  <a:pt x="212" y="177"/>
                </a:lnTo>
                <a:lnTo>
                  <a:pt x="141" y="106"/>
                </a:lnTo>
                <a:lnTo>
                  <a:pt x="115" y="80"/>
                </a:lnTo>
                <a:lnTo>
                  <a:pt x="79" y="124"/>
                </a:lnTo>
                <a:lnTo>
                  <a:pt x="62" y="133"/>
                </a:lnTo>
                <a:lnTo>
                  <a:pt x="35" y="141"/>
                </a:lnTo>
                <a:lnTo>
                  <a:pt x="26" y="133"/>
                </a:lnTo>
                <a:lnTo>
                  <a:pt x="9" y="106"/>
                </a:lnTo>
                <a:lnTo>
                  <a:pt x="0" y="88"/>
                </a:lnTo>
                <a:lnTo>
                  <a:pt x="9" y="71"/>
                </a:lnTo>
                <a:lnTo>
                  <a:pt x="35" y="53"/>
                </a:lnTo>
                <a:lnTo>
                  <a:pt x="62" y="18"/>
                </a:lnTo>
                <a:lnTo>
                  <a:pt x="97" y="0"/>
                </a:lnTo>
                <a:lnTo>
                  <a:pt x="141" y="0"/>
                </a:lnTo>
                <a:lnTo>
                  <a:pt x="176" y="18"/>
                </a:lnTo>
                <a:lnTo>
                  <a:pt x="203" y="36"/>
                </a:lnTo>
                <a:lnTo>
                  <a:pt x="238" y="80"/>
                </a:lnTo>
                <a:lnTo>
                  <a:pt x="256" y="124"/>
                </a:lnTo>
                <a:lnTo>
                  <a:pt x="265" y="159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100"/>
          <p:cNvSpPr>
            <a:spLocks noChangeArrowheads="1"/>
          </p:cNvSpPr>
          <p:nvPr/>
        </p:nvSpPr>
        <p:spPr bwMode="auto">
          <a:xfrm>
            <a:off x="4232275" y="2906713"/>
            <a:ext cx="271463" cy="141287"/>
          </a:xfrm>
          <a:custGeom>
            <a:avLst/>
            <a:gdLst>
              <a:gd name="T0" fmla="*/ 239902048 w 221"/>
              <a:gd name="T1" fmla="*/ 0 h 116"/>
              <a:gd name="T2" fmla="*/ 239902048 w 221"/>
              <a:gd name="T3" fmla="*/ 0 h 116"/>
              <a:gd name="T4" fmla="*/ 279131523 w 221"/>
              <a:gd name="T5" fmla="*/ 13351622 h 116"/>
              <a:gd name="T6" fmla="*/ 306290106 w 221"/>
              <a:gd name="T7" fmla="*/ 26703243 h 116"/>
              <a:gd name="T8" fmla="*/ 319869398 w 221"/>
              <a:gd name="T9" fmla="*/ 38571351 h 116"/>
              <a:gd name="T10" fmla="*/ 331940289 w 221"/>
              <a:gd name="T11" fmla="*/ 65274594 h 116"/>
              <a:gd name="T12" fmla="*/ 331940289 w 221"/>
              <a:gd name="T13" fmla="*/ 65274594 h 116"/>
              <a:gd name="T14" fmla="*/ 319869398 w 221"/>
              <a:gd name="T15" fmla="*/ 91976619 h 116"/>
              <a:gd name="T16" fmla="*/ 306290106 w 221"/>
              <a:gd name="T17" fmla="*/ 117196349 h 116"/>
              <a:gd name="T18" fmla="*/ 279131523 w 221"/>
              <a:gd name="T19" fmla="*/ 130547970 h 116"/>
              <a:gd name="T20" fmla="*/ 251972939 w 221"/>
              <a:gd name="T21" fmla="*/ 130547970 h 116"/>
              <a:gd name="T22" fmla="*/ 251972939 w 221"/>
              <a:gd name="T23" fmla="*/ 130547970 h 116"/>
              <a:gd name="T24" fmla="*/ 212743465 w 221"/>
              <a:gd name="T25" fmla="*/ 117196349 h 116"/>
              <a:gd name="T26" fmla="*/ 212743465 w 221"/>
              <a:gd name="T27" fmla="*/ 117196349 h 116"/>
              <a:gd name="T28" fmla="*/ 173513991 w 221"/>
              <a:gd name="T29" fmla="*/ 117196349 h 116"/>
              <a:gd name="T30" fmla="*/ 132776115 w 221"/>
              <a:gd name="T31" fmla="*/ 130547970 h 116"/>
              <a:gd name="T32" fmla="*/ 132776115 w 221"/>
              <a:gd name="T33" fmla="*/ 130547970 h 116"/>
              <a:gd name="T34" fmla="*/ 93546641 w 221"/>
              <a:gd name="T35" fmla="*/ 157251213 h 116"/>
              <a:gd name="T36" fmla="*/ 93546641 w 221"/>
              <a:gd name="T37" fmla="*/ 157251213 h 116"/>
              <a:gd name="T38" fmla="*/ 52808766 w 221"/>
              <a:gd name="T39" fmla="*/ 170602835 h 116"/>
              <a:gd name="T40" fmla="*/ 25650183 w 221"/>
              <a:gd name="T41" fmla="*/ 157251213 h 116"/>
              <a:gd name="T42" fmla="*/ 13579292 w 221"/>
              <a:gd name="T43" fmla="*/ 143899592 h 116"/>
              <a:gd name="T44" fmla="*/ 0 w 221"/>
              <a:gd name="T45" fmla="*/ 117196349 h 116"/>
              <a:gd name="T46" fmla="*/ 0 w 221"/>
              <a:gd name="T47" fmla="*/ 117196349 h 116"/>
              <a:gd name="T48" fmla="*/ 0 w 221"/>
              <a:gd name="T49" fmla="*/ 91976619 h 116"/>
              <a:gd name="T50" fmla="*/ 0 w 221"/>
              <a:gd name="T51" fmla="*/ 78626216 h 116"/>
              <a:gd name="T52" fmla="*/ 0 w 221"/>
              <a:gd name="T53" fmla="*/ 78626216 h 116"/>
              <a:gd name="T54" fmla="*/ 39229474 w 221"/>
              <a:gd name="T55" fmla="*/ 51922973 h 116"/>
              <a:gd name="T56" fmla="*/ 66388058 w 221"/>
              <a:gd name="T57" fmla="*/ 38571351 h 116"/>
              <a:gd name="T58" fmla="*/ 66388058 w 221"/>
              <a:gd name="T59" fmla="*/ 38571351 h 116"/>
              <a:gd name="T60" fmla="*/ 239902048 w 221"/>
              <a:gd name="T61" fmla="*/ 0 h 11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221" h="116">
                <a:moveTo>
                  <a:pt x="159" y="0"/>
                </a:moveTo>
                <a:lnTo>
                  <a:pt x="159" y="0"/>
                </a:lnTo>
                <a:lnTo>
                  <a:pt x="185" y="9"/>
                </a:lnTo>
                <a:lnTo>
                  <a:pt x="203" y="18"/>
                </a:lnTo>
                <a:lnTo>
                  <a:pt x="212" y="26"/>
                </a:lnTo>
                <a:lnTo>
                  <a:pt x="220" y="44"/>
                </a:lnTo>
                <a:lnTo>
                  <a:pt x="212" y="62"/>
                </a:lnTo>
                <a:lnTo>
                  <a:pt x="203" y="79"/>
                </a:lnTo>
                <a:lnTo>
                  <a:pt x="185" y="88"/>
                </a:lnTo>
                <a:lnTo>
                  <a:pt x="167" y="88"/>
                </a:lnTo>
                <a:lnTo>
                  <a:pt x="141" y="79"/>
                </a:lnTo>
                <a:lnTo>
                  <a:pt x="115" y="79"/>
                </a:lnTo>
                <a:lnTo>
                  <a:pt x="88" y="88"/>
                </a:lnTo>
                <a:lnTo>
                  <a:pt x="62" y="106"/>
                </a:lnTo>
                <a:lnTo>
                  <a:pt x="35" y="115"/>
                </a:lnTo>
                <a:lnTo>
                  <a:pt x="17" y="106"/>
                </a:lnTo>
                <a:lnTo>
                  <a:pt x="9" y="97"/>
                </a:lnTo>
                <a:lnTo>
                  <a:pt x="0" y="79"/>
                </a:lnTo>
                <a:lnTo>
                  <a:pt x="0" y="62"/>
                </a:lnTo>
                <a:lnTo>
                  <a:pt x="0" y="53"/>
                </a:lnTo>
                <a:lnTo>
                  <a:pt x="26" y="35"/>
                </a:lnTo>
                <a:lnTo>
                  <a:pt x="44" y="26"/>
                </a:lnTo>
                <a:lnTo>
                  <a:pt x="159" y="0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Freeform 101"/>
          <p:cNvSpPr>
            <a:spLocks noChangeArrowheads="1"/>
          </p:cNvSpPr>
          <p:nvPr/>
        </p:nvSpPr>
        <p:spPr bwMode="auto">
          <a:xfrm>
            <a:off x="4081463" y="2647950"/>
            <a:ext cx="139700" cy="85725"/>
          </a:xfrm>
          <a:custGeom>
            <a:avLst/>
            <a:gdLst>
              <a:gd name="T0" fmla="*/ 0 w 116"/>
              <a:gd name="T1" fmla="*/ 38275022 h 72"/>
              <a:gd name="T2" fmla="*/ 0 w 116"/>
              <a:gd name="T3" fmla="*/ 38275022 h 72"/>
              <a:gd name="T4" fmla="*/ 39159355 w 116"/>
              <a:gd name="T5" fmla="*/ 12758738 h 72"/>
              <a:gd name="T6" fmla="*/ 63816405 w 116"/>
              <a:gd name="T7" fmla="*/ 0 h 72"/>
              <a:gd name="T8" fmla="*/ 89922241 w 116"/>
              <a:gd name="T9" fmla="*/ 0 h 72"/>
              <a:gd name="T10" fmla="*/ 116029280 w 116"/>
              <a:gd name="T11" fmla="*/ 0 h 72"/>
              <a:gd name="T12" fmla="*/ 116029280 w 116"/>
              <a:gd name="T13" fmla="*/ 0 h 72"/>
              <a:gd name="T14" fmla="*/ 153738646 w 116"/>
              <a:gd name="T15" fmla="*/ 25516284 h 72"/>
              <a:gd name="T16" fmla="*/ 166792166 w 116"/>
              <a:gd name="T17" fmla="*/ 75132009 h 72"/>
              <a:gd name="T18" fmla="*/ 166792166 w 116"/>
              <a:gd name="T19" fmla="*/ 75132009 h 72"/>
              <a:gd name="T20" fmla="*/ 116029280 w 116"/>
              <a:gd name="T21" fmla="*/ 100648294 h 72"/>
              <a:gd name="T22" fmla="*/ 76868721 w 116"/>
              <a:gd name="T23" fmla="*/ 100648294 h 72"/>
              <a:gd name="T24" fmla="*/ 39159355 w 116"/>
              <a:gd name="T25" fmla="*/ 87890747 h 72"/>
              <a:gd name="T26" fmla="*/ 0 w 116"/>
              <a:gd name="T27" fmla="*/ 38275022 h 72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16" h="72">
                <a:moveTo>
                  <a:pt x="0" y="27"/>
                </a:moveTo>
                <a:lnTo>
                  <a:pt x="0" y="27"/>
                </a:lnTo>
                <a:lnTo>
                  <a:pt x="27" y="9"/>
                </a:lnTo>
                <a:lnTo>
                  <a:pt x="44" y="0"/>
                </a:lnTo>
                <a:lnTo>
                  <a:pt x="62" y="0"/>
                </a:lnTo>
                <a:lnTo>
                  <a:pt x="80" y="0"/>
                </a:lnTo>
                <a:lnTo>
                  <a:pt x="106" y="18"/>
                </a:lnTo>
                <a:lnTo>
                  <a:pt x="115" y="53"/>
                </a:lnTo>
                <a:lnTo>
                  <a:pt x="80" y="71"/>
                </a:lnTo>
                <a:lnTo>
                  <a:pt x="53" y="71"/>
                </a:lnTo>
                <a:lnTo>
                  <a:pt x="27" y="62"/>
                </a:lnTo>
                <a:lnTo>
                  <a:pt x="0" y="27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Freeform 102"/>
          <p:cNvSpPr>
            <a:spLocks noChangeArrowheads="1"/>
          </p:cNvSpPr>
          <p:nvPr/>
        </p:nvSpPr>
        <p:spPr bwMode="auto">
          <a:xfrm>
            <a:off x="4535488" y="2636838"/>
            <a:ext cx="85725" cy="76200"/>
          </a:xfrm>
          <a:custGeom>
            <a:avLst/>
            <a:gdLst>
              <a:gd name="T0" fmla="*/ 51023279 w 71"/>
              <a:gd name="T1" fmla="*/ 90702190 h 63"/>
              <a:gd name="T2" fmla="*/ 51023279 w 71"/>
              <a:gd name="T3" fmla="*/ 90702190 h 63"/>
              <a:gd name="T4" fmla="*/ 26240302 w 71"/>
              <a:gd name="T5" fmla="*/ 77536524 h 63"/>
              <a:gd name="T6" fmla="*/ 13120755 w 71"/>
              <a:gd name="T7" fmla="*/ 77536524 h 63"/>
              <a:gd name="T8" fmla="*/ 0 w 71"/>
              <a:gd name="T9" fmla="*/ 52666295 h 63"/>
              <a:gd name="T10" fmla="*/ 0 w 71"/>
              <a:gd name="T11" fmla="*/ 39499419 h 63"/>
              <a:gd name="T12" fmla="*/ 0 w 71"/>
              <a:gd name="T13" fmla="*/ 39499419 h 63"/>
              <a:gd name="T14" fmla="*/ 0 w 71"/>
              <a:gd name="T15" fmla="*/ 26332543 h 63"/>
              <a:gd name="T16" fmla="*/ 13120755 w 71"/>
              <a:gd name="T17" fmla="*/ 13166876 h 63"/>
              <a:gd name="T18" fmla="*/ 51023279 w 71"/>
              <a:gd name="T19" fmla="*/ 0 h 63"/>
              <a:gd name="T20" fmla="*/ 51023279 w 71"/>
              <a:gd name="T21" fmla="*/ 0 h 63"/>
              <a:gd name="T22" fmla="*/ 90383127 w 71"/>
              <a:gd name="T23" fmla="*/ 13166876 h 63"/>
              <a:gd name="T24" fmla="*/ 102046557 w 71"/>
              <a:gd name="T25" fmla="*/ 39499419 h 63"/>
              <a:gd name="T26" fmla="*/ 102046557 w 71"/>
              <a:gd name="T27" fmla="*/ 39499419 h 63"/>
              <a:gd name="T28" fmla="*/ 102046557 w 71"/>
              <a:gd name="T29" fmla="*/ 64369648 h 63"/>
              <a:gd name="T30" fmla="*/ 90383127 w 71"/>
              <a:gd name="T31" fmla="*/ 77536524 h 63"/>
              <a:gd name="T32" fmla="*/ 51023279 w 71"/>
              <a:gd name="T33" fmla="*/ 90702190 h 63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0" t="0" r="r" b="b"/>
            <a:pathLst>
              <a:path w="71" h="63">
                <a:moveTo>
                  <a:pt x="35" y="62"/>
                </a:moveTo>
                <a:lnTo>
                  <a:pt x="35" y="62"/>
                </a:lnTo>
                <a:lnTo>
                  <a:pt x="18" y="53"/>
                </a:lnTo>
                <a:lnTo>
                  <a:pt x="9" y="53"/>
                </a:lnTo>
                <a:lnTo>
                  <a:pt x="0" y="36"/>
                </a:lnTo>
                <a:lnTo>
                  <a:pt x="0" y="27"/>
                </a:lnTo>
                <a:lnTo>
                  <a:pt x="0" y="18"/>
                </a:lnTo>
                <a:lnTo>
                  <a:pt x="9" y="9"/>
                </a:lnTo>
                <a:lnTo>
                  <a:pt x="35" y="0"/>
                </a:lnTo>
                <a:lnTo>
                  <a:pt x="62" y="9"/>
                </a:lnTo>
                <a:lnTo>
                  <a:pt x="70" y="27"/>
                </a:lnTo>
                <a:lnTo>
                  <a:pt x="70" y="44"/>
                </a:lnTo>
                <a:lnTo>
                  <a:pt x="62" y="53"/>
                </a:lnTo>
                <a:lnTo>
                  <a:pt x="35" y="62"/>
                </a:lnTo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2286000" y="1695450"/>
            <a:ext cx="4521200" cy="2552700"/>
            <a:chOff x="2286000" y="1504950"/>
            <a:chExt cx="4520538" cy="2552265"/>
          </a:xfrm>
        </p:grpSpPr>
        <p:sp>
          <p:nvSpPr>
            <p:cNvPr id="2" name="Freeform 95"/>
            <p:cNvSpPr>
              <a:spLocks noChangeArrowheads="1"/>
            </p:cNvSpPr>
            <p:nvPr/>
          </p:nvSpPr>
          <p:spPr bwMode="auto">
            <a:xfrm>
              <a:off x="2674881" y="1504950"/>
              <a:ext cx="736492" cy="1199945"/>
            </a:xfrm>
            <a:custGeom>
              <a:avLst/>
              <a:gdLst>
                <a:gd name="T0" fmla="*/ 66075954 w 601"/>
                <a:gd name="T1" fmla="*/ 1374801475 h 980"/>
                <a:gd name="T2" fmla="*/ 40546274 w 601"/>
                <a:gd name="T3" fmla="*/ 1335820405 h 980"/>
                <a:gd name="T4" fmla="*/ 27030849 w 601"/>
                <a:gd name="T5" fmla="*/ 1203887676 h 980"/>
                <a:gd name="T6" fmla="*/ 13515425 w 601"/>
                <a:gd name="T7" fmla="*/ 965508807 h 980"/>
                <a:gd name="T8" fmla="*/ 13515425 w 601"/>
                <a:gd name="T9" fmla="*/ 859062665 h 980"/>
                <a:gd name="T10" fmla="*/ 0 w 601"/>
                <a:gd name="T11" fmla="*/ 647670314 h 980"/>
                <a:gd name="T12" fmla="*/ 0 w 601"/>
                <a:gd name="T13" fmla="*/ 170912574 h 980"/>
                <a:gd name="T14" fmla="*/ 0 w 601"/>
                <a:gd name="T15" fmla="*/ 38979846 h 980"/>
                <a:gd name="T16" fmla="*/ 27030849 w 601"/>
                <a:gd name="T17" fmla="*/ 0 h 980"/>
                <a:gd name="T18" fmla="*/ 106622229 w 601"/>
                <a:gd name="T19" fmla="*/ 118439469 h 980"/>
                <a:gd name="T20" fmla="*/ 106622229 w 601"/>
                <a:gd name="T21" fmla="*/ 383804857 h 980"/>
                <a:gd name="T22" fmla="*/ 120137653 w 601"/>
                <a:gd name="T23" fmla="*/ 647670314 h 980"/>
                <a:gd name="T24" fmla="*/ 132150684 w 601"/>
                <a:gd name="T25" fmla="*/ 979002066 h 980"/>
                <a:gd name="T26" fmla="*/ 132150684 w 601"/>
                <a:gd name="T27" fmla="*/ 1215882229 h 980"/>
                <a:gd name="T28" fmla="*/ 120137653 w 601"/>
                <a:gd name="T29" fmla="*/ 1229375488 h 980"/>
                <a:gd name="T30" fmla="*/ 186212382 w 601"/>
                <a:gd name="T31" fmla="*/ 1335820405 h 980"/>
                <a:gd name="T32" fmla="*/ 238772912 w 601"/>
                <a:gd name="T33" fmla="*/ 1308835111 h 980"/>
                <a:gd name="T34" fmla="*/ 291332216 w 601"/>
                <a:gd name="T35" fmla="*/ 1176901158 h 980"/>
                <a:gd name="T36" fmla="*/ 252288337 w 601"/>
                <a:gd name="T37" fmla="*/ 1017981912 h 980"/>
                <a:gd name="T38" fmla="*/ 277816792 w 601"/>
                <a:gd name="T39" fmla="*/ 634177055 h 980"/>
                <a:gd name="T40" fmla="*/ 357408171 w 601"/>
                <a:gd name="T41" fmla="*/ 608690468 h 980"/>
                <a:gd name="T42" fmla="*/ 491060024 w 601"/>
                <a:gd name="T43" fmla="*/ 661163573 h 980"/>
                <a:gd name="T44" fmla="*/ 557135978 w 601"/>
                <a:gd name="T45" fmla="*/ 568210691 h 980"/>
                <a:gd name="T46" fmla="*/ 609695282 w 601"/>
                <a:gd name="T47" fmla="*/ 502244326 h 980"/>
                <a:gd name="T48" fmla="*/ 650241557 w 601"/>
                <a:gd name="T49" fmla="*/ 529230845 h 980"/>
                <a:gd name="T50" fmla="*/ 650241557 w 601"/>
                <a:gd name="T51" fmla="*/ 541225397 h 980"/>
                <a:gd name="T52" fmla="*/ 662255812 w 601"/>
                <a:gd name="T53" fmla="*/ 554717431 h 980"/>
                <a:gd name="T54" fmla="*/ 702802086 w 601"/>
                <a:gd name="T55" fmla="*/ 541225397 h 980"/>
                <a:gd name="T56" fmla="*/ 807921920 w 601"/>
                <a:gd name="T57" fmla="*/ 502244326 h 980"/>
                <a:gd name="T58" fmla="*/ 795907665 w 601"/>
                <a:gd name="T59" fmla="*/ 436277962 h 980"/>
                <a:gd name="T60" fmla="*/ 782392240 w 601"/>
                <a:gd name="T61" fmla="*/ 145425987 h 980"/>
                <a:gd name="T62" fmla="*/ 875499044 w 601"/>
                <a:gd name="T63" fmla="*/ 170912574 h 980"/>
                <a:gd name="T64" fmla="*/ 875499044 w 601"/>
                <a:gd name="T65" fmla="*/ 197899092 h 980"/>
                <a:gd name="T66" fmla="*/ 848468195 w 601"/>
                <a:gd name="T67" fmla="*/ 343325080 h 980"/>
                <a:gd name="T68" fmla="*/ 875499044 w 601"/>
                <a:gd name="T69" fmla="*/ 409291444 h 980"/>
                <a:gd name="T70" fmla="*/ 901028724 w 601"/>
                <a:gd name="T71" fmla="*/ 488751067 h 980"/>
                <a:gd name="T72" fmla="*/ 861983619 w 601"/>
                <a:gd name="T73" fmla="*/ 581703950 h 980"/>
                <a:gd name="T74" fmla="*/ 861983619 w 601"/>
                <a:gd name="T75" fmla="*/ 595197209 h 980"/>
                <a:gd name="T76" fmla="*/ 795907665 w 601"/>
                <a:gd name="T77" fmla="*/ 634177055 h 980"/>
                <a:gd name="T78" fmla="*/ 768876815 w 601"/>
                <a:gd name="T79" fmla="*/ 647670314 h 980"/>
                <a:gd name="T80" fmla="*/ 755361391 w 601"/>
                <a:gd name="T81" fmla="*/ 661163573 h 980"/>
                <a:gd name="T82" fmla="*/ 741845966 w 601"/>
                <a:gd name="T83" fmla="*/ 700144643 h 980"/>
                <a:gd name="T84" fmla="*/ 716317511 w 601"/>
                <a:gd name="T85" fmla="*/ 740623196 h 980"/>
                <a:gd name="T86" fmla="*/ 675771237 w 601"/>
                <a:gd name="T87" fmla="*/ 740623196 h 980"/>
                <a:gd name="T88" fmla="*/ 570651403 w 601"/>
                <a:gd name="T89" fmla="*/ 806589560 h 980"/>
                <a:gd name="T90" fmla="*/ 370923596 w 601"/>
                <a:gd name="T91" fmla="*/ 793096301 h 980"/>
                <a:gd name="T92" fmla="*/ 357408171 w 601"/>
                <a:gd name="T93" fmla="*/ 833576078 h 980"/>
                <a:gd name="T94" fmla="*/ 345393915 w 601"/>
                <a:gd name="T95" fmla="*/ 886049183 h 980"/>
                <a:gd name="T96" fmla="*/ 345393915 w 601"/>
                <a:gd name="T97" fmla="*/ 1136422605 h 980"/>
                <a:gd name="T98" fmla="*/ 357408171 w 601"/>
                <a:gd name="T99" fmla="*/ 1190394417 h 980"/>
                <a:gd name="T100" fmla="*/ 318363066 w 601"/>
                <a:gd name="T101" fmla="*/ 1374801475 h 980"/>
                <a:gd name="T102" fmla="*/ 277816792 w 601"/>
                <a:gd name="T103" fmla="*/ 1454261098 h 980"/>
                <a:gd name="T104" fmla="*/ 79591379 w 601"/>
                <a:gd name="T105" fmla="*/ 1401786769 h 980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601" h="980">
                  <a:moveTo>
                    <a:pt x="53" y="935"/>
                  </a:moveTo>
                  <a:lnTo>
                    <a:pt x="53" y="935"/>
                  </a:lnTo>
                  <a:lnTo>
                    <a:pt x="53" y="926"/>
                  </a:lnTo>
                  <a:lnTo>
                    <a:pt x="44" y="917"/>
                  </a:lnTo>
                  <a:lnTo>
                    <a:pt x="35" y="900"/>
                  </a:lnTo>
                  <a:lnTo>
                    <a:pt x="27" y="891"/>
                  </a:lnTo>
                  <a:lnTo>
                    <a:pt x="27" y="873"/>
                  </a:lnTo>
                  <a:lnTo>
                    <a:pt x="18" y="838"/>
                  </a:lnTo>
                  <a:lnTo>
                    <a:pt x="18" y="803"/>
                  </a:lnTo>
                  <a:lnTo>
                    <a:pt x="27" y="758"/>
                  </a:lnTo>
                  <a:lnTo>
                    <a:pt x="27" y="723"/>
                  </a:lnTo>
                  <a:lnTo>
                    <a:pt x="18" y="653"/>
                  </a:lnTo>
                  <a:lnTo>
                    <a:pt x="9" y="644"/>
                  </a:lnTo>
                  <a:lnTo>
                    <a:pt x="9" y="600"/>
                  </a:lnTo>
                  <a:lnTo>
                    <a:pt x="9" y="573"/>
                  </a:lnTo>
                  <a:lnTo>
                    <a:pt x="9" y="538"/>
                  </a:lnTo>
                  <a:lnTo>
                    <a:pt x="0" y="432"/>
                  </a:lnTo>
                  <a:lnTo>
                    <a:pt x="0" y="317"/>
                  </a:lnTo>
                  <a:lnTo>
                    <a:pt x="0" y="203"/>
                  </a:lnTo>
                  <a:lnTo>
                    <a:pt x="0" y="114"/>
                  </a:lnTo>
                  <a:lnTo>
                    <a:pt x="0" y="70"/>
                  </a:lnTo>
                  <a:lnTo>
                    <a:pt x="0" y="61"/>
                  </a:lnTo>
                  <a:lnTo>
                    <a:pt x="0" y="26"/>
                  </a:lnTo>
                  <a:lnTo>
                    <a:pt x="9" y="8"/>
                  </a:lnTo>
                  <a:lnTo>
                    <a:pt x="18" y="0"/>
                  </a:lnTo>
                  <a:lnTo>
                    <a:pt x="35" y="8"/>
                  </a:lnTo>
                  <a:lnTo>
                    <a:pt x="53" y="17"/>
                  </a:lnTo>
                  <a:lnTo>
                    <a:pt x="62" y="53"/>
                  </a:lnTo>
                  <a:lnTo>
                    <a:pt x="71" y="79"/>
                  </a:lnTo>
                  <a:lnTo>
                    <a:pt x="71" y="194"/>
                  </a:lnTo>
                  <a:lnTo>
                    <a:pt x="71" y="256"/>
                  </a:lnTo>
                  <a:lnTo>
                    <a:pt x="71" y="344"/>
                  </a:lnTo>
                  <a:lnTo>
                    <a:pt x="80" y="432"/>
                  </a:lnTo>
                  <a:lnTo>
                    <a:pt x="80" y="511"/>
                  </a:lnTo>
                  <a:lnTo>
                    <a:pt x="80" y="591"/>
                  </a:lnTo>
                  <a:lnTo>
                    <a:pt x="88" y="653"/>
                  </a:lnTo>
                  <a:lnTo>
                    <a:pt x="97" y="723"/>
                  </a:lnTo>
                  <a:lnTo>
                    <a:pt x="97" y="758"/>
                  </a:lnTo>
                  <a:lnTo>
                    <a:pt x="88" y="785"/>
                  </a:lnTo>
                  <a:lnTo>
                    <a:pt x="88" y="811"/>
                  </a:lnTo>
                  <a:lnTo>
                    <a:pt x="80" y="820"/>
                  </a:lnTo>
                  <a:lnTo>
                    <a:pt x="88" y="856"/>
                  </a:lnTo>
                  <a:lnTo>
                    <a:pt x="97" y="873"/>
                  </a:lnTo>
                  <a:lnTo>
                    <a:pt x="124" y="891"/>
                  </a:lnTo>
                  <a:lnTo>
                    <a:pt x="150" y="891"/>
                  </a:lnTo>
                  <a:lnTo>
                    <a:pt x="159" y="873"/>
                  </a:lnTo>
                  <a:lnTo>
                    <a:pt x="185" y="829"/>
                  </a:lnTo>
                  <a:lnTo>
                    <a:pt x="194" y="785"/>
                  </a:lnTo>
                  <a:lnTo>
                    <a:pt x="185" y="767"/>
                  </a:lnTo>
                  <a:lnTo>
                    <a:pt x="185" y="750"/>
                  </a:lnTo>
                  <a:lnTo>
                    <a:pt x="168" y="723"/>
                  </a:lnTo>
                  <a:lnTo>
                    <a:pt x="168" y="679"/>
                  </a:lnTo>
                  <a:lnTo>
                    <a:pt x="185" y="441"/>
                  </a:lnTo>
                  <a:lnTo>
                    <a:pt x="185" y="423"/>
                  </a:lnTo>
                  <a:lnTo>
                    <a:pt x="194" y="406"/>
                  </a:lnTo>
                  <a:lnTo>
                    <a:pt x="212" y="406"/>
                  </a:lnTo>
                  <a:lnTo>
                    <a:pt x="238" y="406"/>
                  </a:lnTo>
                  <a:lnTo>
                    <a:pt x="265" y="423"/>
                  </a:lnTo>
                  <a:lnTo>
                    <a:pt x="300" y="432"/>
                  </a:lnTo>
                  <a:lnTo>
                    <a:pt x="327" y="441"/>
                  </a:lnTo>
                  <a:lnTo>
                    <a:pt x="344" y="432"/>
                  </a:lnTo>
                  <a:lnTo>
                    <a:pt x="353" y="423"/>
                  </a:lnTo>
                  <a:lnTo>
                    <a:pt x="362" y="406"/>
                  </a:lnTo>
                  <a:lnTo>
                    <a:pt x="371" y="379"/>
                  </a:lnTo>
                  <a:lnTo>
                    <a:pt x="380" y="353"/>
                  </a:lnTo>
                  <a:lnTo>
                    <a:pt x="388" y="344"/>
                  </a:lnTo>
                  <a:lnTo>
                    <a:pt x="406" y="335"/>
                  </a:lnTo>
                  <a:lnTo>
                    <a:pt x="415" y="344"/>
                  </a:lnTo>
                  <a:lnTo>
                    <a:pt x="433" y="353"/>
                  </a:lnTo>
                  <a:lnTo>
                    <a:pt x="433" y="361"/>
                  </a:lnTo>
                  <a:lnTo>
                    <a:pt x="441" y="361"/>
                  </a:lnTo>
                  <a:lnTo>
                    <a:pt x="441" y="370"/>
                  </a:lnTo>
                  <a:lnTo>
                    <a:pt x="450" y="370"/>
                  </a:lnTo>
                  <a:lnTo>
                    <a:pt x="468" y="361"/>
                  </a:lnTo>
                  <a:lnTo>
                    <a:pt x="486" y="353"/>
                  </a:lnTo>
                  <a:lnTo>
                    <a:pt x="538" y="335"/>
                  </a:lnTo>
                  <a:lnTo>
                    <a:pt x="530" y="308"/>
                  </a:lnTo>
                  <a:lnTo>
                    <a:pt x="530" y="291"/>
                  </a:lnTo>
                  <a:lnTo>
                    <a:pt x="512" y="203"/>
                  </a:lnTo>
                  <a:lnTo>
                    <a:pt x="512" y="158"/>
                  </a:lnTo>
                  <a:lnTo>
                    <a:pt x="512" y="106"/>
                  </a:lnTo>
                  <a:lnTo>
                    <a:pt x="521" y="97"/>
                  </a:lnTo>
                  <a:lnTo>
                    <a:pt x="530" y="97"/>
                  </a:lnTo>
                  <a:lnTo>
                    <a:pt x="583" y="114"/>
                  </a:lnTo>
                  <a:lnTo>
                    <a:pt x="591" y="123"/>
                  </a:lnTo>
                  <a:lnTo>
                    <a:pt x="591" y="132"/>
                  </a:lnTo>
                  <a:lnTo>
                    <a:pt x="583" y="132"/>
                  </a:lnTo>
                  <a:lnTo>
                    <a:pt x="574" y="150"/>
                  </a:lnTo>
                  <a:lnTo>
                    <a:pt x="565" y="167"/>
                  </a:lnTo>
                  <a:lnTo>
                    <a:pt x="565" y="194"/>
                  </a:lnTo>
                  <a:lnTo>
                    <a:pt x="565" y="229"/>
                  </a:lnTo>
                  <a:lnTo>
                    <a:pt x="574" y="238"/>
                  </a:lnTo>
                  <a:lnTo>
                    <a:pt x="583" y="273"/>
                  </a:lnTo>
                  <a:lnTo>
                    <a:pt x="591" y="291"/>
                  </a:lnTo>
                  <a:lnTo>
                    <a:pt x="591" y="308"/>
                  </a:lnTo>
                  <a:lnTo>
                    <a:pt x="600" y="326"/>
                  </a:lnTo>
                  <a:lnTo>
                    <a:pt x="591" y="353"/>
                  </a:lnTo>
                  <a:lnTo>
                    <a:pt x="574" y="388"/>
                  </a:lnTo>
                  <a:lnTo>
                    <a:pt x="574" y="397"/>
                  </a:lnTo>
                  <a:lnTo>
                    <a:pt x="565" y="406"/>
                  </a:lnTo>
                  <a:lnTo>
                    <a:pt x="547" y="414"/>
                  </a:lnTo>
                  <a:lnTo>
                    <a:pt x="530" y="423"/>
                  </a:lnTo>
                  <a:lnTo>
                    <a:pt x="512" y="432"/>
                  </a:lnTo>
                  <a:lnTo>
                    <a:pt x="503" y="441"/>
                  </a:lnTo>
                  <a:lnTo>
                    <a:pt x="494" y="467"/>
                  </a:lnTo>
                  <a:lnTo>
                    <a:pt x="494" y="476"/>
                  </a:lnTo>
                  <a:lnTo>
                    <a:pt x="486" y="485"/>
                  </a:lnTo>
                  <a:lnTo>
                    <a:pt x="477" y="494"/>
                  </a:lnTo>
                  <a:lnTo>
                    <a:pt x="459" y="494"/>
                  </a:lnTo>
                  <a:lnTo>
                    <a:pt x="450" y="494"/>
                  </a:lnTo>
                  <a:lnTo>
                    <a:pt x="441" y="494"/>
                  </a:lnTo>
                  <a:lnTo>
                    <a:pt x="406" y="485"/>
                  </a:lnTo>
                  <a:lnTo>
                    <a:pt x="380" y="538"/>
                  </a:lnTo>
                  <a:lnTo>
                    <a:pt x="371" y="547"/>
                  </a:lnTo>
                  <a:lnTo>
                    <a:pt x="362" y="547"/>
                  </a:lnTo>
                  <a:lnTo>
                    <a:pt x="247" y="511"/>
                  </a:lnTo>
                  <a:lnTo>
                    <a:pt x="247" y="529"/>
                  </a:lnTo>
                  <a:lnTo>
                    <a:pt x="238" y="547"/>
                  </a:lnTo>
                  <a:lnTo>
                    <a:pt x="238" y="556"/>
                  </a:lnTo>
                  <a:lnTo>
                    <a:pt x="230" y="573"/>
                  </a:lnTo>
                  <a:lnTo>
                    <a:pt x="230" y="591"/>
                  </a:lnTo>
                  <a:lnTo>
                    <a:pt x="212" y="635"/>
                  </a:lnTo>
                  <a:lnTo>
                    <a:pt x="212" y="679"/>
                  </a:lnTo>
                  <a:lnTo>
                    <a:pt x="212" y="714"/>
                  </a:lnTo>
                  <a:lnTo>
                    <a:pt x="230" y="758"/>
                  </a:lnTo>
                  <a:lnTo>
                    <a:pt x="238" y="776"/>
                  </a:lnTo>
                  <a:lnTo>
                    <a:pt x="238" y="785"/>
                  </a:lnTo>
                  <a:lnTo>
                    <a:pt x="238" y="794"/>
                  </a:lnTo>
                  <a:lnTo>
                    <a:pt x="238" y="838"/>
                  </a:lnTo>
                  <a:lnTo>
                    <a:pt x="221" y="891"/>
                  </a:lnTo>
                  <a:lnTo>
                    <a:pt x="212" y="917"/>
                  </a:lnTo>
                  <a:lnTo>
                    <a:pt x="203" y="944"/>
                  </a:lnTo>
                  <a:lnTo>
                    <a:pt x="185" y="970"/>
                  </a:lnTo>
                  <a:lnTo>
                    <a:pt x="177" y="979"/>
                  </a:lnTo>
                  <a:lnTo>
                    <a:pt x="106" y="970"/>
                  </a:lnTo>
                  <a:lnTo>
                    <a:pt x="80" y="961"/>
                  </a:lnTo>
                  <a:lnTo>
                    <a:pt x="53" y="935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103"/>
            <p:cNvSpPr>
              <a:spLocks noChangeArrowheads="1"/>
            </p:cNvSpPr>
            <p:nvPr/>
          </p:nvSpPr>
          <p:spPr bwMode="auto">
            <a:xfrm>
              <a:off x="2708213" y="3569936"/>
              <a:ext cx="269835" cy="141263"/>
            </a:xfrm>
            <a:custGeom>
              <a:avLst/>
              <a:gdLst>
                <a:gd name="T0" fmla="*/ 79011595 w 221"/>
                <a:gd name="T1" fmla="*/ 0 h 116"/>
                <a:gd name="T2" fmla="*/ 79011595 w 221"/>
                <a:gd name="T3" fmla="*/ 0 h 116"/>
                <a:gd name="T4" fmla="*/ 38759783 w 221"/>
                <a:gd name="T5" fmla="*/ 0 h 116"/>
                <a:gd name="T6" fmla="*/ 11926463 w 221"/>
                <a:gd name="T7" fmla="*/ 13346918 h 116"/>
                <a:gd name="T8" fmla="*/ 0 w 221"/>
                <a:gd name="T9" fmla="*/ 38557492 h 116"/>
                <a:gd name="T10" fmla="*/ 0 w 221"/>
                <a:gd name="T11" fmla="*/ 65252546 h 116"/>
                <a:gd name="T12" fmla="*/ 0 w 221"/>
                <a:gd name="T13" fmla="*/ 65252546 h 116"/>
                <a:gd name="T14" fmla="*/ 0 w 221"/>
                <a:gd name="T15" fmla="*/ 91946382 h 116"/>
                <a:gd name="T16" fmla="*/ 11926463 w 221"/>
                <a:gd name="T17" fmla="*/ 117156956 h 116"/>
                <a:gd name="T18" fmla="*/ 38759783 w 221"/>
                <a:gd name="T19" fmla="*/ 130503874 h 116"/>
                <a:gd name="T20" fmla="*/ 65594324 w 221"/>
                <a:gd name="T21" fmla="*/ 130503874 h 116"/>
                <a:gd name="T22" fmla="*/ 65594324 w 221"/>
                <a:gd name="T23" fmla="*/ 130503874 h 116"/>
                <a:gd name="T24" fmla="*/ 104354108 w 221"/>
                <a:gd name="T25" fmla="*/ 117156956 h 116"/>
                <a:gd name="T26" fmla="*/ 104354108 w 221"/>
                <a:gd name="T27" fmla="*/ 117156956 h 116"/>
                <a:gd name="T28" fmla="*/ 144604699 w 221"/>
                <a:gd name="T29" fmla="*/ 117156956 h 116"/>
                <a:gd name="T30" fmla="*/ 183365703 w 221"/>
                <a:gd name="T31" fmla="*/ 130503874 h 116"/>
                <a:gd name="T32" fmla="*/ 183365703 w 221"/>
                <a:gd name="T33" fmla="*/ 130503874 h 116"/>
                <a:gd name="T34" fmla="*/ 235542757 w 221"/>
                <a:gd name="T35" fmla="*/ 157197710 h 116"/>
                <a:gd name="T36" fmla="*/ 235542757 w 221"/>
                <a:gd name="T37" fmla="*/ 157197710 h 116"/>
                <a:gd name="T38" fmla="*/ 262376077 w 221"/>
                <a:gd name="T39" fmla="*/ 170544628 h 116"/>
                <a:gd name="T40" fmla="*/ 289210618 w 221"/>
                <a:gd name="T41" fmla="*/ 157197710 h 116"/>
                <a:gd name="T42" fmla="*/ 314553131 w 221"/>
                <a:gd name="T43" fmla="*/ 143850792 h 116"/>
                <a:gd name="T44" fmla="*/ 327970401 w 221"/>
                <a:gd name="T45" fmla="*/ 117156956 h 116"/>
                <a:gd name="T46" fmla="*/ 327970401 w 221"/>
                <a:gd name="T47" fmla="*/ 117156956 h 116"/>
                <a:gd name="T48" fmla="*/ 327970401 w 221"/>
                <a:gd name="T49" fmla="*/ 91946382 h 116"/>
                <a:gd name="T50" fmla="*/ 314553131 w 221"/>
                <a:gd name="T51" fmla="*/ 78599464 h 116"/>
                <a:gd name="T52" fmla="*/ 314553131 w 221"/>
                <a:gd name="T53" fmla="*/ 78599464 h 116"/>
                <a:gd name="T54" fmla="*/ 289210618 w 221"/>
                <a:gd name="T55" fmla="*/ 51904410 h 116"/>
                <a:gd name="T56" fmla="*/ 248958806 w 221"/>
                <a:gd name="T57" fmla="*/ 26693836 h 116"/>
                <a:gd name="T58" fmla="*/ 248958806 w 221"/>
                <a:gd name="T59" fmla="*/ 26693836 h 116"/>
                <a:gd name="T60" fmla="*/ 79011595 w 221"/>
                <a:gd name="T61" fmla="*/ 0 h 11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21" h="116">
                  <a:moveTo>
                    <a:pt x="53" y="0"/>
                  </a:moveTo>
                  <a:lnTo>
                    <a:pt x="53" y="0"/>
                  </a:lnTo>
                  <a:lnTo>
                    <a:pt x="26" y="0"/>
                  </a:lnTo>
                  <a:lnTo>
                    <a:pt x="8" y="9"/>
                  </a:lnTo>
                  <a:lnTo>
                    <a:pt x="0" y="26"/>
                  </a:lnTo>
                  <a:lnTo>
                    <a:pt x="0" y="44"/>
                  </a:lnTo>
                  <a:lnTo>
                    <a:pt x="0" y="62"/>
                  </a:lnTo>
                  <a:lnTo>
                    <a:pt x="8" y="79"/>
                  </a:lnTo>
                  <a:lnTo>
                    <a:pt x="26" y="88"/>
                  </a:lnTo>
                  <a:lnTo>
                    <a:pt x="44" y="88"/>
                  </a:lnTo>
                  <a:lnTo>
                    <a:pt x="70" y="79"/>
                  </a:lnTo>
                  <a:lnTo>
                    <a:pt x="97" y="79"/>
                  </a:lnTo>
                  <a:lnTo>
                    <a:pt x="123" y="88"/>
                  </a:lnTo>
                  <a:lnTo>
                    <a:pt x="158" y="106"/>
                  </a:lnTo>
                  <a:lnTo>
                    <a:pt x="176" y="115"/>
                  </a:lnTo>
                  <a:lnTo>
                    <a:pt x="194" y="106"/>
                  </a:lnTo>
                  <a:lnTo>
                    <a:pt x="211" y="97"/>
                  </a:lnTo>
                  <a:lnTo>
                    <a:pt x="220" y="79"/>
                  </a:lnTo>
                  <a:lnTo>
                    <a:pt x="220" y="62"/>
                  </a:lnTo>
                  <a:lnTo>
                    <a:pt x="211" y="53"/>
                  </a:lnTo>
                  <a:lnTo>
                    <a:pt x="194" y="35"/>
                  </a:lnTo>
                  <a:lnTo>
                    <a:pt x="167" y="18"/>
                  </a:lnTo>
                  <a:lnTo>
                    <a:pt x="53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104"/>
            <p:cNvSpPr>
              <a:spLocks noChangeArrowheads="1"/>
            </p:cNvSpPr>
            <p:nvPr/>
          </p:nvSpPr>
          <p:spPr bwMode="auto">
            <a:xfrm>
              <a:off x="2946303" y="3288996"/>
              <a:ext cx="128569" cy="98408"/>
            </a:xfrm>
            <a:custGeom>
              <a:avLst/>
              <a:gdLst>
                <a:gd name="T0" fmla="*/ 153041568 w 107"/>
                <a:gd name="T1" fmla="*/ 52960725 h 80"/>
                <a:gd name="T2" fmla="*/ 153041568 w 107"/>
                <a:gd name="T3" fmla="*/ 52960725 h 80"/>
                <a:gd name="T4" fmla="*/ 127053808 w 107"/>
                <a:gd name="T5" fmla="*/ 25723851 h 80"/>
                <a:gd name="T6" fmla="*/ 101066048 w 107"/>
                <a:gd name="T7" fmla="*/ 12105414 h 80"/>
                <a:gd name="T8" fmla="*/ 63526303 w 107"/>
                <a:gd name="T9" fmla="*/ 0 h 80"/>
                <a:gd name="T10" fmla="*/ 37538543 w 107"/>
                <a:gd name="T11" fmla="*/ 12105414 h 80"/>
                <a:gd name="T12" fmla="*/ 37538543 w 107"/>
                <a:gd name="T13" fmla="*/ 12105414 h 80"/>
                <a:gd name="T14" fmla="*/ 0 w 107"/>
                <a:gd name="T15" fmla="*/ 39342288 h 80"/>
                <a:gd name="T16" fmla="*/ 0 w 107"/>
                <a:gd name="T17" fmla="*/ 92301784 h 80"/>
                <a:gd name="T18" fmla="*/ 0 w 107"/>
                <a:gd name="T19" fmla="*/ 92301784 h 80"/>
                <a:gd name="T20" fmla="*/ 50532423 w 107"/>
                <a:gd name="T21" fmla="*/ 119538658 h 80"/>
                <a:gd name="T22" fmla="*/ 76521385 w 107"/>
                <a:gd name="T23" fmla="*/ 119538658 h 80"/>
                <a:gd name="T24" fmla="*/ 114059928 w 107"/>
                <a:gd name="T25" fmla="*/ 92301784 h 80"/>
                <a:gd name="T26" fmla="*/ 153041568 w 107"/>
                <a:gd name="T27" fmla="*/ 52960725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7" h="80">
                  <a:moveTo>
                    <a:pt x="106" y="35"/>
                  </a:moveTo>
                  <a:lnTo>
                    <a:pt x="106" y="35"/>
                  </a:lnTo>
                  <a:lnTo>
                    <a:pt x="88" y="17"/>
                  </a:lnTo>
                  <a:lnTo>
                    <a:pt x="70" y="8"/>
                  </a:lnTo>
                  <a:lnTo>
                    <a:pt x="44" y="0"/>
                  </a:lnTo>
                  <a:lnTo>
                    <a:pt x="26" y="8"/>
                  </a:lnTo>
                  <a:lnTo>
                    <a:pt x="0" y="26"/>
                  </a:lnTo>
                  <a:lnTo>
                    <a:pt x="0" y="61"/>
                  </a:lnTo>
                  <a:lnTo>
                    <a:pt x="35" y="79"/>
                  </a:lnTo>
                  <a:lnTo>
                    <a:pt x="53" y="79"/>
                  </a:lnTo>
                  <a:lnTo>
                    <a:pt x="79" y="61"/>
                  </a:lnTo>
                  <a:lnTo>
                    <a:pt x="106" y="35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5"/>
            <p:cNvSpPr>
              <a:spLocks noChangeArrowheads="1"/>
            </p:cNvSpPr>
            <p:nvPr/>
          </p:nvSpPr>
          <p:spPr bwMode="auto">
            <a:xfrm>
              <a:off x="2663770" y="3300107"/>
              <a:ext cx="98411" cy="76187"/>
            </a:xfrm>
            <a:custGeom>
              <a:avLst/>
              <a:gdLst>
                <a:gd name="T0" fmla="*/ 64948830 w 81"/>
                <a:gd name="T1" fmla="*/ 90672205 h 63"/>
                <a:gd name="T2" fmla="*/ 64948830 w 81"/>
                <a:gd name="T3" fmla="*/ 90672205 h 63"/>
                <a:gd name="T4" fmla="*/ 78233100 w 81"/>
                <a:gd name="T5" fmla="*/ 77509993 h 63"/>
                <a:gd name="T6" fmla="*/ 104802855 w 81"/>
                <a:gd name="T7" fmla="*/ 77509993 h 63"/>
                <a:gd name="T8" fmla="*/ 104802855 w 81"/>
                <a:gd name="T9" fmla="*/ 52647636 h 63"/>
                <a:gd name="T10" fmla="*/ 118088340 w 81"/>
                <a:gd name="T11" fmla="*/ 39486634 h 63"/>
                <a:gd name="T12" fmla="*/ 118088340 w 81"/>
                <a:gd name="T13" fmla="*/ 39486634 h 63"/>
                <a:gd name="T14" fmla="*/ 104802855 w 81"/>
                <a:gd name="T15" fmla="*/ 26324422 h 63"/>
                <a:gd name="T16" fmla="*/ 91518585 w 81"/>
                <a:gd name="T17" fmla="*/ 13162211 h 63"/>
                <a:gd name="T18" fmla="*/ 64948830 w 81"/>
                <a:gd name="T19" fmla="*/ 0 h 63"/>
                <a:gd name="T20" fmla="*/ 64948830 w 81"/>
                <a:gd name="T21" fmla="*/ 0 h 63"/>
                <a:gd name="T22" fmla="*/ 26569755 w 81"/>
                <a:gd name="T23" fmla="*/ 13162211 h 63"/>
                <a:gd name="T24" fmla="*/ 0 w 81"/>
                <a:gd name="T25" fmla="*/ 39486634 h 63"/>
                <a:gd name="T26" fmla="*/ 0 w 81"/>
                <a:gd name="T27" fmla="*/ 39486634 h 63"/>
                <a:gd name="T28" fmla="*/ 13285485 w 81"/>
                <a:gd name="T29" fmla="*/ 64347782 h 63"/>
                <a:gd name="T30" fmla="*/ 13285485 w 81"/>
                <a:gd name="T31" fmla="*/ 77509993 h 63"/>
                <a:gd name="T32" fmla="*/ 64948830 w 81"/>
                <a:gd name="T33" fmla="*/ 90672205 h 6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1" h="63">
                  <a:moveTo>
                    <a:pt x="44" y="62"/>
                  </a:moveTo>
                  <a:lnTo>
                    <a:pt x="44" y="62"/>
                  </a:lnTo>
                  <a:lnTo>
                    <a:pt x="53" y="53"/>
                  </a:lnTo>
                  <a:lnTo>
                    <a:pt x="71" y="53"/>
                  </a:lnTo>
                  <a:lnTo>
                    <a:pt x="71" y="36"/>
                  </a:lnTo>
                  <a:lnTo>
                    <a:pt x="80" y="27"/>
                  </a:lnTo>
                  <a:lnTo>
                    <a:pt x="71" y="18"/>
                  </a:lnTo>
                  <a:lnTo>
                    <a:pt x="62" y="9"/>
                  </a:lnTo>
                  <a:lnTo>
                    <a:pt x="44" y="0"/>
                  </a:lnTo>
                  <a:lnTo>
                    <a:pt x="18" y="9"/>
                  </a:lnTo>
                  <a:lnTo>
                    <a:pt x="0" y="27"/>
                  </a:lnTo>
                  <a:lnTo>
                    <a:pt x="9" y="44"/>
                  </a:lnTo>
                  <a:lnTo>
                    <a:pt x="9" y="53"/>
                  </a:lnTo>
                  <a:lnTo>
                    <a:pt x="44" y="62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06"/>
            <p:cNvSpPr>
              <a:spLocks noChangeArrowheads="1"/>
            </p:cNvSpPr>
            <p:nvPr/>
          </p:nvSpPr>
          <p:spPr bwMode="auto">
            <a:xfrm>
              <a:off x="4935150" y="3223920"/>
              <a:ext cx="411102" cy="195229"/>
            </a:xfrm>
            <a:custGeom>
              <a:avLst/>
              <a:gdLst>
                <a:gd name="T0" fmla="*/ 500009822 w 337"/>
                <a:gd name="T1" fmla="*/ 91965138 h 159"/>
                <a:gd name="T2" fmla="*/ 500009822 w 337"/>
                <a:gd name="T3" fmla="*/ 91965138 h 159"/>
                <a:gd name="T4" fmla="*/ 486616680 w 337"/>
                <a:gd name="T5" fmla="*/ 119103196 h 159"/>
                <a:gd name="T6" fmla="*/ 486616680 w 337"/>
                <a:gd name="T7" fmla="*/ 146240027 h 159"/>
                <a:gd name="T8" fmla="*/ 434532374 w 337"/>
                <a:gd name="T9" fmla="*/ 185438081 h 159"/>
                <a:gd name="T10" fmla="*/ 355661785 w 337"/>
                <a:gd name="T11" fmla="*/ 226143942 h 159"/>
                <a:gd name="T12" fmla="*/ 263398053 w 337"/>
                <a:gd name="T13" fmla="*/ 238205165 h 159"/>
                <a:gd name="T14" fmla="*/ 263398053 w 337"/>
                <a:gd name="T15" fmla="*/ 238205165 h 159"/>
                <a:gd name="T16" fmla="*/ 157741179 w 337"/>
                <a:gd name="T17" fmla="*/ 238205165 h 159"/>
                <a:gd name="T18" fmla="*/ 78870590 w 337"/>
                <a:gd name="T19" fmla="*/ 212576140 h 159"/>
                <a:gd name="T20" fmla="*/ 26786284 w 337"/>
                <a:gd name="T21" fmla="*/ 185438081 h 159"/>
                <a:gd name="T22" fmla="*/ 13393142 w 337"/>
                <a:gd name="T23" fmla="*/ 158301250 h 159"/>
                <a:gd name="T24" fmla="*/ 0 w 337"/>
                <a:gd name="T25" fmla="*/ 146240027 h 159"/>
                <a:gd name="T26" fmla="*/ 0 w 337"/>
                <a:gd name="T27" fmla="*/ 146240027 h 159"/>
                <a:gd name="T28" fmla="*/ 0 w 337"/>
                <a:gd name="T29" fmla="*/ 119103196 h 159"/>
                <a:gd name="T30" fmla="*/ 13393142 w 337"/>
                <a:gd name="T31" fmla="*/ 91965138 h 159"/>
                <a:gd name="T32" fmla="*/ 65477448 w 337"/>
                <a:gd name="T33" fmla="*/ 52767083 h 159"/>
                <a:gd name="T34" fmla="*/ 144348037 w 337"/>
                <a:gd name="T35" fmla="*/ 12061223 h 159"/>
                <a:gd name="T36" fmla="*/ 236611769 w 337"/>
                <a:gd name="T37" fmla="*/ 0 h 159"/>
                <a:gd name="T38" fmla="*/ 236611769 w 337"/>
                <a:gd name="T39" fmla="*/ 0 h 159"/>
                <a:gd name="T40" fmla="*/ 342268643 w 337"/>
                <a:gd name="T41" fmla="*/ 0 h 159"/>
                <a:gd name="T42" fmla="*/ 421139232 w 337"/>
                <a:gd name="T43" fmla="*/ 25630252 h 159"/>
                <a:gd name="T44" fmla="*/ 473223538 w 337"/>
                <a:gd name="T45" fmla="*/ 52767083 h 159"/>
                <a:gd name="T46" fmla="*/ 486616680 w 337"/>
                <a:gd name="T47" fmla="*/ 79903914 h 159"/>
                <a:gd name="T48" fmla="*/ 500009822 w 337"/>
                <a:gd name="T49" fmla="*/ 91965138 h 15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37" h="159">
                  <a:moveTo>
                    <a:pt x="336" y="61"/>
                  </a:moveTo>
                  <a:lnTo>
                    <a:pt x="336" y="61"/>
                  </a:lnTo>
                  <a:lnTo>
                    <a:pt x="327" y="79"/>
                  </a:lnTo>
                  <a:lnTo>
                    <a:pt x="327" y="97"/>
                  </a:lnTo>
                  <a:lnTo>
                    <a:pt x="292" y="123"/>
                  </a:lnTo>
                  <a:lnTo>
                    <a:pt x="239" y="150"/>
                  </a:lnTo>
                  <a:lnTo>
                    <a:pt x="177" y="158"/>
                  </a:lnTo>
                  <a:lnTo>
                    <a:pt x="106" y="158"/>
                  </a:lnTo>
                  <a:lnTo>
                    <a:pt x="53" y="141"/>
                  </a:lnTo>
                  <a:lnTo>
                    <a:pt x="18" y="123"/>
                  </a:lnTo>
                  <a:lnTo>
                    <a:pt x="9" y="105"/>
                  </a:lnTo>
                  <a:lnTo>
                    <a:pt x="0" y="97"/>
                  </a:lnTo>
                  <a:lnTo>
                    <a:pt x="0" y="79"/>
                  </a:lnTo>
                  <a:lnTo>
                    <a:pt x="9" y="61"/>
                  </a:lnTo>
                  <a:lnTo>
                    <a:pt x="44" y="35"/>
                  </a:lnTo>
                  <a:lnTo>
                    <a:pt x="97" y="8"/>
                  </a:lnTo>
                  <a:lnTo>
                    <a:pt x="159" y="0"/>
                  </a:lnTo>
                  <a:lnTo>
                    <a:pt x="230" y="0"/>
                  </a:lnTo>
                  <a:lnTo>
                    <a:pt x="283" y="17"/>
                  </a:lnTo>
                  <a:lnTo>
                    <a:pt x="318" y="35"/>
                  </a:lnTo>
                  <a:lnTo>
                    <a:pt x="327" y="53"/>
                  </a:lnTo>
                  <a:lnTo>
                    <a:pt x="336" y="6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07"/>
            <p:cNvSpPr>
              <a:spLocks noChangeArrowheads="1"/>
            </p:cNvSpPr>
            <p:nvPr/>
          </p:nvSpPr>
          <p:spPr bwMode="auto">
            <a:xfrm>
              <a:off x="4687536" y="3515970"/>
              <a:ext cx="346024" cy="184119"/>
            </a:xfrm>
            <a:custGeom>
              <a:avLst/>
              <a:gdLst>
                <a:gd name="T0" fmla="*/ 420109688 w 284"/>
                <a:gd name="T1" fmla="*/ 92180214 h 151"/>
                <a:gd name="T2" fmla="*/ 420109688 w 284"/>
                <a:gd name="T3" fmla="*/ 92180214 h 151"/>
                <a:gd name="T4" fmla="*/ 420109688 w 284"/>
                <a:gd name="T5" fmla="*/ 117454509 h 151"/>
                <a:gd name="T6" fmla="*/ 406748775 w 284"/>
                <a:gd name="T7" fmla="*/ 144216389 h 151"/>
                <a:gd name="T8" fmla="*/ 366667256 w 284"/>
                <a:gd name="T9" fmla="*/ 170978268 h 151"/>
                <a:gd name="T10" fmla="*/ 301350352 w 284"/>
                <a:gd name="T11" fmla="*/ 209634723 h 151"/>
                <a:gd name="T12" fmla="*/ 222672536 w 284"/>
                <a:gd name="T13" fmla="*/ 223015663 h 151"/>
                <a:gd name="T14" fmla="*/ 222672536 w 284"/>
                <a:gd name="T15" fmla="*/ 223015663 h 151"/>
                <a:gd name="T16" fmla="*/ 132119030 w 284"/>
                <a:gd name="T17" fmla="*/ 223015663 h 151"/>
                <a:gd name="T18" fmla="*/ 66802126 w 284"/>
                <a:gd name="T19" fmla="*/ 196253783 h 151"/>
                <a:gd name="T20" fmla="*/ 13360913 w 284"/>
                <a:gd name="T21" fmla="*/ 170978268 h 151"/>
                <a:gd name="T22" fmla="*/ 0 w 284"/>
                <a:gd name="T23" fmla="*/ 157597329 h 151"/>
                <a:gd name="T24" fmla="*/ 0 w 284"/>
                <a:gd name="T25" fmla="*/ 130835449 h 151"/>
                <a:gd name="T26" fmla="*/ 0 w 284"/>
                <a:gd name="T27" fmla="*/ 130835449 h 151"/>
                <a:gd name="T28" fmla="*/ 0 w 284"/>
                <a:gd name="T29" fmla="*/ 104073570 h 151"/>
                <a:gd name="T30" fmla="*/ 13360913 w 284"/>
                <a:gd name="T31" fmla="*/ 92180214 h 151"/>
                <a:gd name="T32" fmla="*/ 53441214 w 284"/>
                <a:gd name="T33" fmla="*/ 52037394 h 151"/>
                <a:gd name="T34" fmla="*/ 118759336 w 284"/>
                <a:gd name="T35" fmla="*/ 25275515 h 151"/>
                <a:gd name="T36" fmla="*/ 197435933 w 284"/>
                <a:gd name="T37" fmla="*/ 0 h 151"/>
                <a:gd name="T38" fmla="*/ 197435933 w 284"/>
                <a:gd name="T39" fmla="*/ 0 h 151"/>
                <a:gd name="T40" fmla="*/ 289474662 w 284"/>
                <a:gd name="T41" fmla="*/ 13380940 h 151"/>
                <a:gd name="T42" fmla="*/ 354791566 w 284"/>
                <a:gd name="T43" fmla="*/ 25275515 h 151"/>
                <a:gd name="T44" fmla="*/ 406748775 w 284"/>
                <a:gd name="T45" fmla="*/ 52037394 h 151"/>
                <a:gd name="T46" fmla="*/ 420109688 w 284"/>
                <a:gd name="T47" fmla="*/ 78799274 h 151"/>
                <a:gd name="T48" fmla="*/ 420109688 w 284"/>
                <a:gd name="T49" fmla="*/ 92180214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84" h="151">
                  <a:moveTo>
                    <a:pt x="283" y="62"/>
                  </a:moveTo>
                  <a:lnTo>
                    <a:pt x="283" y="62"/>
                  </a:lnTo>
                  <a:lnTo>
                    <a:pt x="283" y="79"/>
                  </a:lnTo>
                  <a:lnTo>
                    <a:pt x="274" y="97"/>
                  </a:lnTo>
                  <a:lnTo>
                    <a:pt x="247" y="115"/>
                  </a:lnTo>
                  <a:lnTo>
                    <a:pt x="203" y="141"/>
                  </a:lnTo>
                  <a:lnTo>
                    <a:pt x="150" y="150"/>
                  </a:lnTo>
                  <a:lnTo>
                    <a:pt x="89" y="150"/>
                  </a:lnTo>
                  <a:lnTo>
                    <a:pt x="45" y="132"/>
                  </a:lnTo>
                  <a:lnTo>
                    <a:pt x="9" y="115"/>
                  </a:lnTo>
                  <a:lnTo>
                    <a:pt x="0" y="106"/>
                  </a:lnTo>
                  <a:lnTo>
                    <a:pt x="0" y="88"/>
                  </a:lnTo>
                  <a:lnTo>
                    <a:pt x="0" y="70"/>
                  </a:lnTo>
                  <a:lnTo>
                    <a:pt x="9" y="62"/>
                  </a:lnTo>
                  <a:lnTo>
                    <a:pt x="36" y="35"/>
                  </a:lnTo>
                  <a:lnTo>
                    <a:pt x="80" y="17"/>
                  </a:lnTo>
                  <a:lnTo>
                    <a:pt x="133" y="0"/>
                  </a:lnTo>
                  <a:lnTo>
                    <a:pt x="195" y="9"/>
                  </a:lnTo>
                  <a:lnTo>
                    <a:pt x="239" y="17"/>
                  </a:lnTo>
                  <a:lnTo>
                    <a:pt x="274" y="35"/>
                  </a:lnTo>
                  <a:lnTo>
                    <a:pt x="283" y="53"/>
                  </a:lnTo>
                  <a:lnTo>
                    <a:pt x="283" y="6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08"/>
            <p:cNvSpPr>
              <a:spLocks noChangeArrowheads="1"/>
            </p:cNvSpPr>
            <p:nvPr/>
          </p:nvSpPr>
          <p:spPr bwMode="auto">
            <a:xfrm>
              <a:off x="4135167" y="3138210"/>
              <a:ext cx="1280924" cy="919005"/>
            </a:xfrm>
            <a:custGeom>
              <a:avLst/>
              <a:gdLst>
                <a:gd name="T0" fmla="*/ 692294596 w 1043"/>
                <a:gd name="T1" fmla="*/ 1109619608 h 751"/>
                <a:gd name="T2" fmla="*/ 758658249 w 1043"/>
                <a:gd name="T3" fmla="*/ 1123096309 h 751"/>
                <a:gd name="T4" fmla="*/ 1012046631 w 1043"/>
                <a:gd name="T5" fmla="*/ 1084162803 h 751"/>
                <a:gd name="T6" fmla="*/ 1131199581 w 1043"/>
                <a:gd name="T7" fmla="*/ 977843347 h 751"/>
                <a:gd name="T8" fmla="*/ 1119133351 w 1043"/>
                <a:gd name="T9" fmla="*/ 885000591 h 751"/>
                <a:gd name="T10" fmla="*/ 1119133351 w 1043"/>
                <a:gd name="T11" fmla="*/ 846065861 h 751"/>
                <a:gd name="T12" fmla="*/ 1144773937 w 1043"/>
                <a:gd name="T13" fmla="*/ 753223106 h 751"/>
                <a:gd name="T14" fmla="*/ 1158348293 w 1043"/>
                <a:gd name="T15" fmla="*/ 700812899 h 751"/>
                <a:gd name="T16" fmla="*/ 1171922648 w 1043"/>
                <a:gd name="T17" fmla="*/ 555558714 h 751"/>
                <a:gd name="T18" fmla="*/ 1144773937 w 1043"/>
                <a:gd name="T19" fmla="*/ 462715958 h 751"/>
                <a:gd name="T20" fmla="*/ 1131199581 w 1043"/>
                <a:gd name="T21" fmla="*/ 435761334 h 751"/>
                <a:gd name="T22" fmla="*/ 1171922648 w 1043"/>
                <a:gd name="T23" fmla="*/ 422284633 h 751"/>
                <a:gd name="T24" fmla="*/ 1450952845 w 1043"/>
                <a:gd name="T25" fmla="*/ 342918578 h 751"/>
                <a:gd name="T26" fmla="*/ 1558039565 w 1043"/>
                <a:gd name="T27" fmla="*/ 290507148 h 751"/>
                <a:gd name="T28" fmla="*/ 1558039565 w 1043"/>
                <a:gd name="T29" fmla="*/ 131776262 h 751"/>
                <a:gd name="T30" fmla="*/ 1464527200 w 1043"/>
                <a:gd name="T31" fmla="*/ 38933506 h 751"/>
                <a:gd name="T32" fmla="*/ 1411737903 w 1043"/>
                <a:gd name="T33" fmla="*/ 26954625 h 751"/>
                <a:gd name="T34" fmla="*/ 1238286302 w 1043"/>
                <a:gd name="T35" fmla="*/ 0 h 751"/>
                <a:gd name="T36" fmla="*/ 1119133351 w 1043"/>
                <a:gd name="T37" fmla="*/ 26954625 h 751"/>
                <a:gd name="T38" fmla="*/ 812955672 w 1043"/>
                <a:gd name="T39" fmla="*/ 131776262 h 751"/>
                <a:gd name="T40" fmla="*/ 612356587 w 1043"/>
                <a:gd name="T41" fmla="*/ 197665616 h 751"/>
                <a:gd name="T42" fmla="*/ 399690044 w 1043"/>
                <a:gd name="T43" fmla="*/ 238096941 h 751"/>
                <a:gd name="T44" fmla="*/ 214173440 w 1043"/>
                <a:gd name="T45" fmla="*/ 238096941 h 751"/>
                <a:gd name="T46" fmla="*/ 187024729 w 1043"/>
                <a:gd name="T47" fmla="*/ 238096941 h 751"/>
                <a:gd name="T48" fmla="*/ 134235431 w 1043"/>
                <a:gd name="T49" fmla="*/ 263553747 h 751"/>
                <a:gd name="T50" fmla="*/ 40723067 w 1043"/>
                <a:gd name="T51" fmla="*/ 277030447 h 751"/>
                <a:gd name="T52" fmla="*/ 0 w 1043"/>
                <a:gd name="T53" fmla="*/ 317461772 h 751"/>
                <a:gd name="T54" fmla="*/ 13574356 w 1043"/>
                <a:gd name="T55" fmla="*/ 356396502 h 751"/>
                <a:gd name="T56" fmla="*/ 107086720 w 1043"/>
                <a:gd name="T57" fmla="*/ 369873203 h 751"/>
                <a:gd name="T58" fmla="*/ 306177679 w 1043"/>
                <a:gd name="T59" fmla="*/ 342918578 h 751"/>
                <a:gd name="T60" fmla="*/ 493203636 w 1043"/>
                <a:gd name="T61" fmla="*/ 342918578 h 751"/>
                <a:gd name="T62" fmla="*/ 545992934 w 1043"/>
                <a:gd name="T63" fmla="*/ 330939697 h 751"/>
                <a:gd name="T64" fmla="*/ 918534266 w 1043"/>
                <a:gd name="T65" fmla="*/ 224619017 h 751"/>
                <a:gd name="T66" fmla="*/ 972831689 w 1043"/>
                <a:gd name="T67" fmla="*/ 211142317 h 751"/>
                <a:gd name="T68" fmla="*/ 1091984640 w 1043"/>
                <a:gd name="T69" fmla="*/ 158730886 h 751"/>
                <a:gd name="T70" fmla="*/ 1357440480 w 1043"/>
                <a:gd name="T71" fmla="*/ 145254186 h 751"/>
                <a:gd name="T72" fmla="*/ 1384589192 w 1043"/>
                <a:gd name="T73" fmla="*/ 158730886 h 751"/>
                <a:gd name="T74" fmla="*/ 1464527200 w 1043"/>
                <a:gd name="T75" fmla="*/ 185685511 h 751"/>
                <a:gd name="T76" fmla="*/ 1331799894 w 1043"/>
                <a:gd name="T77" fmla="*/ 251573642 h 751"/>
                <a:gd name="T78" fmla="*/ 1158348293 w 1043"/>
                <a:gd name="T79" fmla="*/ 290507148 h 751"/>
                <a:gd name="T80" fmla="*/ 945682978 w 1043"/>
                <a:gd name="T81" fmla="*/ 396827827 h 751"/>
                <a:gd name="T82" fmla="*/ 959257334 w 1043"/>
                <a:gd name="T83" fmla="*/ 476192659 h 751"/>
                <a:gd name="T84" fmla="*/ 1051261573 w 1043"/>
                <a:gd name="T85" fmla="*/ 515127389 h 751"/>
                <a:gd name="T86" fmla="*/ 1078410284 w 1043"/>
                <a:gd name="T87" fmla="*/ 555558714 h 751"/>
                <a:gd name="T88" fmla="*/ 1078410284 w 1043"/>
                <a:gd name="T89" fmla="*/ 594492220 h 751"/>
                <a:gd name="T90" fmla="*/ 1012046631 w 1043"/>
                <a:gd name="T91" fmla="*/ 607970144 h 751"/>
                <a:gd name="T92" fmla="*/ 918534266 w 1043"/>
                <a:gd name="T93" fmla="*/ 712791781 h 751"/>
                <a:gd name="T94" fmla="*/ 904959911 w 1043"/>
                <a:gd name="T95" fmla="*/ 846065861 h 751"/>
                <a:gd name="T96" fmla="*/ 972831689 w 1043"/>
                <a:gd name="T97" fmla="*/ 925431916 h 751"/>
                <a:gd name="T98" fmla="*/ 984897920 w 1043"/>
                <a:gd name="T99" fmla="*/ 950888722 h 751"/>
                <a:gd name="T100" fmla="*/ 892893680 w 1043"/>
                <a:gd name="T101" fmla="*/ 991320047 h 751"/>
                <a:gd name="T102" fmla="*/ 559567290 w 1043"/>
                <a:gd name="T103" fmla="*/ 1004796748 h 751"/>
                <a:gd name="T104" fmla="*/ 573141645 w 1043"/>
                <a:gd name="T105" fmla="*/ 1030253553 h 751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1043" h="751">
                  <a:moveTo>
                    <a:pt x="442" y="741"/>
                  </a:moveTo>
                  <a:lnTo>
                    <a:pt x="442" y="741"/>
                  </a:lnTo>
                  <a:lnTo>
                    <a:pt x="459" y="741"/>
                  </a:lnTo>
                  <a:lnTo>
                    <a:pt x="468" y="750"/>
                  </a:lnTo>
                  <a:lnTo>
                    <a:pt x="503" y="750"/>
                  </a:lnTo>
                  <a:lnTo>
                    <a:pt x="574" y="741"/>
                  </a:lnTo>
                  <a:lnTo>
                    <a:pt x="627" y="741"/>
                  </a:lnTo>
                  <a:lnTo>
                    <a:pt x="671" y="724"/>
                  </a:lnTo>
                  <a:lnTo>
                    <a:pt x="706" y="706"/>
                  </a:lnTo>
                  <a:lnTo>
                    <a:pt x="742" y="671"/>
                  </a:lnTo>
                  <a:lnTo>
                    <a:pt x="750" y="653"/>
                  </a:lnTo>
                  <a:lnTo>
                    <a:pt x="750" y="635"/>
                  </a:lnTo>
                  <a:lnTo>
                    <a:pt x="742" y="591"/>
                  </a:lnTo>
                  <a:lnTo>
                    <a:pt x="733" y="565"/>
                  </a:lnTo>
                  <a:lnTo>
                    <a:pt x="742" y="565"/>
                  </a:lnTo>
                  <a:lnTo>
                    <a:pt x="759" y="547"/>
                  </a:lnTo>
                  <a:lnTo>
                    <a:pt x="768" y="538"/>
                  </a:lnTo>
                  <a:lnTo>
                    <a:pt x="768" y="521"/>
                  </a:lnTo>
                  <a:lnTo>
                    <a:pt x="759" y="503"/>
                  </a:lnTo>
                  <a:lnTo>
                    <a:pt x="768" y="485"/>
                  </a:lnTo>
                  <a:lnTo>
                    <a:pt x="768" y="468"/>
                  </a:lnTo>
                  <a:lnTo>
                    <a:pt x="786" y="441"/>
                  </a:lnTo>
                  <a:lnTo>
                    <a:pt x="786" y="415"/>
                  </a:lnTo>
                  <a:lnTo>
                    <a:pt x="777" y="371"/>
                  </a:lnTo>
                  <a:lnTo>
                    <a:pt x="768" y="335"/>
                  </a:lnTo>
                  <a:lnTo>
                    <a:pt x="759" y="309"/>
                  </a:lnTo>
                  <a:lnTo>
                    <a:pt x="750" y="300"/>
                  </a:lnTo>
                  <a:lnTo>
                    <a:pt x="750" y="291"/>
                  </a:lnTo>
                  <a:lnTo>
                    <a:pt x="759" y="291"/>
                  </a:lnTo>
                  <a:lnTo>
                    <a:pt x="777" y="282"/>
                  </a:lnTo>
                  <a:lnTo>
                    <a:pt x="821" y="265"/>
                  </a:lnTo>
                  <a:lnTo>
                    <a:pt x="874" y="256"/>
                  </a:lnTo>
                  <a:lnTo>
                    <a:pt x="962" y="229"/>
                  </a:lnTo>
                  <a:lnTo>
                    <a:pt x="997" y="221"/>
                  </a:lnTo>
                  <a:lnTo>
                    <a:pt x="1015" y="203"/>
                  </a:lnTo>
                  <a:lnTo>
                    <a:pt x="1033" y="194"/>
                  </a:lnTo>
                  <a:lnTo>
                    <a:pt x="1042" y="159"/>
                  </a:lnTo>
                  <a:lnTo>
                    <a:pt x="1042" y="124"/>
                  </a:lnTo>
                  <a:lnTo>
                    <a:pt x="1033" y="88"/>
                  </a:lnTo>
                  <a:lnTo>
                    <a:pt x="1015" y="62"/>
                  </a:lnTo>
                  <a:lnTo>
                    <a:pt x="971" y="26"/>
                  </a:lnTo>
                  <a:lnTo>
                    <a:pt x="945" y="18"/>
                  </a:lnTo>
                  <a:lnTo>
                    <a:pt x="936" y="18"/>
                  </a:lnTo>
                  <a:lnTo>
                    <a:pt x="900" y="18"/>
                  </a:lnTo>
                  <a:lnTo>
                    <a:pt x="821" y="0"/>
                  </a:lnTo>
                  <a:lnTo>
                    <a:pt x="768" y="9"/>
                  </a:lnTo>
                  <a:lnTo>
                    <a:pt x="742" y="18"/>
                  </a:lnTo>
                  <a:lnTo>
                    <a:pt x="662" y="44"/>
                  </a:lnTo>
                  <a:lnTo>
                    <a:pt x="574" y="71"/>
                  </a:lnTo>
                  <a:lnTo>
                    <a:pt x="539" y="88"/>
                  </a:lnTo>
                  <a:lnTo>
                    <a:pt x="468" y="115"/>
                  </a:lnTo>
                  <a:lnTo>
                    <a:pt x="406" y="132"/>
                  </a:lnTo>
                  <a:lnTo>
                    <a:pt x="362" y="141"/>
                  </a:lnTo>
                  <a:lnTo>
                    <a:pt x="318" y="150"/>
                  </a:lnTo>
                  <a:lnTo>
                    <a:pt x="265" y="159"/>
                  </a:lnTo>
                  <a:lnTo>
                    <a:pt x="186" y="159"/>
                  </a:lnTo>
                  <a:lnTo>
                    <a:pt x="142" y="159"/>
                  </a:lnTo>
                  <a:lnTo>
                    <a:pt x="124" y="159"/>
                  </a:lnTo>
                  <a:lnTo>
                    <a:pt x="89" y="176"/>
                  </a:lnTo>
                  <a:lnTo>
                    <a:pt x="71" y="185"/>
                  </a:lnTo>
                  <a:lnTo>
                    <a:pt x="27" y="185"/>
                  </a:lnTo>
                  <a:lnTo>
                    <a:pt x="18" y="185"/>
                  </a:lnTo>
                  <a:lnTo>
                    <a:pt x="9" y="194"/>
                  </a:lnTo>
                  <a:lnTo>
                    <a:pt x="0" y="212"/>
                  </a:lnTo>
                  <a:lnTo>
                    <a:pt x="0" y="229"/>
                  </a:lnTo>
                  <a:lnTo>
                    <a:pt x="9" y="238"/>
                  </a:lnTo>
                  <a:lnTo>
                    <a:pt x="27" y="247"/>
                  </a:lnTo>
                  <a:lnTo>
                    <a:pt x="36" y="247"/>
                  </a:lnTo>
                  <a:lnTo>
                    <a:pt x="71" y="247"/>
                  </a:lnTo>
                  <a:lnTo>
                    <a:pt x="97" y="247"/>
                  </a:lnTo>
                  <a:lnTo>
                    <a:pt x="150" y="229"/>
                  </a:lnTo>
                  <a:lnTo>
                    <a:pt x="203" y="229"/>
                  </a:lnTo>
                  <a:lnTo>
                    <a:pt x="300" y="229"/>
                  </a:lnTo>
                  <a:lnTo>
                    <a:pt x="327" y="229"/>
                  </a:lnTo>
                  <a:lnTo>
                    <a:pt x="362" y="221"/>
                  </a:lnTo>
                  <a:lnTo>
                    <a:pt x="583" y="168"/>
                  </a:lnTo>
                  <a:lnTo>
                    <a:pt x="609" y="150"/>
                  </a:lnTo>
                  <a:lnTo>
                    <a:pt x="618" y="150"/>
                  </a:lnTo>
                  <a:lnTo>
                    <a:pt x="645" y="141"/>
                  </a:lnTo>
                  <a:lnTo>
                    <a:pt x="697" y="115"/>
                  </a:lnTo>
                  <a:lnTo>
                    <a:pt x="724" y="106"/>
                  </a:lnTo>
                  <a:lnTo>
                    <a:pt x="812" y="97"/>
                  </a:lnTo>
                  <a:lnTo>
                    <a:pt x="856" y="97"/>
                  </a:lnTo>
                  <a:lnTo>
                    <a:pt x="900" y="97"/>
                  </a:lnTo>
                  <a:lnTo>
                    <a:pt x="909" y="97"/>
                  </a:lnTo>
                  <a:lnTo>
                    <a:pt x="918" y="97"/>
                  </a:lnTo>
                  <a:lnTo>
                    <a:pt x="918" y="106"/>
                  </a:lnTo>
                  <a:lnTo>
                    <a:pt x="936" y="106"/>
                  </a:lnTo>
                  <a:lnTo>
                    <a:pt x="962" y="124"/>
                  </a:lnTo>
                  <a:lnTo>
                    <a:pt x="971" y="124"/>
                  </a:lnTo>
                  <a:lnTo>
                    <a:pt x="962" y="132"/>
                  </a:lnTo>
                  <a:lnTo>
                    <a:pt x="918" y="159"/>
                  </a:lnTo>
                  <a:lnTo>
                    <a:pt x="883" y="168"/>
                  </a:lnTo>
                  <a:lnTo>
                    <a:pt x="874" y="168"/>
                  </a:lnTo>
                  <a:lnTo>
                    <a:pt x="768" y="194"/>
                  </a:lnTo>
                  <a:lnTo>
                    <a:pt x="653" y="238"/>
                  </a:lnTo>
                  <a:lnTo>
                    <a:pt x="636" y="247"/>
                  </a:lnTo>
                  <a:lnTo>
                    <a:pt x="627" y="265"/>
                  </a:lnTo>
                  <a:lnTo>
                    <a:pt x="627" y="282"/>
                  </a:lnTo>
                  <a:lnTo>
                    <a:pt x="627" y="300"/>
                  </a:lnTo>
                  <a:lnTo>
                    <a:pt x="636" y="318"/>
                  </a:lnTo>
                  <a:lnTo>
                    <a:pt x="662" y="326"/>
                  </a:lnTo>
                  <a:lnTo>
                    <a:pt x="697" y="344"/>
                  </a:lnTo>
                  <a:lnTo>
                    <a:pt x="706" y="362"/>
                  </a:lnTo>
                  <a:lnTo>
                    <a:pt x="715" y="371"/>
                  </a:lnTo>
                  <a:lnTo>
                    <a:pt x="715" y="397"/>
                  </a:lnTo>
                  <a:lnTo>
                    <a:pt x="697" y="397"/>
                  </a:lnTo>
                  <a:lnTo>
                    <a:pt x="671" y="406"/>
                  </a:lnTo>
                  <a:lnTo>
                    <a:pt x="645" y="415"/>
                  </a:lnTo>
                  <a:lnTo>
                    <a:pt x="627" y="424"/>
                  </a:lnTo>
                  <a:lnTo>
                    <a:pt x="618" y="450"/>
                  </a:lnTo>
                  <a:lnTo>
                    <a:pt x="609" y="476"/>
                  </a:lnTo>
                  <a:lnTo>
                    <a:pt x="600" y="529"/>
                  </a:lnTo>
                  <a:lnTo>
                    <a:pt x="600" y="565"/>
                  </a:lnTo>
                  <a:lnTo>
                    <a:pt x="618" y="600"/>
                  </a:lnTo>
                  <a:lnTo>
                    <a:pt x="645" y="618"/>
                  </a:lnTo>
                  <a:lnTo>
                    <a:pt x="653" y="626"/>
                  </a:lnTo>
                  <a:lnTo>
                    <a:pt x="662" y="635"/>
                  </a:lnTo>
                  <a:lnTo>
                    <a:pt x="653" y="635"/>
                  </a:lnTo>
                  <a:lnTo>
                    <a:pt x="636" y="644"/>
                  </a:lnTo>
                  <a:lnTo>
                    <a:pt x="600" y="653"/>
                  </a:lnTo>
                  <a:lnTo>
                    <a:pt x="592" y="662"/>
                  </a:lnTo>
                  <a:lnTo>
                    <a:pt x="486" y="679"/>
                  </a:lnTo>
                  <a:lnTo>
                    <a:pt x="433" y="679"/>
                  </a:lnTo>
                  <a:lnTo>
                    <a:pt x="371" y="671"/>
                  </a:lnTo>
                  <a:lnTo>
                    <a:pt x="380" y="688"/>
                  </a:lnTo>
                  <a:lnTo>
                    <a:pt x="442" y="741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09"/>
            <p:cNvSpPr>
              <a:spLocks noChangeArrowheads="1"/>
            </p:cNvSpPr>
            <p:nvPr/>
          </p:nvSpPr>
          <p:spPr bwMode="auto">
            <a:xfrm>
              <a:off x="2286000" y="2835048"/>
              <a:ext cx="1168229" cy="496803"/>
            </a:xfrm>
            <a:custGeom>
              <a:avLst/>
              <a:gdLst>
                <a:gd name="T0" fmla="*/ 727278882 w 954"/>
                <a:gd name="T1" fmla="*/ 0 h 407"/>
                <a:gd name="T2" fmla="*/ 727278882 w 954"/>
                <a:gd name="T3" fmla="*/ 0 h 407"/>
                <a:gd name="T4" fmla="*/ 595319212 w 954"/>
                <a:gd name="T5" fmla="*/ 0 h 407"/>
                <a:gd name="T6" fmla="*/ 488851180 w 954"/>
                <a:gd name="T7" fmla="*/ 26820038 h 407"/>
                <a:gd name="T8" fmla="*/ 382383149 w 954"/>
                <a:gd name="T9" fmla="*/ 65558466 h 407"/>
                <a:gd name="T10" fmla="*/ 277415202 w 954"/>
                <a:gd name="T11" fmla="*/ 131118152 h 407"/>
                <a:gd name="T12" fmla="*/ 197940117 w 954"/>
                <a:gd name="T13" fmla="*/ 210086637 h 407"/>
                <a:gd name="T14" fmla="*/ 118463809 w 954"/>
                <a:gd name="T15" fmla="*/ 315875160 h 407"/>
                <a:gd name="T16" fmla="*/ 52484586 w 954"/>
                <a:gd name="T17" fmla="*/ 420173273 h 407"/>
                <a:gd name="T18" fmla="*/ 0 w 954"/>
                <a:gd name="T19" fmla="*/ 552781834 h 407"/>
                <a:gd name="T20" fmla="*/ 0 w 954"/>
                <a:gd name="T21" fmla="*/ 552781834 h 407"/>
                <a:gd name="T22" fmla="*/ 11995777 w 954"/>
                <a:gd name="T23" fmla="*/ 578111463 h 407"/>
                <a:gd name="T24" fmla="*/ 25491638 w 954"/>
                <a:gd name="T25" fmla="*/ 591521483 h 407"/>
                <a:gd name="T26" fmla="*/ 38988724 w 954"/>
                <a:gd name="T27" fmla="*/ 604930281 h 407"/>
                <a:gd name="T28" fmla="*/ 38988724 w 954"/>
                <a:gd name="T29" fmla="*/ 604930281 h 407"/>
                <a:gd name="T30" fmla="*/ 104967947 w 954"/>
                <a:gd name="T31" fmla="*/ 604930281 h 407"/>
                <a:gd name="T32" fmla="*/ 104967947 w 954"/>
                <a:gd name="T33" fmla="*/ 604930281 h 407"/>
                <a:gd name="T34" fmla="*/ 170948395 w 954"/>
                <a:gd name="T35" fmla="*/ 604930281 h 407"/>
                <a:gd name="T36" fmla="*/ 184444256 w 954"/>
                <a:gd name="T37" fmla="*/ 591521483 h 407"/>
                <a:gd name="T38" fmla="*/ 197940117 w 954"/>
                <a:gd name="T39" fmla="*/ 564701444 h 407"/>
                <a:gd name="T40" fmla="*/ 197940117 w 954"/>
                <a:gd name="T41" fmla="*/ 564701444 h 407"/>
                <a:gd name="T42" fmla="*/ 236927617 w 954"/>
                <a:gd name="T43" fmla="*/ 485732960 h 407"/>
                <a:gd name="T44" fmla="*/ 277415202 w 954"/>
                <a:gd name="T45" fmla="*/ 394843644 h 407"/>
                <a:gd name="T46" fmla="*/ 329899788 w 954"/>
                <a:gd name="T47" fmla="*/ 315875160 h 407"/>
                <a:gd name="T48" fmla="*/ 395879010 w 954"/>
                <a:gd name="T49" fmla="*/ 236906675 h 407"/>
                <a:gd name="T50" fmla="*/ 475355319 w 954"/>
                <a:gd name="T51" fmla="*/ 183266599 h 407"/>
                <a:gd name="T52" fmla="*/ 554831628 w 954"/>
                <a:gd name="T53" fmla="*/ 131118152 h 407"/>
                <a:gd name="T54" fmla="*/ 634306712 w 954"/>
                <a:gd name="T55" fmla="*/ 105788523 h 407"/>
                <a:gd name="T56" fmla="*/ 727278882 w 954"/>
                <a:gd name="T57" fmla="*/ 105788523 h 407"/>
                <a:gd name="T58" fmla="*/ 727278882 w 954"/>
                <a:gd name="T59" fmla="*/ 105788523 h 407"/>
                <a:gd name="T60" fmla="*/ 820251052 w 954"/>
                <a:gd name="T61" fmla="*/ 117708133 h 407"/>
                <a:gd name="T62" fmla="*/ 911723138 w 954"/>
                <a:gd name="T63" fmla="*/ 144528171 h 407"/>
                <a:gd name="T64" fmla="*/ 991198222 w 954"/>
                <a:gd name="T65" fmla="*/ 183266599 h 407"/>
                <a:gd name="T66" fmla="*/ 1057178670 w 954"/>
                <a:gd name="T67" fmla="*/ 236906675 h 407"/>
                <a:gd name="T68" fmla="*/ 1111162115 w 954"/>
                <a:gd name="T69" fmla="*/ 289055121 h 407"/>
                <a:gd name="T70" fmla="*/ 1163646701 w 954"/>
                <a:gd name="T71" fmla="*/ 341204789 h 407"/>
                <a:gd name="T72" fmla="*/ 1204134286 w 954"/>
                <a:gd name="T73" fmla="*/ 406763254 h 407"/>
                <a:gd name="T74" fmla="*/ 1229625924 w 954"/>
                <a:gd name="T75" fmla="*/ 485732960 h 407"/>
                <a:gd name="T76" fmla="*/ 1229625924 w 954"/>
                <a:gd name="T77" fmla="*/ 485732960 h 407"/>
                <a:gd name="T78" fmla="*/ 1243121786 w 954"/>
                <a:gd name="T79" fmla="*/ 512551777 h 407"/>
                <a:gd name="T80" fmla="*/ 1282110510 w 954"/>
                <a:gd name="T81" fmla="*/ 525961796 h 407"/>
                <a:gd name="T82" fmla="*/ 1282110510 w 954"/>
                <a:gd name="T83" fmla="*/ 525961796 h 407"/>
                <a:gd name="T84" fmla="*/ 1349589817 w 954"/>
                <a:gd name="T85" fmla="*/ 525961796 h 407"/>
                <a:gd name="T86" fmla="*/ 1388577317 w 954"/>
                <a:gd name="T87" fmla="*/ 525961796 h 407"/>
                <a:gd name="T88" fmla="*/ 1415569040 w 954"/>
                <a:gd name="T89" fmla="*/ 499141758 h 407"/>
                <a:gd name="T90" fmla="*/ 1415569040 w 954"/>
                <a:gd name="T91" fmla="*/ 499141758 h 407"/>
                <a:gd name="T92" fmla="*/ 1429064901 w 954"/>
                <a:gd name="T93" fmla="*/ 485732960 h 407"/>
                <a:gd name="T94" fmla="*/ 1429064901 w 954"/>
                <a:gd name="T95" fmla="*/ 473812129 h 407"/>
                <a:gd name="T96" fmla="*/ 1429064901 w 954"/>
                <a:gd name="T97" fmla="*/ 473812129 h 407"/>
                <a:gd name="T98" fmla="*/ 1402073179 w 954"/>
                <a:gd name="T99" fmla="*/ 394843644 h 407"/>
                <a:gd name="T100" fmla="*/ 1349589817 w 954"/>
                <a:gd name="T101" fmla="*/ 315875160 h 407"/>
                <a:gd name="T102" fmla="*/ 1295606371 w 954"/>
                <a:gd name="T103" fmla="*/ 236906675 h 407"/>
                <a:gd name="T104" fmla="*/ 1216130063 w 954"/>
                <a:gd name="T105" fmla="*/ 171346989 h 407"/>
                <a:gd name="T106" fmla="*/ 1111162115 w 954"/>
                <a:gd name="T107" fmla="*/ 105788523 h 407"/>
                <a:gd name="T108" fmla="*/ 1004694084 w 954"/>
                <a:gd name="T109" fmla="*/ 52149667 h 407"/>
                <a:gd name="T110" fmla="*/ 872734414 w 954"/>
                <a:gd name="T111" fmla="*/ 13410019 h 407"/>
                <a:gd name="T112" fmla="*/ 727278882 w 954"/>
                <a:gd name="T113" fmla="*/ 0 h 40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954" h="407">
                  <a:moveTo>
                    <a:pt x="485" y="0"/>
                  </a:moveTo>
                  <a:lnTo>
                    <a:pt x="485" y="0"/>
                  </a:lnTo>
                  <a:lnTo>
                    <a:pt x="397" y="0"/>
                  </a:lnTo>
                  <a:lnTo>
                    <a:pt x="326" y="18"/>
                  </a:lnTo>
                  <a:lnTo>
                    <a:pt x="255" y="44"/>
                  </a:lnTo>
                  <a:lnTo>
                    <a:pt x="185" y="88"/>
                  </a:lnTo>
                  <a:lnTo>
                    <a:pt x="132" y="141"/>
                  </a:lnTo>
                  <a:lnTo>
                    <a:pt x="79" y="212"/>
                  </a:lnTo>
                  <a:lnTo>
                    <a:pt x="35" y="282"/>
                  </a:lnTo>
                  <a:lnTo>
                    <a:pt x="0" y="371"/>
                  </a:lnTo>
                  <a:lnTo>
                    <a:pt x="8" y="388"/>
                  </a:lnTo>
                  <a:lnTo>
                    <a:pt x="17" y="397"/>
                  </a:lnTo>
                  <a:lnTo>
                    <a:pt x="26" y="406"/>
                  </a:lnTo>
                  <a:lnTo>
                    <a:pt x="70" y="406"/>
                  </a:lnTo>
                  <a:lnTo>
                    <a:pt x="114" y="406"/>
                  </a:lnTo>
                  <a:lnTo>
                    <a:pt x="123" y="397"/>
                  </a:lnTo>
                  <a:lnTo>
                    <a:pt x="132" y="379"/>
                  </a:lnTo>
                  <a:lnTo>
                    <a:pt x="158" y="326"/>
                  </a:lnTo>
                  <a:lnTo>
                    <a:pt x="185" y="265"/>
                  </a:lnTo>
                  <a:lnTo>
                    <a:pt x="220" y="212"/>
                  </a:lnTo>
                  <a:lnTo>
                    <a:pt x="264" y="159"/>
                  </a:lnTo>
                  <a:lnTo>
                    <a:pt x="317" y="123"/>
                  </a:lnTo>
                  <a:lnTo>
                    <a:pt x="370" y="88"/>
                  </a:lnTo>
                  <a:lnTo>
                    <a:pt x="423" y="71"/>
                  </a:lnTo>
                  <a:lnTo>
                    <a:pt x="485" y="71"/>
                  </a:lnTo>
                  <a:lnTo>
                    <a:pt x="547" y="79"/>
                  </a:lnTo>
                  <a:lnTo>
                    <a:pt x="608" y="97"/>
                  </a:lnTo>
                  <a:lnTo>
                    <a:pt x="661" y="123"/>
                  </a:lnTo>
                  <a:lnTo>
                    <a:pt x="705" y="159"/>
                  </a:lnTo>
                  <a:lnTo>
                    <a:pt x="741" y="194"/>
                  </a:lnTo>
                  <a:lnTo>
                    <a:pt x="776" y="229"/>
                  </a:lnTo>
                  <a:lnTo>
                    <a:pt x="803" y="273"/>
                  </a:lnTo>
                  <a:lnTo>
                    <a:pt x="820" y="326"/>
                  </a:lnTo>
                  <a:lnTo>
                    <a:pt x="829" y="344"/>
                  </a:lnTo>
                  <a:lnTo>
                    <a:pt x="855" y="353"/>
                  </a:lnTo>
                  <a:lnTo>
                    <a:pt x="900" y="353"/>
                  </a:lnTo>
                  <a:lnTo>
                    <a:pt x="926" y="353"/>
                  </a:lnTo>
                  <a:lnTo>
                    <a:pt x="944" y="335"/>
                  </a:lnTo>
                  <a:lnTo>
                    <a:pt x="953" y="326"/>
                  </a:lnTo>
                  <a:lnTo>
                    <a:pt x="953" y="318"/>
                  </a:lnTo>
                  <a:lnTo>
                    <a:pt x="935" y="265"/>
                  </a:lnTo>
                  <a:lnTo>
                    <a:pt x="900" y="212"/>
                  </a:lnTo>
                  <a:lnTo>
                    <a:pt x="864" y="159"/>
                  </a:lnTo>
                  <a:lnTo>
                    <a:pt x="811" y="115"/>
                  </a:lnTo>
                  <a:lnTo>
                    <a:pt x="741" y="71"/>
                  </a:lnTo>
                  <a:lnTo>
                    <a:pt x="670" y="35"/>
                  </a:lnTo>
                  <a:lnTo>
                    <a:pt x="582" y="9"/>
                  </a:lnTo>
                  <a:lnTo>
                    <a:pt x="485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10"/>
            <p:cNvSpPr>
              <a:spLocks noChangeArrowheads="1"/>
            </p:cNvSpPr>
            <p:nvPr/>
          </p:nvSpPr>
          <p:spPr bwMode="auto">
            <a:xfrm>
              <a:off x="5671642" y="2554109"/>
              <a:ext cx="1134896" cy="584100"/>
            </a:xfrm>
            <a:custGeom>
              <a:avLst/>
              <a:gdLst>
                <a:gd name="T0" fmla="*/ 1386423441 w 928"/>
                <a:gd name="T1" fmla="*/ 461836972 h 477"/>
                <a:gd name="T2" fmla="*/ 1386423441 w 928"/>
                <a:gd name="T3" fmla="*/ 461836972 h 477"/>
                <a:gd name="T4" fmla="*/ 1334077586 w 928"/>
                <a:gd name="T5" fmla="*/ 370368381 h 477"/>
                <a:gd name="T6" fmla="*/ 1254810970 w 928"/>
                <a:gd name="T7" fmla="*/ 277402192 h 477"/>
                <a:gd name="T8" fmla="*/ 1175543132 w 928"/>
                <a:gd name="T9" fmla="*/ 197930306 h 477"/>
                <a:gd name="T10" fmla="*/ 1082816748 w 928"/>
                <a:gd name="T11" fmla="*/ 118458419 h 477"/>
                <a:gd name="T12" fmla="*/ 976628149 w 928"/>
                <a:gd name="T13" fmla="*/ 65976360 h 477"/>
                <a:gd name="T14" fmla="*/ 871936439 w 928"/>
                <a:gd name="T15" fmla="*/ 11995479 h 477"/>
                <a:gd name="T16" fmla="*/ 752288071 w 928"/>
                <a:gd name="T17" fmla="*/ 0 h 477"/>
                <a:gd name="T18" fmla="*/ 699942216 w 928"/>
                <a:gd name="T19" fmla="*/ 11995479 h 477"/>
                <a:gd name="T20" fmla="*/ 634135369 w 928"/>
                <a:gd name="T21" fmla="*/ 25491006 h 477"/>
                <a:gd name="T22" fmla="*/ 634135369 w 928"/>
                <a:gd name="T23" fmla="*/ 25491006 h 477"/>
                <a:gd name="T24" fmla="*/ 448680155 w 928"/>
                <a:gd name="T25" fmla="*/ 77971840 h 477"/>
                <a:gd name="T26" fmla="*/ 317067685 w 928"/>
                <a:gd name="T27" fmla="*/ 157443726 h 477"/>
                <a:gd name="T28" fmla="*/ 198914983 w 928"/>
                <a:gd name="T29" fmla="*/ 236915613 h 477"/>
                <a:gd name="T30" fmla="*/ 119648368 w 928"/>
                <a:gd name="T31" fmla="*/ 329883026 h 477"/>
                <a:gd name="T32" fmla="*/ 67302512 w 928"/>
                <a:gd name="T33" fmla="*/ 409354913 h 477"/>
                <a:gd name="T34" fmla="*/ 26920760 w 928"/>
                <a:gd name="T35" fmla="*/ 502322326 h 477"/>
                <a:gd name="T36" fmla="*/ 0 w 928"/>
                <a:gd name="T37" fmla="*/ 581794213 h 477"/>
                <a:gd name="T38" fmla="*/ 0 w 928"/>
                <a:gd name="T39" fmla="*/ 647770574 h 477"/>
                <a:gd name="T40" fmla="*/ 0 w 928"/>
                <a:gd name="T41" fmla="*/ 647770574 h 477"/>
                <a:gd name="T42" fmla="*/ 0 w 928"/>
                <a:gd name="T43" fmla="*/ 674761626 h 477"/>
                <a:gd name="T44" fmla="*/ 13460992 w 928"/>
                <a:gd name="T45" fmla="*/ 686757106 h 477"/>
                <a:gd name="T46" fmla="*/ 79266615 w 928"/>
                <a:gd name="T47" fmla="*/ 700252632 h 477"/>
                <a:gd name="T48" fmla="*/ 79266615 w 928"/>
                <a:gd name="T49" fmla="*/ 700252632 h 477"/>
                <a:gd name="T50" fmla="*/ 92727607 w 928"/>
                <a:gd name="T51" fmla="*/ 713746934 h 477"/>
                <a:gd name="T52" fmla="*/ 92727607 w 928"/>
                <a:gd name="T53" fmla="*/ 713746934 h 477"/>
                <a:gd name="T54" fmla="*/ 158534454 w 928"/>
                <a:gd name="T55" fmla="*/ 700252632 h 477"/>
                <a:gd name="T56" fmla="*/ 185455214 w 928"/>
                <a:gd name="T57" fmla="*/ 674761626 h 477"/>
                <a:gd name="T58" fmla="*/ 185455214 w 928"/>
                <a:gd name="T59" fmla="*/ 661266100 h 477"/>
                <a:gd name="T60" fmla="*/ 185455214 w 928"/>
                <a:gd name="T61" fmla="*/ 661266100 h 477"/>
                <a:gd name="T62" fmla="*/ 198914983 w 928"/>
                <a:gd name="T63" fmla="*/ 581794213 h 477"/>
                <a:gd name="T64" fmla="*/ 212375975 w 928"/>
                <a:gd name="T65" fmla="*/ 515817853 h 477"/>
                <a:gd name="T66" fmla="*/ 237801069 w 928"/>
                <a:gd name="T67" fmla="*/ 461836972 h 477"/>
                <a:gd name="T68" fmla="*/ 278181598 w 928"/>
                <a:gd name="T69" fmla="*/ 395859387 h 477"/>
                <a:gd name="T70" fmla="*/ 317067685 w 928"/>
                <a:gd name="T71" fmla="*/ 343378553 h 477"/>
                <a:gd name="T72" fmla="*/ 369413540 w 928"/>
                <a:gd name="T73" fmla="*/ 290896494 h 477"/>
                <a:gd name="T74" fmla="*/ 515982668 w 928"/>
                <a:gd name="T75" fmla="*/ 197930306 h 477"/>
                <a:gd name="T76" fmla="*/ 515982668 w 928"/>
                <a:gd name="T77" fmla="*/ 197930306 h 477"/>
                <a:gd name="T78" fmla="*/ 581789514 w 928"/>
                <a:gd name="T79" fmla="*/ 157443726 h 477"/>
                <a:gd name="T80" fmla="*/ 661056130 w 928"/>
                <a:gd name="T81" fmla="*/ 145448247 h 477"/>
                <a:gd name="T82" fmla="*/ 740322745 w 928"/>
                <a:gd name="T83" fmla="*/ 145448247 h 477"/>
                <a:gd name="T84" fmla="*/ 818094918 w 928"/>
                <a:gd name="T85" fmla="*/ 157443726 h 477"/>
                <a:gd name="T86" fmla="*/ 818094918 w 928"/>
                <a:gd name="T87" fmla="*/ 157443726 h 477"/>
                <a:gd name="T88" fmla="*/ 924282294 w 928"/>
                <a:gd name="T89" fmla="*/ 197930306 h 477"/>
                <a:gd name="T90" fmla="*/ 1030469670 w 928"/>
                <a:gd name="T91" fmla="*/ 277402192 h 477"/>
                <a:gd name="T92" fmla="*/ 1121701611 w 928"/>
                <a:gd name="T93" fmla="*/ 382365085 h 477"/>
                <a:gd name="T94" fmla="*/ 1200968227 w 928"/>
                <a:gd name="T95" fmla="*/ 502322326 h 477"/>
                <a:gd name="T96" fmla="*/ 1200968227 w 928"/>
                <a:gd name="T97" fmla="*/ 502322326 h 477"/>
                <a:gd name="T98" fmla="*/ 1214429218 w 928"/>
                <a:gd name="T99" fmla="*/ 515817853 h 477"/>
                <a:gd name="T100" fmla="*/ 1227890210 w 928"/>
                <a:gd name="T101" fmla="*/ 527813332 h 477"/>
                <a:gd name="T102" fmla="*/ 1266775073 w 928"/>
                <a:gd name="T103" fmla="*/ 527813332 h 477"/>
                <a:gd name="T104" fmla="*/ 1266775073 w 928"/>
                <a:gd name="T105" fmla="*/ 527813332 h 477"/>
                <a:gd name="T106" fmla="*/ 1334077586 w 928"/>
                <a:gd name="T107" fmla="*/ 527813332 h 477"/>
                <a:gd name="T108" fmla="*/ 1359502680 w 928"/>
                <a:gd name="T109" fmla="*/ 515817853 h 477"/>
                <a:gd name="T110" fmla="*/ 1386423441 w 928"/>
                <a:gd name="T111" fmla="*/ 502322326 h 477"/>
                <a:gd name="T112" fmla="*/ 1386423441 w 928"/>
                <a:gd name="T113" fmla="*/ 502322326 h 477"/>
                <a:gd name="T114" fmla="*/ 1386423441 w 928"/>
                <a:gd name="T115" fmla="*/ 475331274 h 477"/>
                <a:gd name="T116" fmla="*/ 1386423441 w 928"/>
                <a:gd name="T117" fmla="*/ 461836972 h 477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928" h="477">
                  <a:moveTo>
                    <a:pt x="927" y="308"/>
                  </a:moveTo>
                  <a:lnTo>
                    <a:pt x="927" y="308"/>
                  </a:lnTo>
                  <a:lnTo>
                    <a:pt x="892" y="247"/>
                  </a:lnTo>
                  <a:lnTo>
                    <a:pt x="839" y="185"/>
                  </a:lnTo>
                  <a:lnTo>
                    <a:pt x="786" y="132"/>
                  </a:lnTo>
                  <a:lnTo>
                    <a:pt x="724" y="79"/>
                  </a:lnTo>
                  <a:lnTo>
                    <a:pt x="653" y="44"/>
                  </a:lnTo>
                  <a:lnTo>
                    <a:pt x="583" y="8"/>
                  </a:lnTo>
                  <a:lnTo>
                    <a:pt x="503" y="0"/>
                  </a:lnTo>
                  <a:lnTo>
                    <a:pt x="468" y="8"/>
                  </a:lnTo>
                  <a:lnTo>
                    <a:pt x="424" y="17"/>
                  </a:lnTo>
                  <a:lnTo>
                    <a:pt x="300" y="52"/>
                  </a:lnTo>
                  <a:lnTo>
                    <a:pt x="212" y="105"/>
                  </a:lnTo>
                  <a:lnTo>
                    <a:pt x="133" y="158"/>
                  </a:lnTo>
                  <a:lnTo>
                    <a:pt x="80" y="220"/>
                  </a:lnTo>
                  <a:lnTo>
                    <a:pt x="45" y="273"/>
                  </a:lnTo>
                  <a:lnTo>
                    <a:pt x="18" y="335"/>
                  </a:lnTo>
                  <a:lnTo>
                    <a:pt x="0" y="388"/>
                  </a:lnTo>
                  <a:lnTo>
                    <a:pt x="0" y="432"/>
                  </a:lnTo>
                  <a:lnTo>
                    <a:pt x="0" y="450"/>
                  </a:lnTo>
                  <a:lnTo>
                    <a:pt x="9" y="458"/>
                  </a:lnTo>
                  <a:lnTo>
                    <a:pt x="53" y="467"/>
                  </a:lnTo>
                  <a:lnTo>
                    <a:pt x="62" y="476"/>
                  </a:lnTo>
                  <a:lnTo>
                    <a:pt x="106" y="467"/>
                  </a:lnTo>
                  <a:lnTo>
                    <a:pt x="124" y="450"/>
                  </a:lnTo>
                  <a:lnTo>
                    <a:pt x="124" y="441"/>
                  </a:lnTo>
                  <a:lnTo>
                    <a:pt x="133" y="388"/>
                  </a:lnTo>
                  <a:lnTo>
                    <a:pt x="142" y="344"/>
                  </a:lnTo>
                  <a:lnTo>
                    <a:pt x="159" y="308"/>
                  </a:lnTo>
                  <a:lnTo>
                    <a:pt x="186" y="264"/>
                  </a:lnTo>
                  <a:lnTo>
                    <a:pt x="212" y="229"/>
                  </a:lnTo>
                  <a:lnTo>
                    <a:pt x="247" y="194"/>
                  </a:lnTo>
                  <a:lnTo>
                    <a:pt x="345" y="132"/>
                  </a:lnTo>
                  <a:lnTo>
                    <a:pt x="389" y="105"/>
                  </a:lnTo>
                  <a:lnTo>
                    <a:pt x="442" y="97"/>
                  </a:lnTo>
                  <a:lnTo>
                    <a:pt x="495" y="97"/>
                  </a:lnTo>
                  <a:lnTo>
                    <a:pt x="547" y="105"/>
                  </a:lnTo>
                  <a:lnTo>
                    <a:pt x="618" y="132"/>
                  </a:lnTo>
                  <a:lnTo>
                    <a:pt x="689" y="185"/>
                  </a:lnTo>
                  <a:lnTo>
                    <a:pt x="750" y="255"/>
                  </a:lnTo>
                  <a:lnTo>
                    <a:pt x="803" y="335"/>
                  </a:lnTo>
                  <a:lnTo>
                    <a:pt x="812" y="344"/>
                  </a:lnTo>
                  <a:lnTo>
                    <a:pt x="821" y="352"/>
                  </a:lnTo>
                  <a:lnTo>
                    <a:pt x="847" y="352"/>
                  </a:lnTo>
                  <a:lnTo>
                    <a:pt x="892" y="352"/>
                  </a:lnTo>
                  <a:lnTo>
                    <a:pt x="909" y="344"/>
                  </a:lnTo>
                  <a:lnTo>
                    <a:pt x="927" y="335"/>
                  </a:lnTo>
                  <a:lnTo>
                    <a:pt x="927" y="317"/>
                  </a:lnTo>
                  <a:lnTo>
                    <a:pt x="927" y="308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11"/>
            <p:cNvSpPr>
              <a:spLocks noChangeArrowheads="1"/>
            </p:cNvSpPr>
            <p:nvPr/>
          </p:nvSpPr>
          <p:spPr bwMode="auto">
            <a:xfrm>
              <a:off x="6125601" y="3331852"/>
              <a:ext cx="204757" cy="87297"/>
            </a:xfrm>
            <a:custGeom>
              <a:avLst/>
              <a:gdLst>
                <a:gd name="T0" fmla="*/ 193766759 w 169"/>
                <a:gd name="T1" fmla="*/ 0 h 71"/>
                <a:gd name="T2" fmla="*/ 193766759 w 169"/>
                <a:gd name="T3" fmla="*/ 0 h 71"/>
                <a:gd name="T4" fmla="*/ 220188893 w 169"/>
                <a:gd name="T5" fmla="*/ 13606037 h 71"/>
                <a:gd name="T6" fmla="*/ 233399960 w 169"/>
                <a:gd name="T7" fmla="*/ 25699745 h 71"/>
                <a:gd name="T8" fmla="*/ 246611027 w 169"/>
                <a:gd name="T9" fmla="*/ 52911818 h 71"/>
                <a:gd name="T10" fmla="*/ 246611027 w 169"/>
                <a:gd name="T11" fmla="*/ 66517855 h 71"/>
                <a:gd name="T12" fmla="*/ 246611027 w 169"/>
                <a:gd name="T13" fmla="*/ 66517855 h 71"/>
                <a:gd name="T14" fmla="*/ 233399960 w 169"/>
                <a:gd name="T15" fmla="*/ 93728699 h 71"/>
                <a:gd name="T16" fmla="*/ 220188893 w 169"/>
                <a:gd name="T17" fmla="*/ 105822407 h 71"/>
                <a:gd name="T18" fmla="*/ 206977826 w 169"/>
                <a:gd name="T19" fmla="*/ 105822407 h 71"/>
                <a:gd name="T20" fmla="*/ 182022915 w 169"/>
                <a:gd name="T21" fmla="*/ 105822407 h 71"/>
                <a:gd name="T22" fmla="*/ 182022915 w 169"/>
                <a:gd name="T23" fmla="*/ 105822407 h 71"/>
                <a:gd name="T24" fmla="*/ 155599569 w 169"/>
                <a:gd name="T25" fmla="*/ 93728699 h 71"/>
                <a:gd name="T26" fmla="*/ 155599569 w 169"/>
                <a:gd name="T27" fmla="*/ 93728699 h 71"/>
                <a:gd name="T28" fmla="*/ 129177435 w 169"/>
                <a:gd name="T29" fmla="*/ 80122662 h 71"/>
                <a:gd name="T30" fmla="*/ 104222525 w 169"/>
                <a:gd name="T31" fmla="*/ 93728699 h 71"/>
                <a:gd name="T32" fmla="*/ 104222525 w 169"/>
                <a:gd name="T33" fmla="*/ 93728699 h 71"/>
                <a:gd name="T34" fmla="*/ 64589323 w 169"/>
                <a:gd name="T35" fmla="*/ 105822407 h 71"/>
                <a:gd name="T36" fmla="*/ 64589323 w 169"/>
                <a:gd name="T37" fmla="*/ 105822407 h 71"/>
                <a:gd name="T38" fmla="*/ 38165978 w 169"/>
                <a:gd name="T39" fmla="*/ 105822407 h 71"/>
                <a:gd name="T40" fmla="*/ 26422134 w 169"/>
                <a:gd name="T41" fmla="*/ 93728699 h 71"/>
                <a:gd name="T42" fmla="*/ 13211067 w 169"/>
                <a:gd name="T43" fmla="*/ 80122662 h 71"/>
                <a:gd name="T44" fmla="*/ 0 w 169"/>
                <a:gd name="T45" fmla="*/ 52911818 h 71"/>
                <a:gd name="T46" fmla="*/ 0 w 169"/>
                <a:gd name="T47" fmla="*/ 52911818 h 71"/>
                <a:gd name="T48" fmla="*/ 13211067 w 169"/>
                <a:gd name="T49" fmla="*/ 25699745 h 71"/>
                <a:gd name="T50" fmla="*/ 13211067 w 169"/>
                <a:gd name="T51" fmla="*/ 25699745 h 71"/>
                <a:gd name="T52" fmla="*/ 38165978 w 169"/>
                <a:gd name="T53" fmla="*/ 13606037 h 71"/>
                <a:gd name="T54" fmla="*/ 64589323 w 169"/>
                <a:gd name="T55" fmla="*/ 0 h 71"/>
                <a:gd name="T56" fmla="*/ 64589323 w 169"/>
                <a:gd name="T57" fmla="*/ 0 h 71"/>
                <a:gd name="T58" fmla="*/ 193766759 w 169"/>
                <a:gd name="T59" fmla="*/ 0 h 7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69" h="71">
                  <a:moveTo>
                    <a:pt x="132" y="0"/>
                  </a:moveTo>
                  <a:lnTo>
                    <a:pt x="132" y="0"/>
                  </a:lnTo>
                  <a:lnTo>
                    <a:pt x="150" y="9"/>
                  </a:lnTo>
                  <a:lnTo>
                    <a:pt x="159" y="17"/>
                  </a:lnTo>
                  <a:lnTo>
                    <a:pt x="168" y="35"/>
                  </a:lnTo>
                  <a:lnTo>
                    <a:pt x="168" y="44"/>
                  </a:lnTo>
                  <a:lnTo>
                    <a:pt x="159" y="62"/>
                  </a:lnTo>
                  <a:lnTo>
                    <a:pt x="150" y="70"/>
                  </a:lnTo>
                  <a:lnTo>
                    <a:pt x="141" y="70"/>
                  </a:lnTo>
                  <a:lnTo>
                    <a:pt x="124" y="70"/>
                  </a:lnTo>
                  <a:lnTo>
                    <a:pt x="106" y="62"/>
                  </a:lnTo>
                  <a:lnTo>
                    <a:pt x="88" y="53"/>
                  </a:lnTo>
                  <a:lnTo>
                    <a:pt x="71" y="62"/>
                  </a:lnTo>
                  <a:lnTo>
                    <a:pt x="44" y="70"/>
                  </a:lnTo>
                  <a:lnTo>
                    <a:pt x="26" y="70"/>
                  </a:lnTo>
                  <a:lnTo>
                    <a:pt x="18" y="62"/>
                  </a:lnTo>
                  <a:lnTo>
                    <a:pt x="9" y="53"/>
                  </a:lnTo>
                  <a:lnTo>
                    <a:pt x="0" y="35"/>
                  </a:lnTo>
                  <a:lnTo>
                    <a:pt x="9" y="17"/>
                  </a:lnTo>
                  <a:lnTo>
                    <a:pt x="26" y="9"/>
                  </a:lnTo>
                  <a:lnTo>
                    <a:pt x="44" y="0"/>
                  </a:lnTo>
                  <a:lnTo>
                    <a:pt x="132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12"/>
            <p:cNvSpPr>
              <a:spLocks noChangeArrowheads="1"/>
            </p:cNvSpPr>
            <p:nvPr/>
          </p:nvSpPr>
          <p:spPr bwMode="auto">
            <a:xfrm>
              <a:off x="6390674" y="3030278"/>
              <a:ext cx="96824" cy="96820"/>
            </a:xfrm>
            <a:custGeom>
              <a:avLst/>
              <a:gdLst>
                <a:gd name="T0" fmla="*/ 64452106 w 80"/>
                <a:gd name="T1" fmla="*/ 102529960 h 80"/>
                <a:gd name="T2" fmla="*/ 64452106 w 80"/>
                <a:gd name="T3" fmla="*/ 102529960 h 80"/>
                <a:gd name="T4" fmla="*/ 51269518 w 80"/>
                <a:gd name="T5" fmla="*/ 115712003 h 80"/>
                <a:gd name="T6" fmla="*/ 24901923 w 80"/>
                <a:gd name="T7" fmla="*/ 102529960 h 80"/>
                <a:gd name="T8" fmla="*/ 13183798 w 80"/>
                <a:gd name="T9" fmla="*/ 90812319 h 80"/>
                <a:gd name="T10" fmla="*/ 0 w 80"/>
                <a:gd name="T11" fmla="*/ 77629066 h 80"/>
                <a:gd name="T12" fmla="*/ 0 w 80"/>
                <a:gd name="T13" fmla="*/ 77629066 h 80"/>
                <a:gd name="T14" fmla="*/ 0 w 80"/>
                <a:gd name="T15" fmla="*/ 51264980 h 80"/>
                <a:gd name="T16" fmla="*/ 13183798 w 80"/>
                <a:gd name="T17" fmla="*/ 24899684 h 80"/>
                <a:gd name="T18" fmla="*/ 24901923 w 80"/>
                <a:gd name="T19" fmla="*/ 13182043 h 80"/>
                <a:gd name="T20" fmla="*/ 38085720 w 80"/>
                <a:gd name="T21" fmla="*/ 0 h 80"/>
                <a:gd name="T22" fmla="*/ 38085720 w 80"/>
                <a:gd name="T23" fmla="*/ 0 h 80"/>
                <a:gd name="T24" fmla="*/ 90819702 w 80"/>
                <a:gd name="T25" fmla="*/ 13182043 h 80"/>
                <a:gd name="T26" fmla="*/ 102537826 w 80"/>
                <a:gd name="T27" fmla="*/ 24899684 h 80"/>
                <a:gd name="T28" fmla="*/ 115721624 w 80"/>
                <a:gd name="T29" fmla="*/ 38082937 h 80"/>
                <a:gd name="T30" fmla="*/ 115721624 w 80"/>
                <a:gd name="T31" fmla="*/ 38082937 h 80"/>
                <a:gd name="T32" fmla="*/ 115721624 w 80"/>
                <a:gd name="T33" fmla="*/ 64447023 h 80"/>
                <a:gd name="T34" fmla="*/ 115721624 w 80"/>
                <a:gd name="T35" fmla="*/ 77629066 h 80"/>
                <a:gd name="T36" fmla="*/ 90819702 w 80"/>
                <a:gd name="T37" fmla="*/ 102529960 h 80"/>
                <a:gd name="T38" fmla="*/ 64452106 w 80"/>
                <a:gd name="T39" fmla="*/ 102529960 h 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0" h="80">
                  <a:moveTo>
                    <a:pt x="44" y="70"/>
                  </a:moveTo>
                  <a:lnTo>
                    <a:pt x="44" y="70"/>
                  </a:lnTo>
                  <a:lnTo>
                    <a:pt x="35" y="79"/>
                  </a:lnTo>
                  <a:lnTo>
                    <a:pt x="17" y="70"/>
                  </a:lnTo>
                  <a:lnTo>
                    <a:pt x="9" y="62"/>
                  </a:lnTo>
                  <a:lnTo>
                    <a:pt x="0" y="53"/>
                  </a:lnTo>
                  <a:lnTo>
                    <a:pt x="0" y="35"/>
                  </a:lnTo>
                  <a:lnTo>
                    <a:pt x="9" y="17"/>
                  </a:lnTo>
                  <a:lnTo>
                    <a:pt x="17" y="9"/>
                  </a:lnTo>
                  <a:lnTo>
                    <a:pt x="26" y="0"/>
                  </a:lnTo>
                  <a:lnTo>
                    <a:pt x="62" y="9"/>
                  </a:lnTo>
                  <a:lnTo>
                    <a:pt x="70" y="17"/>
                  </a:lnTo>
                  <a:lnTo>
                    <a:pt x="79" y="26"/>
                  </a:lnTo>
                  <a:lnTo>
                    <a:pt x="79" y="44"/>
                  </a:lnTo>
                  <a:lnTo>
                    <a:pt x="79" y="53"/>
                  </a:lnTo>
                  <a:lnTo>
                    <a:pt x="62" y="70"/>
                  </a:lnTo>
                  <a:lnTo>
                    <a:pt x="44" y="7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13"/>
            <p:cNvSpPr>
              <a:spLocks noChangeArrowheads="1"/>
            </p:cNvSpPr>
            <p:nvPr/>
          </p:nvSpPr>
          <p:spPr bwMode="auto">
            <a:xfrm>
              <a:off x="6033539" y="3050912"/>
              <a:ext cx="139680" cy="87298"/>
            </a:xfrm>
            <a:custGeom>
              <a:avLst/>
              <a:gdLst>
                <a:gd name="T0" fmla="*/ 89991573 w 115"/>
                <a:gd name="T1" fmla="*/ 0 h 72"/>
                <a:gd name="T2" fmla="*/ 89991573 w 115"/>
                <a:gd name="T3" fmla="*/ 0 h 72"/>
                <a:gd name="T4" fmla="*/ 129824665 w 115"/>
                <a:gd name="T5" fmla="*/ 13230497 h 72"/>
                <a:gd name="T6" fmla="*/ 143101553 w 115"/>
                <a:gd name="T7" fmla="*/ 26462206 h 72"/>
                <a:gd name="T8" fmla="*/ 154903905 w 115"/>
                <a:gd name="T9" fmla="*/ 52923200 h 72"/>
                <a:gd name="T10" fmla="*/ 168180793 w 115"/>
                <a:gd name="T11" fmla="*/ 77914677 h 72"/>
                <a:gd name="T12" fmla="*/ 168180793 w 115"/>
                <a:gd name="T13" fmla="*/ 77914677 h 72"/>
                <a:gd name="T14" fmla="*/ 154903905 w 115"/>
                <a:gd name="T15" fmla="*/ 91145174 h 72"/>
                <a:gd name="T16" fmla="*/ 129824665 w 115"/>
                <a:gd name="T17" fmla="*/ 104376884 h 72"/>
                <a:gd name="T18" fmla="*/ 103269675 w 115"/>
                <a:gd name="T19" fmla="*/ 104376884 h 72"/>
                <a:gd name="T20" fmla="*/ 78189220 w 115"/>
                <a:gd name="T21" fmla="*/ 104376884 h 72"/>
                <a:gd name="T22" fmla="*/ 78189220 w 115"/>
                <a:gd name="T23" fmla="*/ 104376884 h 72"/>
                <a:gd name="T24" fmla="*/ 25079240 w 115"/>
                <a:gd name="T25" fmla="*/ 77914677 h 72"/>
                <a:gd name="T26" fmla="*/ 11802353 w 115"/>
                <a:gd name="T27" fmla="*/ 52923200 h 72"/>
                <a:gd name="T28" fmla="*/ 0 w 115"/>
                <a:gd name="T29" fmla="*/ 39692703 h 72"/>
                <a:gd name="T30" fmla="*/ 0 w 115"/>
                <a:gd name="T31" fmla="*/ 39692703 h 72"/>
                <a:gd name="T32" fmla="*/ 11802353 w 115"/>
                <a:gd name="T33" fmla="*/ 13230497 h 72"/>
                <a:gd name="T34" fmla="*/ 25079240 w 115"/>
                <a:gd name="T35" fmla="*/ 0 h 72"/>
                <a:gd name="T36" fmla="*/ 64912333 w 115"/>
                <a:gd name="T37" fmla="*/ 0 h 72"/>
                <a:gd name="T38" fmla="*/ 89991573 w 115"/>
                <a:gd name="T39" fmla="*/ 0 h 7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15" h="72">
                  <a:moveTo>
                    <a:pt x="61" y="0"/>
                  </a:moveTo>
                  <a:lnTo>
                    <a:pt x="61" y="0"/>
                  </a:lnTo>
                  <a:lnTo>
                    <a:pt x="88" y="9"/>
                  </a:lnTo>
                  <a:lnTo>
                    <a:pt x="97" y="18"/>
                  </a:lnTo>
                  <a:lnTo>
                    <a:pt x="105" y="36"/>
                  </a:lnTo>
                  <a:lnTo>
                    <a:pt x="114" y="53"/>
                  </a:lnTo>
                  <a:lnTo>
                    <a:pt x="105" y="62"/>
                  </a:lnTo>
                  <a:lnTo>
                    <a:pt x="88" y="71"/>
                  </a:lnTo>
                  <a:lnTo>
                    <a:pt x="70" y="71"/>
                  </a:lnTo>
                  <a:lnTo>
                    <a:pt x="53" y="71"/>
                  </a:lnTo>
                  <a:lnTo>
                    <a:pt x="17" y="53"/>
                  </a:lnTo>
                  <a:lnTo>
                    <a:pt x="8" y="36"/>
                  </a:lnTo>
                  <a:lnTo>
                    <a:pt x="0" y="27"/>
                  </a:lnTo>
                  <a:lnTo>
                    <a:pt x="8" y="9"/>
                  </a:lnTo>
                  <a:lnTo>
                    <a:pt x="17" y="0"/>
                  </a:lnTo>
                  <a:lnTo>
                    <a:pt x="44" y="0"/>
                  </a:lnTo>
                  <a:lnTo>
                    <a:pt x="61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410" name="TextBox 20"/>
          <p:cNvSpPr txBox="1">
            <a:spLocks noChangeArrowheads="1"/>
          </p:cNvSpPr>
          <p:nvPr/>
        </p:nvSpPr>
        <p:spPr bwMode="auto">
          <a:xfrm>
            <a:off x="2724150" y="1047750"/>
            <a:ext cx="36957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That’s the bad guy!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1679575" y="4286250"/>
            <a:ext cx="57848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What other explanations exist?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362200" y="285750"/>
            <a:ext cx="44196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9.  Resist blaming</a:t>
            </a:r>
          </a:p>
        </p:txBody>
      </p:sp>
      <p:grpSp>
        <p:nvGrpSpPr>
          <p:cNvPr id="102413" name="Group 24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27" name="Rectangle 26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102416" name="Picture 28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17" name="Picture 29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18" name="Picture 30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2457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Box 20"/>
          <p:cNvSpPr txBox="1">
            <a:spLocks noChangeArrowheads="1"/>
          </p:cNvSpPr>
          <p:nvPr/>
        </p:nvSpPr>
        <p:spPr bwMode="auto">
          <a:xfrm>
            <a:off x="2808288" y="1047750"/>
            <a:ext cx="35274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latin typeface="Verdana" charset="0"/>
                <a:ea typeface="MS PGothic" charset="0"/>
                <a:cs typeface="MS PGothic" charset="0"/>
              </a:rPr>
              <a:t>It’s now or never!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238375" y="4324350"/>
            <a:ext cx="466725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2800">
                <a:solidFill>
                  <a:srgbClr val="29ABE2"/>
                </a:solidFill>
                <a:latin typeface="Verdana" charset="0"/>
                <a:ea typeface="MS PGothic" charset="0"/>
                <a:cs typeface="MS PGothic" charset="0"/>
              </a:rPr>
              <a:t>Can we take it stepwise?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2066925" y="285750"/>
            <a:ext cx="501015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40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10. Take small steps</a:t>
            </a:r>
          </a:p>
        </p:txBody>
      </p:sp>
      <p:sp>
        <p:nvSpPr>
          <p:cNvPr id="27" name="Freeform 114"/>
          <p:cNvSpPr>
            <a:spLocks noChangeArrowheads="1"/>
          </p:cNvSpPr>
          <p:nvPr/>
        </p:nvSpPr>
        <p:spPr bwMode="auto">
          <a:xfrm>
            <a:off x="3735388" y="1657350"/>
            <a:ext cx="1635125" cy="2630488"/>
          </a:xfrm>
          <a:custGeom>
            <a:avLst/>
            <a:gdLst>
              <a:gd name="T0" fmla="*/ 1011599414 w 1572"/>
              <a:gd name="T1" fmla="*/ 2147483646 h 2525"/>
              <a:gd name="T2" fmla="*/ 1011599414 w 1572"/>
              <a:gd name="T3" fmla="*/ 2145638535 h 2525"/>
              <a:gd name="T4" fmla="*/ 1021336313 w 1572"/>
              <a:gd name="T5" fmla="*/ 1762528012 h 2525"/>
              <a:gd name="T6" fmla="*/ 1050548050 w 1572"/>
              <a:gd name="T7" fmla="*/ 1599732579 h 2525"/>
              <a:gd name="T8" fmla="*/ 1403255538 w 1572"/>
              <a:gd name="T9" fmla="*/ 1571514996 h 2525"/>
              <a:gd name="T10" fmla="*/ 1489810027 w 1572"/>
              <a:gd name="T11" fmla="*/ 1312128044 h 2525"/>
              <a:gd name="T12" fmla="*/ 1412993477 w 1572"/>
              <a:gd name="T13" fmla="*/ 1063594329 h 2525"/>
              <a:gd name="T14" fmla="*/ 1308045912 w 1572"/>
              <a:gd name="T15" fmla="*/ 986538220 h 2525"/>
              <a:gd name="T16" fmla="*/ 1021336313 w 1572"/>
              <a:gd name="T17" fmla="*/ 1044058918 h 2525"/>
              <a:gd name="T18" fmla="*/ 1011599414 w 1572"/>
              <a:gd name="T19" fmla="*/ 833510492 h 2525"/>
              <a:gd name="T20" fmla="*/ 1212837326 w 1572"/>
              <a:gd name="T21" fmla="*/ 785757498 h 2525"/>
              <a:gd name="T22" fmla="*/ 1365388664 w 1572"/>
              <a:gd name="T23" fmla="*/ 795525203 h 2525"/>
              <a:gd name="T24" fmla="*/ 1489810027 w 1572"/>
              <a:gd name="T25" fmla="*/ 766222088 h 2525"/>
              <a:gd name="T26" fmla="*/ 1699703076 w 1572"/>
              <a:gd name="T27" fmla="*/ 498152962 h 2525"/>
              <a:gd name="T28" fmla="*/ 1480072088 w 1572"/>
              <a:gd name="T29" fmla="*/ 316907651 h 2525"/>
              <a:gd name="T30" fmla="*/ 1231229362 w 1572"/>
              <a:gd name="T31" fmla="*/ 268069125 h 2525"/>
              <a:gd name="T32" fmla="*/ 1031074252 w 1572"/>
              <a:gd name="T33" fmla="*/ 249619247 h 2525"/>
              <a:gd name="T34" fmla="*/ 1002943237 w 1572"/>
              <a:gd name="T35" fmla="*/ 220316132 h 2525"/>
              <a:gd name="T36" fmla="*/ 993206338 w 1572"/>
              <a:gd name="T37" fmla="*/ 48838526 h 2525"/>
              <a:gd name="T38" fmla="*/ 783313288 w 1572"/>
              <a:gd name="T39" fmla="*/ 19535410 h 2525"/>
              <a:gd name="T40" fmla="*/ 735708475 w 1572"/>
              <a:gd name="T41" fmla="*/ 220316132 h 2525"/>
              <a:gd name="T42" fmla="*/ 668628824 w 1572"/>
              <a:gd name="T43" fmla="*/ 268069125 h 2525"/>
              <a:gd name="T44" fmla="*/ 411130962 w 1572"/>
              <a:gd name="T45" fmla="*/ 307139946 h 2525"/>
              <a:gd name="T46" fmla="*/ 305102675 w 1572"/>
              <a:gd name="T47" fmla="*/ 374428350 h 2525"/>
              <a:gd name="T48" fmla="*/ 239104786 w 1572"/>
              <a:gd name="T49" fmla="*/ 402645933 h 2525"/>
              <a:gd name="T50" fmla="*/ 305102675 w 1572"/>
              <a:gd name="T51" fmla="*/ 775989793 h 2525"/>
              <a:gd name="T52" fmla="*/ 381919225 w 1572"/>
              <a:gd name="T53" fmla="*/ 881263485 h 2525"/>
              <a:gd name="T54" fmla="*/ 477128851 w 1572"/>
              <a:gd name="T55" fmla="*/ 871495780 h 2525"/>
              <a:gd name="T56" fmla="*/ 687021900 w 1572"/>
              <a:gd name="T57" fmla="*/ 871495780 h 2525"/>
              <a:gd name="T58" fmla="*/ 754101551 w 1572"/>
              <a:gd name="T59" fmla="*/ 1082044207 h 2525"/>
              <a:gd name="T60" fmla="*/ 563682300 w 1572"/>
              <a:gd name="T61" fmla="*/ 1101579617 h 2525"/>
              <a:gd name="T62" fmla="*/ 353789250 w 1572"/>
              <a:gd name="T63" fmla="*/ 1111347322 h 2525"/>
              <a:gd name="T64" fmla="*/ 276972700 w 1572"/>
              <a:gd name="T65" fmla="*/ 1139564906 h 2525"/>
              <a:gd name="T66" fmla="*/ 76816550 w 1572"/>
              <a:gd name="T67" fmla="*/ 1341431159 h 2525"/>
              <a:gd name="T68" fmla="*/ 37866874 w 1572"/>
              <a:gd name="T69" fmla="*/ 1484691182 h 2525"/>
              <a:gd name="T70" fmla="*/ 162288237 w 1572"/>
              <a:gd name="T71" fmla="*/ 1599732579 h 2525"/>
              <a:gd name="T72" fmla="*/ 286709599 w 1572"/>
              <a:gd name="T73" fmla="*/ 1676788688 h 2525"/>
              <a:gd name="T74" fmla="*/ 411130962 w 1572"/>
              <a:gd name="T75" fmla="*/ 1676788688 h 2525"/>
              <a:gd name="T76" fmla="*/ 534470563 w 1572"/>
              <a:gd name="T77" fmla="*/ 1647485573 h 2525"/>
              <a:gd name="T78" fmla="*/ 754101551 w 1572"/>
              <a:gd name="T79" fmla="*/ 1657253278 h 2525"/>
              <a:gd name="T80" fmla="*/ 783313288 w 1572"/>
              <a:gd name="T81" fmla="*/ 2068582426 h 2525"/>
              <a:gd name="T82" fmla="*/ 773575349 w 1572"/>
              <a:gd name="T83" fmla="*/ 2147483646 h 2525"/>
              <a:gd name="T84" fmla="*/ 1278834175 w 1572"/>
              <a:gd name="T85" fmla="*/ 1091811912 h 2525"/>
              <a:gd name="T86" fmla="*/ 1375125563 w 1572"/>
              <a:gd name="T87" fmla="*/ 1149332611 h 2525"/>
              <a:gd name="T88" fmla="*/ 1412993477 w 1572"/>
              <a:gd name="T89" fmla="*/ 1446704852 h 2525"/>
              <a:gd name="T90" fmla="*/ 1107890802 w 1572"/>
              <a:gd name="T91" fmla="*/ 1494458887 h 2525"/>
              <a:gd name="T92" fmla="*/ 372182326 w 1572"/>
              <a:gd name="T93" fmla="*/ 1580197169 h 2525"/>
              <a:gd name="T94" fmla="*/ 200156151 w 1572"/>
              <a:gd name="T95" fmla="*/ 1494458887 h 2525"/>
              <a:gd name="T96" fmla="*/ 162288237 w 1572"/>
              <a:gd name="T97" fmla="*/ 1456472557 h 2525"/>
              <a:gd name="T98" fmla="*/ 181763075 w 1572"/>
              <a:gd name="T99" fmla="*/ 1389184153 h 2525"/>
              <a:gd name="T100" fmla="*/ 276972700 w 1572"/>
              <a:gd name="T101" fmla="*/ 1264375050 h 2525"/>
              <a:gd name="T102" fmla="*/ 744363612 w 1572"/>
              <a:gd name="T103" fmla="*/ 1168868021 h 2525"/>
              <a:gd name="T104" fmla="*/ 1107890802 w 1572"/>
              <a:gd name="T105" fmla="*/ 1130882733 h 2525"/>
              <a:gd name="T106" fmla="*/ 1432467275 w 1572"/>
              <a:gd name="T107" fmla="*/ 642497475 h 2525"/>
              <a:gd name="T108" fmla="*/ 1231229362 w 1572"/>
              <a:gd name="T109" fmla="*/ 690250469 h 2525"/>
              <a:gd name="T110" fmla="*/ 916389788 w 1572"/>
              <a:gd name="T111" fmla="*/ 738004504 h 2525"/>
              <a:gd name="T112" fmla="*/ 668628824 w 1572"/>
              <a:gd name="T113" fmla="*/ 775989793 h 2525"/>
              <a:gd name="T114" fmla="*/ 467390912 w 1572"/>
              <a:gd name="T115" fmla="*/ 785757498 h 2525"/>
              <a:gd name="T116" fmla="*/ 372182326 w 1572"/>
              <a:gd name="T117" fmla="*/ 422181344 h 2525"/>
              <a:gd name="T118" fmla="*/ 830918101 w 1572"/>
              <a:gd name="T119" fmla="*/ 383110523 h 2525"/>
              <a:gd name="T120" fmla="*/ 983469439 w 1572"/>
              <a:gd name="T121" fmla="*/ 364660645 h 2525"/>
              <a:gd name="T122" fmla="*/ 1193362488 w 1572"/>
              <a:gd name="T123" fmla="*/ 364660645 h 2525"/>
              <a:gd name="T124" fmla="*/ 1384862462 w 1572"/>
              <a:gd name="T125" fmla="*/ 383110523 h 2525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0" t="0" r="r" b="b"/>
            <a:pathLst>
              <a:path w="1572" h="2525">
                <a:moveTo>
                  <a:pt x="935" y="2524"/>
                </a:moveTo>
                <a:lnTo>
                  <a:pt x="935" y="2524"/>
                </a:lnTo>
                <a:lnTo>
                  <a:pt x="935" y="2489"/>
                </a:lnTo>
                <a:lnTo>
                  <a:pt x="935" y="2409"/>
                </a:lnTo>
                <a:lnTo>
                  <a:pt x="935" y="2189"/>
                </a:lnTo>
                <a:lnTo>
                  <a:pt x="935" y="2153"/>
                </a:lnTo>
                <a:lnTo>
                  <a:pt x="935" y="2100"/>
                </a:lnTo>
                <a:lnTo>
                  <a:pt x="935" y="2074"/>
                </a:lnTo>
                <a:lnTo>
                  <a:pt x="935" y="1977"/>
                </a:lnTo>
                <a:lnTo>
                  <a:pt x="944" y="1853"/>
                </a:lnTo>
                <a:lnTo>
                  <a:pt x="953" y="1765"/>
                </a:lnTo>
                <a:lnTo>
                  <a:pt x="944" y="1668"/>
                </a:lnTo>
                <a:lnTo>
                  <a:pt x="944" y="1624"/>
                </a:lnTo>
                <a:lnTo>
                  <a:pt x="935" y="1527"/>
                </a:lnTo>
                <a:lnTo>
                  <a:pt x="935" y="1483"/>
                </a:lnTo>
                <a:lnTo>
                  <a:pt x="935" y="1474"/>
                </a:lnTo>
                <a:lnTo>
                  <a:pt x="944" y="1474"/>
                </a:lnTo>
                <a:lnTo>
                  <a:pt x="971" y="1474"/>
                </a:lnTo>
                <a:lnTo>
                  <a:pt x="1015" y="1465"/>
                </a:lnTo>
                <a:lnTo>
                  <a:pt x="1085" y="1465"/>
                </a:lnTo>
                <a:lnTo>
                  <a:pt x="1297" y="1448"/>
                </a:lnTo>
                <a:lnTo>
                  <a:pt x="1341" y="1439"/>
                </a:lnTo>
                <a:lnTo>
                  <a:pt x="1377" y="1412"/>
                </a:lnTo>
                <a:lnTo>
                  <a:pt x="1394" y="1395"/>
                </a:lnTo>
                <a:lnTo>
                  <a:pt x="1394" y="1377"/>
                </a:lnTo>
                <a:lnTo>
                  <a:pt x="1394" y="1359"/>
                </a:lnTo>
                <a:lnTo>
                  <a:pt x="1377" y="1209"/>
                </a:lnTo>
                <a:lnTo>
                  <a:pt x="1368" y="1183"/>
                </a:lnTo>
                <a:lnTo>
                  <a:pt x="1359" y="1139"/>
                </a:lnTo>
                <a:lnTo>
                  <a:pt x="1350" y="1059"/>
                </a:lnTo>
                <a:lnTo>
                  <a:pt x="1332" y="1015"/>
                </a:lnTo>
                <a:lnTo>
                  <a:pt x="1306" y="980"/>
                </a:lnTo>
                <a:lnTo>
                  <a:pt x="1288" y="953"/>
                </a:lnTo>
                <a:lnTo>
                  <a:pt x="1271" y="918"/>
                </a:lnTo>
                <a:lnTo>
                  <a:pt x="1262" y="909"/>
                </a:lnTo>
                <a:lnTo>
                  <a:pt x="1244" y="909"/>
                </a:lnTo>
                <a:lnTo>
                  <a:pt x="1209" y="909"/>
                </a:lnTo>
                <a:lnTo>
                  <a:pt x="997" y="953"/>
                </a:lnTo>
                <a:lnTo>
                  <a:pt x="988" y="962"/>
                </a:lnTo>
                <a:lnTo>
                  <a:pt x="962" y="962"/>
                </a:lnTo>
                <a:lnTo>
                  <a:pt x="953" y="962"/>
                </a:lnTo>
                <a:lnTo>
                  <a:pt x="944" y="962"/>
                </a:lnTo>
                <a:lnTo>
                  <a:pt x="944" y="953"/>
                </a:lnTo>
                <a:lnTo>
                  <a:pt x="927" y="918"/>
                </a:lnTo>
                <a:lnTo>
                  <a:pt x="927" y="892"/>
                </a:lnTo>
                <a:lnTo>
                  <a:pt x="935" y="839"/>
                </a:lnTo>
                <a:lnTo>
                  <a:pt x="935" y="803"/>
                </a:lnTo>
                <a:lnTo>
                  <a:pt x="935" y="768"/>
                </a:lnTo>
                <a:lnTo>
                  <a:pt x="935" y="759"/>
                </a:lnTo>
                <a:lnTo>
                  <a:pt x="953" y="750"/>
                </a:lnTo>
                <a:lnTo>
                  <a:pt x="988" y="750"/>
                </a:lnTo>
                <a:lnTo>
                  <a:pt x="1059" y="733"/>
                </a:lnTo>
                <a:lnTo>
                  <a:pt x="1121" y="724"/>
                </a:lnTo>
                <a:lnTo>
                  <a:pt x="1200" y="715"/>
                </a:lnTo>
                <a:lnTo>
                  <a:pt x="1218" y="715"/>
                </a:lnTo>
                <a:lnTo>
                  <a:pt x="1244" y="715"/>
                </a:lnTo>
                <a:lnTo>
                  <a:pt x="1262" y="733"/>
                </a:lnTo>
                <a:lnTo>
                  <a:pt x="1280" y="742"/>
                </a:lnTo>
                <a:lnTo>
                  <a:pt x="1288" y="742"/>
                </a:lnTo>
                <a:lnTo>
                  <a:pt x="1306" y="742"/>
                </a:lnTo>
                <a:lnTo>
                  <a:pt x="1332" y="733"/>
                </a:lnTo>
                <a:lnTo>
                  <a:pt x="1359" y="724"/>
                </a:lnTo>
                <a:lnTo>
                  <a:pt x="1377" y="706"/>
                </a:lnTo>
                <a:lnTo>
                  <a:pt x="1394" y="680"/>
                </a:lnTo>
                <a:lnTo>
                  <a:pt x="1438" y="618"/>
                </a:lnTo>
                <a:lnTo>
                  <a:pt x="1562" y="477"/>
                </a:lnTo>
                <a:lnTo>
                  <a:pt x="1571" y="459"/>
                </a:lnTo>
                <a:lnTo>
                  <a:pt x="1553" y="442"/>
                </a:lnTo>
                <a:lnTo>
                  <a:pt x="1527" y="415"/>
                </a:lnTo>
                <a:lnTo>
                  <a:pt x="1456" y="353"/>
                </a:lnTo>
                <a:lnTo>
                  <a:pt x="1368" y="292"/>
                </a:lnTo>
                <a:lnTo>
                  <a:pt x="1332" y="265"/>
                </a:lnTo>
                <a:lnTo>
                  <a:pt x="1297" y="247"/>
                </a:lnTo>
                <a:lnTo>
                  <a:pt x="1262" y="239"/>
                </a:lnTo>
                <a:lnTo>
                  <a:pt x="1227" y="239"/>
                </a:lnTo>
                <a:lnTo>
                  <a:pt x="1191" y="239"/>
                </a:lnTo>
                <a:lnTo>
                  <a:pt x="1138" y="247"/>
                </a:lnTo>
                <a:lnTo>
                  <a:pt x="1077" y="247"/>
                </a:lnTo>
                <a:lnTo>
                  <a:pt x="1032" y="247"/>
                </a:lnTo>
                <a:lnTo>
                  <a:pt x="1006" y="247"/>
                </a:lnTo>
                <a:lnTo>
                  <a:pt x="962" y="230"/>
                </a:lnTo>
                <a:lnTo>
                  <a:pt x="953" y="230"/>
                </a:lnTo>
                <a:lnTo>
                  <a:pt x="935" y="230"/>
                </a:lnTo>
                <a:lnTo>
                  <a:pt x="927" y="221"/>
                </a:lnTo>
                <a:lnTo>
                  <a:pt x="927" y="212"/>
                </a:lnTo>
                <a:lnTo>
                  <a:pt x="927" y="203"/>
                </a:lnTo>
                <a:lnTo>
                  <a:pt x="927" y="168"/>
                </a:lnTo>
                <a:lnTo>
                  <a:pt x="927" y="124"/>
                </a:lnTo>
                <a:lnTo>
                  <a:pt x="927" y="71"/>
                </a:lnTo>
                <a:lnTo>
                  <a:pt x="918" y="45"/>
                </a:lnTo>
                <a:lnTo>
                  <a:pt x="891" y="27"/>
                </a:lnTo>
                <a:lnTo>
                  <a:pt x="838" y="9"/>
                </a:lnTo>
                <a:lnTo>
                  <a:pt x="794" y="0"/>
                </a:lnTo>
                <a:lnTo>
                  <a:pt x="759" y="9"/>
                </a:lnTo>
                <a:lnTo>
                  <a:pt x="724" y="18"/>
                </a:lnTo>
                <a:lnTo>
                  <a:pt x="697" y="36"/>
                </a:lnTo>
                <a:lnTo>
                  <a:pt x="688" y="62"/>
                </a:lnTo>
                <a:lnTo>
                  <a:pt x="680" y="150"/>
                </a:lnTo>
                <a:lnTo>
                  <a:pt x="680" y="203"/>
                </a:lnTo>
                <a:lnTo>
                  <a:pt x="680" y="239"/>
                </a:lnTo>
                <a:lnTo>
                  <a:pt x="680" y="247"/>
                </a:lnTo>
                <a:lnTo>
                  <a:pt x="671" y="247"/>
                </a:lnTo>
                <a:lnTo>
                  <a:pt x="653" y="247"/>
                </a:lnTo>
                <a:lnTo>
                  <a:pt x="618" y="247"/>
                </a:lnTo>
                <a:lnTo>
                  <a:pt x="600" y="256"/>
                </a:lnTo>
                <a:lnTo>
                  <a:pt x="521" y="265"/>
                </a:lnTo>
                <a:lnTo>
                  <a:pt x="468" y="274"/>
                </a:lnTo>
                <a:lnTo>
                  <a:pt x="380" y="283"/>
                </a:lnTo>
                <a:lnTo>
                  <a:pt x="335" y="292"/>
                </a:lnTo>
                <a:lnTo>
                  <a:pt x="309" y="300"/>
                </a:lnTo>
                <a:lnTo>
                  <a:pt x="300" y="318"/>
                </a:lnTo>
                <a:lnTo>
                  <a:pt x="291" y="336"/>
                </a:lnTo>
                <a:lnTo>
                  <a:pt x="291" y="345"/>
                </a:lnTo>
                <a:lnTo>
                  <a:pt x="282" y="345"/>
                </a:lnTo>
                <a:lnTo>
                  <a:pt x="274" y="345"/>
                </a:lnTo>
                <a:lnTo>
                  <a:pt x="265" y="345"/>
                </a:lnTo>
                <a:lnTo>
                  <a:pt x="238" y="353"/>
                </a:lnTo>
                <a:lnTo>
                  <a:pt x="221" y="353"/>
                </a:lnTo>
                <a:lnTo>
                  <a:pt x="221" y="371"/>
                </a:lnTo>
                <a:lnTo>
                  <a:pt x="230" y="397"/>
                </a:lnTo>
                <a:lnTo>
                  <a:pt x="247" y="450"/>
                </a:lnTo>
                <a:lnTo>
                  <a:pt x="256" y="512"/>
                </a:lnTo>
                <a:lnTo>
                  <a:pt x="274" y="627"/>
                </a:lnTo>
                <a:lnTo>
                  <a:pt x="282" y="715"/>
                </a:lnTo>
                <a:lnTo>
                  <a:pt x="282" y="733"/>
                </a:lnTo>
                <a:lnTo>
                  <a:pt x="291" y="768"/>
                </a:lnTo>
                <a:lnTo>
                  <a:pt x="300" y="786"/>
                </a:lnTo>
                <a:lnTo>
                  <a:pt x="309" y="803"/>
                </a:lnTo>
                <a:lnTo>
                  <a:pt x="327" y="812"/>
                </a:lnTo>
                <a:lnTo>
                  <a:pt x="353" y="812"/>
                </a:lnTo>
                <a:lnTo>
                  <a:pt x="380" y="812"/>
                </a:lnTo>
                <a:lnTo>
                  <a:pt x="397" y="812"/>
                </a:lnTo>
                <a:lnTo>
                  <a:pt x="441" y="803"/>
                </a:lnTo>
                <a:lnTo>
                  <a:pt x="538" y="795"/>
                </a:lnTo>
                <a:lnTo>
                  <a:pt x="591" y="803"/>
                </a:lnTo>
                <a:lnTo>
                  <a:pt x="609" y="803"/>
                </a:lnTo>
                <a:lnTo>
                  <a:pt x="635" y="803"/>
                </a:lnTo>
                <a:lnTo>
                  <a:pt x="653" y="803"/>
                </a:lnTo>
                <a:lnTo>
                  <a:pt x="680" y="795"/>
                </a:lnTo>
                <a:lnTo>
                  <a:pt x="697" y="795"/>
                </a:lnTo>
                <a:lnTo>
                  <a:pt x="715" y="795"/>
                </a:lnTo>
                <a:lnTo>
                  <a:pt x="724" y="989"/>
                </a:lnTo>
                <a:lnTo>
                  <a:pt x="697" y="997"/>
                </a:lnTo>
                <a:lnTo>
                  <a:pt x="671" y="997"/>
                </a:lnTo>
                <a:lnTo>
                  <a:pt x="627" y="1006"/>
                </a:lnTo>
                <a:lnTo>
                  <a:pt x="547" y="1015"/>
                </a:lnTo>
                <a:lnTo>
                  <a:pt x="521" y="1015"/>
                </a:lnTo>
                <a:lnTo>
                  <a:pt x="441" y="1015"/>
                </a:lnTo>
                <a:lnTo>
                  <a:pt x="362" y="1033"/>
                </a:lnTo>
                <a:lnTo>
                  <a:pt x="353" y="1033"/>
                </a:lnTo>
                <a:lnTo>
                  <a:pt x="327" y="1024"/>
                </a:lnTo>
                <a:lnTo>
                  <a:pt x="318" y="1024"/>
                </a:lnTo>
                <a:lnTo>
                  <a:pt x="291" y="1033"/>
                </a:lnTo>
                <a:lnTo>
                  <a:pt x="256" y="1050"/>
                </a:lnTo>
                <a:lnTo>
                  <a:pt x="150" y="1130"/>
                </a:lnTo>
                <a:lnTo>
                  <a:pt x="132" y="1156"/>
                </a:lnTo>
                <a:lnTo>
                  <a:pt x="115" y="1174"/>
                </a:lnTo>
                <a:lnTo>
                  <a:pt x="97" y="1209"/>
                </a:lnTo>
                <a:lnTo>
                  <a:pt x="71" y="1236"/>
                </a:lnTo>
                <a:lnTo>
                  <a:pt x="35" y="1245"/>
                </a:lnTo>
                <a:lnTo>
                  <a:pt x="9" y="1280"/>
                </a:lnTo>
                <a:lnTo>
                  <a:pt x="0" y="1306"/>
                </a:lnTo>
                <a:lnTo>
                  <a:pt x="9" y="1342"/>
                </a:lnTo>
                <a:lnTo>
                  <a:pt x="35" y="1368"/>
                </a:lnTo>
                <a:lnTo>
                  <a:pt x="35" y="1377"/>
                </a:lnTo>
                <a:lnTo>
                  <a:pt x="53" y="1386"/>
                </a:lnTo>
                <a:lnTo>
                  <a:pt x="71" y="1412"/>
                </a:lnTo>
                <a:lnTo>
                  <a:pt x="97" y="1439"/>
                </a:lnTo>
                <a:lnTo>
                  <a:pt x="150" y="1474"/>
                </a:lnTo>
                <a:lnTo>
                  <a:pt x="185" y="1492"/>
                </a:lnTo>
                <a:lnTo>
                  <a:pt x="221" y="1518"/>
                </a:lnTo>
                <a:lnTo>
                  <a:pt x="238" y="1536"/>
                </a:lnTo>
                <a:lnTo>
                  <a:pt x="265" y="1545"/>
                </a:lnTo>
                <a:lnTo>
                  <a:pt x="274" y="1545"/>
                </a:lnTo>
                <a:lnTo>
                  <a:pt x="300" y="1562"/>
                </a:lnTo>
                <a:lnTo>
                  <a:pt x="318" y="1562"/>
                </a:lnTo>
                <a:lnTo>
                  <a:pt x="353" y="1553"/>
                </a:lnTo>
                <a:lnTo>
                  <a:pt x="380" y="1545"/>
                </a:lnTo>
                <a:lnTo>
                  <a:pt x="397" y="1536"/>
                </a:lnTo>
                <a:lnTo>
                  <a:pt x="415" y="1536"/>
                </a:lnTo>
                <a:lnTo>
                  <a:pt x="441" y="1527"/>
                </a:lnTo>
                <a:lnTo>
                  <a:pt x="494" y="1518"/>
                </a:lnTo>
                <a:lnTo>
                  <a:pt x="547" y="1500"/>
                </a:lnTo>
                <a:lnTo>
                  <a:pt x="609" y="1500"/>
                </a:lnTo>
                <a:lnTo>
                  <a:pt x="680" y="1492"/>
                </a:lnTo>
                <a:lnTo>
                  <a:pt x="688" y="1492"/>
                </a:lnTo>
                <a:lnTo>
                  <a:pt x="688" y="1500"/>
                </a:lnTo>
                <a:lnTo>
                  <a:pt x="697" y="1527"/>
                </a:lnTo>
                <a:lnTo>
                  <a:pt x="706" y="1580"/>
                </a:lnTo>
                <a:lnTo>
                  <a:pt x="706" y="1659"/>
                </a:lnTo>
                <a:lnTo>
                  <a:pt x="715" y="1739"/>
                </a:lnTo>
                <a:lnTo>
                  <a:pt x="724" y="1845"/>
                </a:lnTo>
                <a:lnTo>
                  <a:pt x="724" y="1906"/>
                </a:lnTo>
                <a:lnTo>
                  <a:pt x="724" y="1959"/>
                </a:lnTo>
                <a:lnTo>
                  <a:pt x="724" y="1968"/>
                </a:lnTo>
                <a:lnTo>
                  <a:pt x="724" y="1977"/>
                </a:lnTo>
                <a:lnTo>
                  <a:pt x="715" y="2039"/>
                </a:lnTo>
                <a:lnTo>
                  <a:pt x="724" y="2189"/>
                </a:lnTo>
                <a:lnTo>
                  <a:pt x="732" y="2524"/>
                </a:lnTo>
                <a:lnTo>
                  <a:pt x="935" y="2524"/>
                </a:lnTo>
                <a:close/>
                <a:moveTo>
                  <a:pt x="1121" y="1015"/>
                </a:moveTo>
                <a:lnTo>
                  <a:pt x="1121" y="1015"/>
                </a:lnTo>
                <a:lnTo>
                  <a:pt x="1182" y="1006"/>
                </a:lnTo>
                <a:lnTo>
                  <a:pt x="1200" y="1006"/>
                </a:lnTo>
                <a:lnTo>
                  <a:pt x="1218" y="1015"/>
                </a:lnTo>
                <a:lnTo>
                  <a:pt x="1235" y="1024"/>
                </a:lnTo>
                <a:lnTo>
                  <a:pt x="1253" y="1042"/>
                </a:lnTo>
                <a:lnTo>
                  <a:pt x="1271" y="1059"/>
                </a:lnTo>
                <a:lnTo>
                  <a:pt x="1271" y="1077"/>
                </a:lnTo>
                <a:lnTo>
                  <a:pt x="1306" y="1289"/>
                </a:lnTo>
                <a:lnTo>
                  <a:pt x="1306" y="1315"/>
                </a:lnTo>
                <a:lnTo>
                  <a:pt x="1306" y="1333"/>
                </a:lnTo>
                <a:lnTo>
                  <a:pt x="1280" y="1350"/>
                </a:lnTo>
                <a:lnTo>
                  <a:pt x="1253" y="1350"/>
                </a:lnTo>
                <a:lnTo>
                  <a:pt x="1165" y="1359"/>
                </a:lnTo>
                <a:lnTo>
                  <a:pt x="1050" y="1368"/>
                </a:lnTo>
                <a:lnTo>
                  <a:pt x="1024" y="1377"/>
                </a:lnTo>
                <a:lnTo>
                  <a:pt x="812" y="1403"/>
                </a:lnTo>
                <a:lnTo>
                  <a:pt x="600" y="1421"/>
                </a:lnTo>
                <a:lnTo>
                  <a:pt x="494" y="1430"/>
                </a:lnTo>
                <a:lnTo>
                  <a:pt x="380" y="1456"/>
                </a:lnTo>
                <a:lnTo>
                  <a:pt x="344" y="1456"/>
                </a:lnTo>
                <a:lnTo>
                  <a:pt x="318" y="1456"/>
                </a:lnTo>
                <a:lnTo>
                  <a:pt x="291" y="1448"/>
                </a:lnTo>
                <a:lnTo>
                  <a:pt x="238" y="1412"/>
                </a:lnTo>
                <a:lnTo>
                  <a:pt x="203" y="1386"/>
                </a:lnTo>
                <a:lnTo>
                  <a:pt x="185" y="1377"/>
                </a:lnTo>
                <a:lnTo>
                  <a:pt x="168" y="1368"/>
                </a:lnTo>
                <a:lnTo>
                  <a:pt x="168" y="1359"/>
                </a:lnTo>
                <a:lnTo>
                  <a:pt x="159" y="1350"/>
                </a:lnTo>
                <a:lnTo>
                  <a:pt x="150" y="1342"/>
                </a:lnTo>
                <a:lnTo>
                  <a:pt x="132" y="1324"/>
                </a:lnTo>
                <a:lnTo>
                  <a:pt x="132" y="1306"/>
                </a:lnTo>
                <a:lnTo>
                  <a:pt x="141" y="1289"/>
                </a:lnTo>
                <a:lnTo>
                  <a:pt x="159" y="1280"/>
                </a:lnTo>
                <a:lnTo>
                  <a:pt x="168" y="1280"/>
                </a:lnTo>
                <a:lnTo>
                  <a:pt x="185" y="1262"/>
                </a:lnTo>
                <a:lnTo>
                  <a:pt x="194" y="1245"/>
                </a:lnTo>
                <a:lnTo>
                  <a:pt x="221" y="1209"/>
                </a:lnTo>
                <a:lnTo>
                  <a:pt x="256" y="1165"/>
                </a:lnTo>
                <a:lnTo>
                  <a:pt x="291" y="1139"/>
                </a:lnTo>
                <a:lnTo>
                  <a:pt x="327" y="1121"/>
                </a:lnTo>
                <a:lnTo>
                  <a:pt x="380" y="1112"/>
                </a:lnTo>
                <a:lnTo>
                  <a:pt x="485" y="1103"/>
                </a:lnTo>
                <a:lnTo>
                  <a:pt x="582" y="1095"/>
                </a:lnTo>
                <a:lnTo>
                  <a:pt x="688" y="1077"/>
                </a:lnTo>
                <a:lnTo>
                  <a:pt x="768" y="1068"/>
                </a:lnTo>
                <a:lnTo>
                  <a:pt x="821" y="1068"/>
                </a:lnTo>
                <a:lnTo>
                  <a:pt x="918" y="1050"/>
                </a:lnTo>
                <a:lnTo>
                  <a:pt x="1024" y="1042"/>
                </a:lnTo>
                <a:lnTo>
                  <a:pt x="1121" y="1015"/>
                </a:lnTo>
                <a:close/>
                <a:moveTo>
                  <a:pt x="1412" y="495"/>
                </a:moveTo>
                <a:lnTo>
                  <a:pt x="1412" y="495"/>
                </a:lnTo>
                <a:lnTo>
                  <a:pt x="1385" y="521"/>
                </a:lnTo>
                <a:lnTo>
                  <a:pt x="1324" y="592"/>
                </a:lnTo>
                <a:lnTo>
                  <a:pt x="1288" y="618"/>
                </a:lnTo>
                <a:lnTo>
                  <a:pt x="1235" y="627"/>
                </a:lnTo>
                <a:lnTo>
                  <a:pt x="1227" y="627"/>
                </a:lnTo>
                <a:lnTo>
                  <a:pt x="1138" y="636"/>
                </a:lnTo>
                <a:lnTo>
                  <a:pt x="1103" y="645"/>
                </a:lnTo>
                <a:lnTo>
                  <a:pt x="1032" y="653"/>
                </a:lnTo>
                <a:lnTo>
                  <a:pt x="874" y="671"/>
                </a:lnTo>
                <a:lnTo>
                  <a:pt x="847" y="680"/>
                </a:lnTo>
                <a:lnTo>
                  <a:pt x="759" y="689"/>
                </a:lnTo>
                <a:lnTo>
                  <a:pt x="671" y="706"/>
                </a:lnTo>
                <a:lnTo>
                  <a:pt x="635" y="715"/>
                </a:lnTo>
                <a:lnTo>
                  <a:pt x="618" y="715"/>
                </a:lnTo>
                <a:lnTo>
                  <a:pt x="574" y="706"/>
                </a:lnTo>
                <a:lnTo>
                  <a:pt x="512" y="715"/>
                </a:lnTo>
                <a:lnTo>
                  <a:pt x="450" y="724"/>
                </a:lnTo>
                <a:lnTo>
                  <a:pt x="432" y="724"/>
                </a:lnTo>
                <a:lnTo>
                  <a:pt x="415" y="724"/>
                </a:lnTo>
                <a:lnTo>
                  <a:pt x="406" y="724"/>
                </a:lnTo>
                <a:lnTo>
                  <a:pt x="397" y="724"/>
                </a:lnTo>
                <a:lnTo>
                  <a:pt x="327" y="389"/>
                </a:lnTo>
                <a:lnTo>
                  <a:pt x="344" y="389"/>
                </a:lnTo>
                <a:lnTo>
                  <a:pt x="468" y="371"/>
                </a:lnTo>
                <a:lnTo>
                  <a:pt x="565" y="353"/>
                </a:lnTo>
                <a:lnTo>
                  <a:pt x="680" y="345"/>
                </a:lnTo>
                <a:lnTo>
                  <a:pt x="741" y="353"/>
                </a:lnTo>
                <a:lnTo>
                  <a:pt x="768" y="353"/>
                </a:lnTo>
                <a:lnTo>
                  <a:pt x="838" y="345"/>
                </a:lnTo>
                <a:lnTo>
                  <a:pt x="882" y="336"/>
                </a:lnTo>
                <a:lnTo>
                  <a:pt x="891" y="336"/>
                </a:lnTo>
                <a:lnTo>
                  <a:pt x="909" y="336"/>
                </a:lnTo>
                <a:lnTo>
                  <a:pt x="935" y="336"/>
                </a:lnTo>
                <a:lnTo>
                  <a:pt x="971" y="345"/>
                </a:lnTo>
                <a:lnTo>
                  <a:pt x="1006" y="345"/>
                </a:lnTo>
                <a:lnTo>
                  <a:pt x="1103" y="336"/>
                </a:lnTo>
                <a:lnTo>
                  <a:pt x="1165" y="336"/>
                </a:lnTo>
                <a:lnTo>
                  <a:pt x="1209" y="336"/>
                </a:lnTo>
                <a:lnTo>
                  <a:pt x="1244" y="336"/>
                </a:lnTo>
                <a:lnTo>
                  <a:pt x="1262" y="345"/>
                </a:lnTo>
                <a:lnTo>
                  <a:pt x="1280" y="353"/>
                </a:lnTo>
                <a:lnTo>
                  <a:pt x="1315" y="380"/>
                </a:lnTo>
                <a:lnTo>
                  <a:pt x="1368" y="424"/>
                </a:lnTo>
                <a:lnTo>
                  <a:pt x="1412" y="477"/>
                </a:lnTo>
                <a:lnTo>
                  <a:pt x="1421" y="486"/>
                </a:lnTo>
                <a:lnTo>
                  <a:pt x="1412" y="495"/>
                </a:lnTo>
                <a:close/>
              </a:path>
            </a:pathLst>
          </a:custGeom>
          <a:solidFill>
            <a:srgbClr val="252616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" name="Freeform 115"/>
          <p:cNvSpPr>
            <a:spLocks noChangeArrowheads="1"/>
          </p:cNvSpPr>
          <p:nvPr/>
        </p:nvSpPr>
        <p:spPr bwMode="auto">
          <a:xfrm>
            <a:off x="3965575" y="2846388"/>
            <a:ext cx="17463" cy="19050"/>
          </a:xfrm>
          <a:custGeom>
            <a:avLst/>
            <a:gdLst>
              <a:gd name="T0" fmla="*/ 16000959 w 18"/>
              <a:gd name="T1" fmla="*/ 0 h 18"/>
              <a:gd name="T2" fmla="*/ 16000959 w 18"/>
              <a:gd name="T3" fmla="*/ 0 h 18"/>
              <a:gd name="T4" fmla="*/ 0 w 18"/>
              <a:gd name="T5" fmla="*/ 19041533 h 18"/>
              <a:gd name="T6" fmla="*/ 0 w 18"/>
              <a:gd name="T7" fmla="*/ 19041533 h 18"/>
              <a:gd name="T8" fmla="*/ 16000959 w 18"/>
              <a:gd name="T9" fmla="*/ 0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" h="18">
                <a:moveTo>
                  <a:pt x="17" y="0"/>
                </a:moveTo>
                <a:lnTo>
                  <a:pt x="17" y="0"/>
                </a:lnTo>
                <a:lnTo>
                  <a:pt x="0" y="17"/>
                </a:lnTo>
                <a:lnTo>
                  <a:pt x="17" y="0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" name="Freeform 116"/>
          <p:cNvSpPr>
            <a:spLocks noChangeArrowheads="1"/>
          </p:cNvSpPr>
          <p:nvPr/>
        </p:nvSpPr>
        <p:spPr bwMode="auto">
          <a:xfrm>
            <a:off x="3975100" y="2938463"/>
            <a:ext cx="7938" cy="9525"/>
          </a:xfrm>
          <a:custGeom>
            <a:avLst/>
            <a:gdLst>
              <a:gd name="T0" fmla="*/ 0 w 9"/>
              <a:gd name="T1" fmla="*/ 0 h 10"/>
              <a:gd name="T2" fmla="*/ 0 w 9"/>
              <a:gd name="T3" fmla="*/ 0 h 10"/>
              <a:gd name="T4" fmla="*/ 6223392 w 9"/>
              <a:gd name="T5" fmla="*/ 8165783 h 10"/>
              <a:gd name="T6" fmla="*/ 6223392 w 9"/>
              <a:gd name="T7" fmla="*/ 8165783 h 10"/>
              <a:gd name="T8" fmla="*/ 0 w 9"/>
              <a:gd name="T9" fmla="*/ 0 h 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" h="10">
                <a:moveTo>
                  <a:pt x="0" y="0"/>
                </a:moveTo>
                <a:lnTo>
                  <a:pt x="0" y="0"/>
                </a:lnTo>
                <a:lnTo>
                  <a:pt x="8" y="9"/>
                </a:lnTo>
                <a:lnTo>
                  <a:pt x="0" y="0"/>
                </a:lnTo>
              </a:path>
            </a:pathLst>
          </a:custGeom>
          <a:solidFill>
            <a:srgbClr val="E0E1E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 cap="flat">
                <a:solidFill>
                  <a:srgbClr val="29ABE2"/>
                </a:solidFill>
                <a:bevel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2514600" y="2368550"/>
            <a:ext cx="3617913" cy="1727200"/>
            <a:chOff x="2514600" y="2368917"/>
            <a:chExt cx="3617522" cy="1726128"/>
          </a:xfrm>
        </p:grpSpPr>
        <p:sp>
          <p:nvSpPr>
            <p:cNvPr id="30" name="Freeform 117"/>
            <p:cNvSpPr>
              <a:spLocks noChangeArrowheads="1"/>
            </p:cNvSpPr>
            <p:nvPr/>
          </p:nvSpPr>
          <p:spPr bwMode="auto">
            <a:xfrm>
              <a:off x="5406712" y="2955927"/>
              <a:ext cx="19048" cy="19038"/>
            </a:xfrm>
            <a:custGeom>
              <a:avLst/>
              <a:gdLst>
                <a:gd name="T0" fmla="*/ 18090587 w 19"/>
                <a:gd name="T1" fmla="*/ 0 h 18"/>
                <a:gd name="T2" fmla="*/ 18090587 w 19"/>
                <a:gd name="T3" fmla="*/ 0 h 18"/>
                <a:gd name="T4" fmla="*/ 0 w 19"/>
                <a:gd name="T5" fmla="*/ 19016847 h 18"/>
                <a:gd name="T6" fmla="*/ 0 w 19"/>
                <a:gd name="T7" fmla="*/ 19016847 h 18"/>
                <a:gd name="T8" fmla="*/ 18090587 w 19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18" y="0"/>
                  </a:moveTo>
                  <a:lnTo>
                    <a:pt x="18" y="0"/>
                  </a:lnTo>
                  <a:lnTo>
                    <a:pt x="0" y="17"/>
                  </a:lnTo>
                  <a:lnTo>
                    <a:pt x="18" y="0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118"/>
            <p:cNvSpPr>
              <a:spLocks noChangeArrowheads="1"/>
            </p:cNvSpPr>
            <p:nvPr/>
          </p:nvSpPr>
          <p:spPr bwMode="auto">
            <a:xfrm>
              <a:off x="5406712" y="3030494"/>
              <a:ext cx="9524" cy="7932"/>
            </a:xfrm>
            <a:custGeom>
              <a:avLst/>
              <a:gdLst>
                <a:gd name="T0" fmla="*/ 0 w 10"/>
                <a:gd name="T1" fmla="*/ 0 h 10"/>
                <a:gd name="T2" fmla="*/ 0 w 10"/>
                <a:gd name="T3" fmla="*/ 0 h 10"/>
                <a:gd name="T4" fmla="*/ 8163973 w 10"/>
                <a:gd name="T5" fmla="*/ 5662655 h 10"/>
                <a:gd name="T6" fmla="*/ 8163973 w 10"/>
                <a:gd name="T7" fmla="*/ 5662655 h 10"/>
                <a:gd name="T8" fmla="*/ 0 w 10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lnTo>
                    <a:pt x="0" y="0"/>
                  </a:lnTo>
                  <a:lnTo>
                    <a:pt x="9" y="9"/>
                  </a:lnTo>
                  <a:lnTo>
                    <a:pt x="0" y="0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119"/>
            <p:cNvSpPr>
              <a:spLocks noChangeArrowheads="1"/>
            </p:cNvSpPr>
            <p:nvPr/>
          </p:nvSpPr>
          <p:spPr bwMode="auto">
            <a:xfrm>
              <a:off x="2514600" y="2368917"/>
              <a:ext cx="1295260" cy="1726128"/>
            </a:xfrm>
            <a:custGeom>
              <a:avLst/>
              <a:gdLst>
                <a:gd name="T0" fmla="*/ 162354859 w 1245"/>
                <a:gd name="T1" fmla="*/ 543873817 h 1660"/>
                <a:gd name="T2" fmla="*/ 267344785 w 1245"/>
                <a:gd name="T3" fmla="*/ 591448401 h 1660"/>
                <a:gd name="T4" fmla="*/ 324710758 w 1245"/>
                <a:gd name="T5" fmla="*/ 562255001 h 1660"/>
                <a:gd name="T6" fmla="*/ 534690611 w 1245"/>
                <a:gd name="T7" fmla="*/ 601180227 h 1660"/>
                <a:gd name="T8" fmla="*/ 515207611 w 1245"/>
                <a:gd name="T9" fmla="*/ 706062260 h 1660"/>
                <a:gd name="T10" fmla="*/ 285745800 w 1245"/>
                <a:gd name="T11" fmla="*/ 696330434 h 1660"/>
                <a:gd name="T12" fmla="*/ 257603806 w 1245"/>
                <a:gd name="T13" fmla="*/ 753637883 h 1660"/>
                <a:gd name="T14" fmla="*/ 218638848 w 1245"/>
                <a:gd name="T15" fmla="*/ 925558152 h 1660"/>
                <a:gd name="T16" fmla="*/ 228379827 w 1245"/>
                <a:gd name="T17" fmla="*/ 1078015808 h 1660"/>
                <a:gd name="T18" fmla="*/ 534690611 w 1245"/>
                <a:gd name="T19" fmla="*/ 1097478421 h 1660"/>
                <a:gd name="T20" fmla="*/ 592055543 w 1245"/>
                <a:gd name="T21" fmla="*/ 1192628628 h 1660"/>
                <a:gd name="T22" fmla="*/ 629938517 w 1245"/>
                <a:gd name="T23" fmla="*/ 1449968317 h 1660"/>
                <a:gd name="T24" fmla="*/ 649421516 w 1245"/>
                <a:gd name="T25" fmla="*/ 1602425973 h 1660"/>
                <a:gd name="T26" fmla="*/ 658080511 w 1245"/>
                <a:gd name="T27" fmla="*/ 1793808855 h 1660"/>
                <a:gd name="T28" fmla="*/ 839918369 w 1245"/>
                <a:gd name="T29" fmla="*/ 1564582176 h 1660"/>
                <a:gd name="T30" fmla="*/ 811776375 w 1245"/>
                <a:gd name="T31" fmla="*/ 1345086284 h 1660"/>
                <a:gd name="T32" fmla="*/ 811776375 w 1245"/>
                <a:gd name="T33" fmla="*/ 1087746595 h 1660"/>
                <a:gd name="T34" fmla="*/ 954649275 w 1245"/>
                <a:gd name="T35" fmla="*/ 1087746595 h 1660"/>
                <a:gd name="T36" fmla="*/ 1069380181 w 1245"/>
                <a:gd name="T37" fmla="*/ 1106127778 h 1660"/>
                <a:gd name="T38" fmla="*/ 1164629128 w 1245"/>
                <a:gd name="T39" fmla="*/ 1087746595 h 1660"/>
                <a:gd name="T40" fmla="*/ 1289101013 w 1245"/>
                <a:gd name="T41" fmla="*/ 992596389 h 1660"/>
                <a:gd name="T42" fmla="*/ 1346466986 w 1245"/>
                <a:gd name="T43" fmla="*/ 915826326 h 1660"/>
                <a:gd name="T44" fmla="*/ 1279360033 w 1245"/>
                <a:gd name="T45" fmla="*/ 830406906 h 1660"/>
                <a:gd name="T46" fmla="*/ 1231735040 w 1245"/>
                <a:gd name="T47" fmla="*/ 781750893 h 1660"/>
                <a:gd name="T48" fmla="*/ 1069380181 w 1245"/>
                <a:gd name="T49" fmla="*/ 696330434 h 1660"/>
                <a:gd name="T50" fmla="*/ 954649275 w 1245"/>
                <a:gd name="T51" fmla="*/ 706062260 h 1660"/>
                <a:gd name="T52" fmla="*/ 744669423 w 1245"/>
                <a:gd name="T53" fmla="*/ 706062260 h 1660"/>
                <a:gd name="T54" fmla="*/ 697045469 w 1245"/>
                <a:gd name="T55" fmla="*/ 534141991 h 1660"/>
                <a:gd name="T56" fmla="*/ 772811417 w 1245"/>
                <a:gd name="T57" fmla="*/ 581717614 h 1660"/>
                <a:gd name="T58" fmla="*/ 982790229 w 1245"/>
                <a:gd name="T59" fmla="*/ 571985788 h 1660"/>
                <a:gd name="T60" fmla="*/ 1069380181 w 1245"/>
                <a:gd name="T61" fmla="*/ 534141991 h 1660"/>
                <a:gd name="T62" fmla="*/ 1087780155 w 1245"/>
                <a:gd name="T63" fmla="*/ 304915312 h 1660"/>
                <a:gd name="T64" fmla="*/ 1079121160 w 1245"/>
                <a:gd name="T65" fmla="*/ 209764066 h 1660"/>
                <a:gd name="T66" fmla="*/ 1031497207 w 1245"/>
                <a:gd name="T67" fmla="*/ 190301453 h 1660"/>
                <a:gd name="T68" fmla="*/ 839918369 w 1245"/>
                <a:gd name="T69" fmla="*/ 162188443 h 1660"/>
                <a:gd name="T70" fmla="*/ 715445444 w 1245"/>
                <a:gd name="T71" fmla="*/ 162188443 h 1660"/>
                <a:gd name="T72" fmla="*/ 687304490 w 1245"/>
                <a:gd name="T73" fmla="*/ 18381184 h 1660"/>
                <a:gd name="T74" fmla="*/ 515207611 w 1245"/>
                <a:gd name="T75" fmla="*/ 18381184 h 1660"/>
                <a:gd name="T76" fmla="*/ 495724612 w 1245"/>
                <a:gd name="T77" fmla="*/ 142725830 h 1660"/>
                <a:gd name="T78" fmla="*/ 448100659 w 1245"/>
                <a:gd name="T79" fmla="*/ 190301453 h 1660"/>
                <a:gd name="T80" fmla="*/ 295486779 w 1245"/>
                <a:gd name="T81" fmla="*/ 200033279 h 1660"/>
                <a:gd name="T82" fmla="*/ 152613879 w 1245"/>
                <a:gd name="T83" fmla="*/ 247607862 h 1660"/>
                <a:gd name="T84" fmla="*/ 0 w 1245"/>
                <a:gd name="T85" fmla="*/ 400065518 h 1660"/>
                <a:gd name="T86" fmla="*/ 897283302 w 1245"/>
                <a:gd name="T87" fmla="*/ 791481680 h 1660"/>
                <a:gd name="T88" fmla="*/ 1126746154 w 1245"/>
                <a:gd name="T89" fmla="*/ 820676119 h 1660"/>
                <a:gd name="T90" fmla="*/ 1202511061 w 1245"/>
                <a:gd name="T91" fmla="*/ 886632926 h 1660"/>
                <a:gd name="T92" fmla="*/ 1212253081 w 1245"/>
                <a:gd name="T93" fmla="*/ 925558152 h 1660"/>
                <a:gd name="T94" fmla="*/ 1202511061 w 1245"/>
                <a:gd name="T95" fmla="*/ 943939336 h 1660"/>
                <a:gd name="T96" fmla="*/ 1107263155 w 1245"/>
                <a:gd name="T97" fmla="*/ 1010977572 h 1660"/>
                <a:gd name="T98" fmla="*/ 869142348 w 1245"/>
                <a:gd name="T99" fmla="*/ 1010977572 h 1660"/>
                <a:gd name="T100" fmla="*/ 333369753 w 1245"/>
                <a:gd name="T101" fmla="*/ 1010977572 h 1660"/>
                <a:gd name="T102" fmla="*/ 295486779 w 1245"/>
                <a:gd name="T103" fmla="*/ 973133775 h 1660"/>
                <a:gd name="T104" fmla="*/ 352851712 w 1245"/>
                <a:gd name="T105" fmla="*/ 773100496 h 1660"/>
                <a:gd name="T106" fmla="*/ 658080511 w 1245"/>
                <a:gd name="T107" fmla="*/ 791481680 h 1660"/>
                <a:gd name="T108" fmla="*/ 238120806 w 1245"/>
                <a:gd name="T109" fmla="*/ 304915312 h 1660"/>
                <a:gd name="T110" fmla="*/ 380993707 w 1245"/>
                <a:gd name="T111" fmla="*/ 286534128 h 1660"/>
                <a:gd name="T112" fmla="*/ 553090585 w 1245"/>
                <a:gd name="T113" fmla="*/ 267071515 h 1660"/>
                <a:gd name="T114" fmla="*/ 754411442 w 1245"/>
                <a:gd name="T115" fmla="*/ 247607862 h 1660"/>
                <a:gd name="T116" fmla="*/ 964390255 w 1245"/>
                <a:gd name="T117" fmla="*/ 496298194 h 1660"/>
                <a:gd name="T118" fmla="*/ 792293376 w 1245"/>
                <a:gd name="T119" fmla="*/ 496298194 h 1660"/>
                <a:gd name="T120" fmla="*/ 592055543 w 1245"/>
                <a:gd name="T121" fmla="*/ 486566368 h 1660"/>
                <a:gd name="T122" fmla="*/ 295486779 w 1245"/>
                <a:gd name="T123" fmla="*/ 486566368 h 1660"/>
                <a:gd name="T124" fmla="*/ 142872900 w 1245"/>
                <a:gd name="T125" fmla="*/ 400065518 h 166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245" h="1660">
                  <a:moveTo>
                    <a:pt x="17" y="379"/>
                  </a:moveTo>
                  <a:lnTo>
                    <a:pt x="17" y="379"/>
                  </a:lnTo>
                  <a:lnTo>
                    <a:pt x="114" y="467"/>
                  </a:lnTo>
                  <a:lnTo>
                    <a:pt x="150" y="503"/>
                  </a:lnTo>
                  <a:lnTo>
                    <a:pt x="185" y="529"/>
                  </a:lnTo>
                  <a:lnTo>
                    <a:pt x="220" y="547"/>
                  </a:lnTo>
                  <a:lnTo>
                    <a:pt x="247" y="547"/>
                  </a:lnTo>
                  <a:lnTo>
                    <a:pt x="264" y="529"/>
                  </a:lnTo>
                  <a:lnTo>
                    <a:pt x="282" y="520"/>
                  </a:lnTo>
                  <a:lnTo>
                    <a:pt x="300" y="520"/>
                  </a:lnTo>
                  <a:lnTo>
                    <a:pt x="405" y="520"/>
                  </a:lnTo>
                  <a:lnTo>
                    <a:pt x="494" y="529"/>
                  </a:lnTo>
                  <a:lnTo>
                    <a:pt x="494" y="556"/>
                  </a:lnTo>
                  <a:lnTo>
                    <a:pt x="503" y="591"/>
                  </a:lnTo>
                  <a:lnTo>
                    <a:pt x="511" y="618"/>
                  </a:lnTo>
                  <a:lnTo>
                    <a:pt x="503" y="653"/>
                  </a:lnTo>
                  <a:lnTo>
                    <a:pt x="476" y="653"/>
                  </a:lnTo>
                  <a:lnTo>
                    <a:pt x="308" y="635"/>
                  </a:lnTo>
                  <a:lnTo>
                    <a:pt x="282" y="635"/>
                  </a:lnTo>
                  <a:lnTo>
                    <a:pt x="264" y="644"/>
                  </a:lnTo>
                  <a:lnTo>
                    <a:pt x="255" y="653"/>
                  </a:lnTo>
                  <a:lnTo>
                    <a:pt x="247" y="679"/>
                  </a:lnTo>
                  <a:lnTo>
                    <a:pt x="238" y="697"/>
                  </a:lnTo>
                  <a:lnTo>
                    <a:pt x="220" y="723"/>
                  </a:lnTo>
                  <a:lnTo>
                    <a:pt x="211" y="750"/>
                  </a:lnTo>
                  <a:lnTo>
                    <a:pt x="202" y="812"/>
                  </a:lnTo>
                  <a:lnTo>
                    <a:pt x="202" y="856"/>
                  </a:lnTo>
                  <a:lnTo>
                    <a:pt x="194" y="970"/>
                  </a:lnTo>
                  <a:lnTo>
                    <a:pt x="202" y="988"/>
                  </a:lnTo>
                  <a:lnTo>
                    <a:pt x="211" y="997"/>
                  </a:lnTo>
                  <a:lnTo>
                    <a:pt x="247" y="1015"/>
                  </a:lnTo>
                  <a:lnTo>
                    <a:pt x="282" y="1015"/>
                  </a:lnTo>
                  <a:lnTo>
                    <a:pt x="494" y="1015"/>
                  </a:lnTo>
                  <a:lnTo>
                    <a:pt x="547" y="1015"/>
                  </a:lnTo>
                  <a:lnTo>
                    <a:pt x="547" y="1103"/>
                  </a:lnTo>
                  <a:lnTo>
                    <a:pt x="547" y="1129"/>
                  </a:lnTo>
                  <a:lnTo>
                    <a:pt x="555" y="1182"/>
                  </a:lnTo>
                  <a:lnTo>
                    <a:pt x="564" y="1235"/>
                  </a:lnTo>
                  <a:lnTo>
                    <a:pt x="582" y="1341"/>
                  </a:lnTo>
                  <a:lnTo>
                    <a:pt x="591" y="1420"/>
                  </a:lnTo>
                  <a:lnTo>
                    <a:pt x="600" y="1482"/>
                  </a:lnTo>
                  <a:lnTo>
                    <a:pt x="591" y="1526"/>
                  </a:lnTo>
                  <a:lnTo>
                    <a:pt x="591" y="1553"/>
                  </a:lnTo>
                  <a:lnTo>
                    <a:pt x="600" y="1606"/>
                  </a:lnTo>
                  <a:lnTo>
                    <a:pt x="608" y="1659"/>
                  </a:lnTo>
                  <a:lnTo>
                    <a:pt x="785" y="1659"/>
                  </a:lnTo>
                  <a:lnTo>
                    <a:pt x="785" y="1544"/>
                  </a:lnTo>
                  <a:lnTo>
                    <a:pt x="776" y="1447"/>
                  </a:lnTo>
                  <a:lnTo>
                    <a:pt x="758" y="1323"/>
                  </a:lnTo>
                  <a:lnTo>
                    <a:pt x="758" y="1315"/>
                  </a:lnTo>
                  <a:lnTo>
                    <a:pt x="750" y="1244"/>
                  </a:lnTo>
                  <a:lnTo>
                    <a:pt x="741" y="1182"/>
                  </a:lnTo>
                  <a:lnTo>
                    <a:pt x="741" y="1120"/>
                  </a:lnTo>
                  <a:lnTo>
                    <a:pt x="741" y="1059"/>
                  </a:lnTo>
                  <a:lnTo>
                    <a:pt x="750" y="1006"/>
                  </a:lnTo>
                  <a:lnTo>
                    <a:pt x="820" y="1006"/>
                  </a:lnTo>
                  <a:lnTo>
                    <a:pt x="847" y="1006"/>
                  </a:lnTo>
                  <a:lnTo>
                    <a:pt x="882" y="1006"/>
                  </a:lnTo>
                  <a:lnTo>
                    <a:pt x="944" y="1015"/>
                  </a:lnTo>
                  <a:lnTo>
                    <a:pt x="961" y="1015"/>
                  </a:lnTo>
                  <a:lnTo>
                    <a:pt x="988" y="1023"/>
                  </a:lnTo>
                  <a:lnTo>
                    <a:pt x="1005" y="1023"/>
                  </a:lnTo>
                  <a:lnTo>
                    <a:pt x="1023" y="1023"/>
                  </a:lnTo>
                  <a:lnTo>
                    <a:pt x="1058" y="1015"/>
                  </a:lnTo>
                  <a:lnTo>
                    <a:pt x="1076" y="1006"/>
                  </a:lnTo>
                  <a:lnTo>
                    <a:pt x="1094" y="988"/>
                  </a:lnTo>
                  <a:lnTo>
                    <a:pt x="1129" y="962"/>
                  </a:lnTo>
                  <a:lnTo>
                    <a:pt x="1155" y="944"/>
                  </a:lnTo>
                  <a:lnTo>
                    <a:pt x="1191" y="918"/>
                  </a:lnTo>
                  <a:lnTo>
                    <a:pt x="1208" y="891"/>
                  </a:lnTo>
                  <a:lnTo>
                    <a:pt x="1226" y="873"/>
                  </a:lnTo>
                  <a:lnTo>
                    <a:pt x="1244" y="847"/>
                  </a:lnTo>
                  <a:lnTo>
                    <a:pt x="1244" y="820"/>
                  </a:lnTo>
                  <a:lnTo>
                    <a:pt x="1235" y="803"/>
                  </a:lnTo>
                  <a:lnTo>
                    <a:pt x="1208" y="776"/>
                  </a:lnTo>
                  <a:lnTo>
                    <a:pt x="1182" y="768"/>
                  </a:lnTo>
                  <a:lnTo>
                    <a:pt x="1164" y="759"/>
                  </a:lnTo>
                  <a:lnTo>
                    <a:pt x="1147" y="741"/>
                  </a:lnTo>
                  <a:lnTo>
                    <a:pt x="1138" y="723"/>
                  </a:lnTo>
                  <a:lnTo>
                    <a:pt x="1120" y="715"/>
                  </a:lnTo>
                  <a:lnTo>
                    <a:pt x="1005" y="653"/>
                  </a:lnTo>
                  <a:lnTo>
                    <a:pt x="988" y="644"/>
                  </a:lnTo>
                  <a:lnTo>
                    <a:pt x="970" y="653"/>
                  </a:lnTo>
                  <a:lnTo>
                    <a:pt x="953" y="653"/>
                  </a:lnTo>
                  <a:lnTo>
                    <a:pt x="882" y="653"/>
                  </a:lnTo>
                  <a:lnTo>
                    <a:pt x="811" y="653"/>
                  </a:lnTo>
                  <a:lnTo>
                    <a:pt x="714" y="653"/>
                  </a:lnTo>
                  <a:lnTo>
                    <a:pt x="688" y="653"/>
                  </a:lnTo>
                  <a:lnTo>
                    <a:pt x="679" y="618"/>
                  </a:lnTo>
                  <a:lnTo>
                    <a:pt x="661" y="573"/>
                  </a:lnTo>
                  <a:lnTo>
                    <a:pt x="644" y="529"/>
                  </a:lnTo>
                  <a:lnTo>
                    <a:pt x="644" y="494"/>
                  </a:lnTo>
                  <a:lnTo>
                    <a:pt x="653" y="494"/>
                  </a:lnTo>
                  <a:lnTo>
                    <a:pt x="679" y="512"/>
                  </a:lnTo>
                  <a:lnTo>
                    <a:pt x="714" y="538"/>
                  </a:lnTo>
                  <a:lnTo>
                    <a:pt x="758" y="538"/>
                  </a:lnTo>
                  <a:lnTo>
                    <a:pt x="838" y="529"/>
                  </a:lnTo>
                  <a:lnTo>
                    <a:pt x="908" y="529"/>
                  </a:lnTo>
                  <a:lnTo>
                    <a:pt x="944" y="529"/>
                  </a:lnTo>
                  <a:lnTo>
                    <a:pt x="961" y="520"/>
                  </a:lnTo>
                  <a:lnTo>
                    <a:pt x="979" y="512"/>
                  </a:lnTo>
                  <a:lnTo>
                    <a:pt x="988" y="494"/>
                  </a:lnTo>
                  <a:lnTo>
                    <a:pt x="997" y="476"/>
                  </a:lnTo>
                  <a:lnTo>
                    <a:pt x="997" y="450"/>
                  </a:lnTo>
                  <a:lnTo>
                    <a:pt x="997" y="335"/>
                  </a:lnTo>
                  <a:lnTo>
                    <a:pt x="1005" y="282"/>
                  </a:lnTo>
                  <a:lnTo>
                    <a:pt x="1014" y="229"/>
                  </a:lnTo>
                  <a:lnTo>
                    <a:pt x="1014" y="212"/>
                  </a:lnTo>
                  <a:lnTo>
                    <a:pt x="1014" y="194"/>
                  </a:lnTo>
                  <a:lnTo>
                    <a:pt x="997" y="194"/>
                  </a:lnTo>
                  <a:lnTo>
                    <a:pt x="970" y="194"/>
                  </a:lnTo>
                  <a:lnTo>
                    <a:pt x="961" y="194"/>
                  </a:lnTo>
                  <a:lnTo>
                    <a:pt x="953" y="176"/>
                  </a:lnTo>
                  <a:lnTo>
                    <a:pt x="935" y="159"/>
                  </a:lnTo>
                  <a:lnTo>
                    <a:pt x="908" y="159"/>
                  </a:lnTo>
                  <a:lnTo>
                    <a:pt x="891" y="159"/>
                  </a:lnTo>
                  <a:lnTo>
                    <a:pt x="776" y="150"/>
                  </a:lnTo>
                  <a:lnTo>
                    <a:pt x="705" y="150"/>
                  </a:lnTo>
                  <a:lnTo>
                    <a:pt x="661" y="150"/>
                  </a:lnTo>
                  <a:lnTo>
                    <a:pt x="661" y="97"/>
                  </a:lnTo>
                  <a:lnTo>
                    <a:pt x="644" y="35"/>
                  </a:lnTo>
                  <a:lnTo>
                    <a:pt x="635" y="17"/>
                  </a:lnTo>
                  <a:lnTo>
                    <a:pt x="608" y="0"/>
                  </a:lnTo>
                  <a:lnTo>
                    <a:pt x="573" y="0"/>
                  </a:lnTo>
                  <a:lnTo>
                    <a:pt x="547" y="0"/>
                  </a:lnTo>
                  <a:lnTo>
                    <a:pt x="476" y="17"/>
                  </a:lnTo>
                  <a:lnTo>
                    <a:pt x="458" y="35"/>
                  </a:lnTo>
                  <a:lnTo>
                    <a:pt x="458" y="62"/>
                  </a:lnTo>
                  <a:lnTo>
                    <a:pt x="458" y="132"/>
                  </a:lnTo>
                  <a:lnTo>
                    <a:pt x="467" y="159"/>
                  </a:lnTo>
                  <a:lnTo>
                    <a:pt x="414" y="176"/>
                  </a:lnTo>
                  <a:lnTo>
                    <a:pt x="397" y="176"/>
                  </a:lnTo>
                  <a:lnTo>
                    <a:pt x="335" y="185"/>
                  </a:lnTo>
                  <a:lnTo>
                    <a:pt x="273" y="185"/>
                  </a:lnTo>
                  <a:lnTo>
                    <a:pt x="238" y="185"/>
                  </a:lnTo>
                  <a:lnTo>
                    <a:pt x="202" y="194"/>
                  </a:lnTo>
                  <a:lnTo>
                    <a:pt x="167" y="212"/>
                  </a:lnTo>
                  <a:lnTo>
                    <a:pt x="141" y="229"/>
                  </a:lnTo>
                  <a:lnTo>
                    <a:pt x="79" y="282"/>
                  </a:lnTo>
                  <a:lnTo>
                    <a:pt x="8" y="353"/>
                  </a:lnTo>
                  <a:lnTo>
                    <a:pt x="0" y="370"/>
                  </a:lnTo>
                  <a:lnTo>
                    <a:pt x="17" y="379"/>
                  </a:lnTo>
                  <a:close/>
                  <a:moveTo>
                    <a:pt x="705" y="732"/>
                  </a:moveTo>
                  <a:lnTo>
                    <a:pt x="705" y="732"/>
                  </a:lnTo>
                  <a:lnTo>
                    <a:pt x="767" y="732"/>
                  </a:lnTo>
                  <a:lnTo>
                    <a:pt x="829" y="732"/>
                  </a:lnTo>
                  <a:lnTo>
                    <a:pt x="944" y="723"/>
                  </a:lnTo>
                  <a:lnTo>
                    <a:pt x="979" y="732"/>
                  </a:lnTo>
                  <a:lnTo>
                    <a:pt x="1005" y="741"/>
                  </a:lnTo>
                  <a:lnTo>
                    <a:pt x="1041" y="759"/>
                  </a:lnTo>
                  <a:lnTo>
                    <a:pt x="1058" y="776"/>
                  </a:lnTo>
                  <a:lnTo>
                    <a:pt x="1094" y="812"/>
                  </a:lnTo>
                  <a:lnTo>
                    <a:pt x="1111" y="820"/>
                  </a:lnTo>
                  <a:lnTo>
                    <a:pt x="1111" y="829"/>
                  </a:lnTo>
                  <a:lnTo>
                    <a:pt x="1129" y="838"/>
                  </a:lnTo>
                  <a:lnTo>
                    <a:pt x="1120" y="856"/>
                  </a:lnTo>
                  <a:lnTo>
                    <a:pt x="1111" y="865"/>
                  </a:lnTo>
                  <a:lnTo>
                    <a:pt x="1111" y="873"/>
                  </a:lnTo>
                  <a:lnTo>
                    <a:pt x="1103" y="873"/>
                  </a:lnTo>
                  <a:lnTo>
                    <a:pt x="1058" y="909"/>
                  </a:lnTo>
                  <a:lnTo>
                    <a:pt x="1023" y="935"/>
                  </a:lnTo>
                  <a:lnTo>
                    <a:pt x="997" y="944"/>
                  </a:lnTo>
                  <a:lnTo>
                    <a:pt x="970" y="944"/>
                  </a:lnTo>
                  <a:lnTo>
                    <a:pt x="882" y="935"/>
                  </a:lnTo>
                  <a:lnTo>
                    <a:pt x="803" y="935"/>
                  </a:lnTo>
                  <a:lnTo>
                    <a:pt x="626" y="935"/>
                  </a:lnTo>
                  <a:lnTo>
                    <a:pt x="458" y="935"/>
                  </a:lnTo>
                  <a:lnTo>
                    <a:pt x="308" y="935"/>
                  </a:lnTo>
                  <a:lnTo>
                    <a:pt x="291" y="935"/>
                  </a:lnTo>
                  <a:lnTo>
                    <a:pt x="282" y="926"/>
                  </a:lnTo>
                  <a:lnTo>
                    <a:pt x="273" y="918"/>
                  </a:lnTo>
                  <a:lnTo>
                    <a:pt x="273" y="900"/>
                  </a:lnTo>
                  <a:lnTo>
                    <a:pt x="282" y="750"/>
                  </a:lnTo>
                  <a:lnTo>
                    <a:pt x="300" y="723"/>
                  </a:lnTo>
                  <a:lnTo>
                    <a:pt x="326" y="715"/>
                  </a:lnTo>
                  <a:lnTo>
                    <a:pt x="379" y="715"/>
                  </a:lnTo>
                  <a:lnTo>
                    <a:pt x="494" y="723"/>
                  </a:lnTo>
                  <a:lnTo>
                    <a:pt x="608" y="732"/>
                  </a:lnTo>
                  <a:lnTo>
                    <a:pt x="661" y="723"/>
                  </a:lnTo>
                  <a:lnTo>
                    <a:pt x="705" y="732"/>
                  </a:lnTo>
                  <a:close/>
                  <a:moveTo>
                    <a:pt x="220" y="282"/>
                  </a:moveTo>
                  <a:lnTo>
                    <a:pt x="220" y="282"/>
                  </a:lnTo>
                  <a:lnTo>
                    <a:pt x="247" y="273"/>
                  </a:lnTo>
                  <a:lnTo>
                    <a:pt x="300" y="265"/>
                  </a:lnTo>
                  <a:lnTo>
                    <a:pt x="352" y="265"/>
                  </a:lnTo>
                  <a:lnTo>
                    <a:pt x="414" y="256"/>
                  </a:lnTo>
                  <a:lnTo>
                    <a:pt x="450" y="256"/>
                  </a:lnTo>
                  <a:lnTo>
                    <a:pt x="476" y="247"/>
                  </a:lnTo>
                  <a:lnTo>
                    <a:pt x="511" y="247"/>
                  </a:lnTo>
                  <a:lnTo>
                    <a:pt x="564" y="247"/>
                  </a:lnTo>
                  <a:lnTo>
                    <a:pt x="617" y="238"/>
                  </a:lnTo>
                  <a:lnTo>
                    <a:pt x="697" y="229"/>
                  </a:lnTo>
                  <a:lnTo>
                    <a:pt x="767" y="229"/>
                  </a:lnTo>
                  <a:lnTo>
                    <a:pt x="917" y="238"/>
                  </a:lnTo>
                  <a:lnTo>
                    <a:pt x="891" y="459"/>
                  </a:lnTo>
                  <a:lnTo>
                    <a:pt x="873" y="459"/>
                  </a:lnTo>
                  <a:lnTo>
                    <a:pt x="803" y="459"/>
                  </a:lnTo>
                  <a:lnTo>
                    <a:pt x="732" y="459"/>
                  </a:lnTo>
                  <a:lnTo>
                    <a:pt x="705" y="459"/>
                  </a:lnTo>
                  <a:lnTo>
                    <a:pt x="626" y="450"/>
                  </a:lnTo>
                  <a:lnTo>
                    <a:pt x="547" y="450"/>
                  </a:lnTo>
                  <a:lnTo>
                    <a:pt x="370" y="450"/>
                  </a:lnTo>
                  <a:lnTo>
                    <a:pt x="317" y="441"/>
                  </a:lnTo>
                  <a:lnTo>
                    <a:pt x="273" y="450"/>
                  </a:lnTo>
                  <a:lnTo>
                    <a:pt x="238" y="441"/>
                  </a:lnTo>
                  <a:lnTo>
                    <a:pt x="211" y="432"/>
                  </a:lnTo>
                  <a:lnTo>
                    <a:pt x="132" y="370"/>
                  </a:lnTo>
                  <a:lnTo>
                    <a:pt x="158" y="344"/>
                  </a:lnTo>
                  <a:lnTo>
                    <a:pt x="176" y="317"/>
                  </a:lnTo>
                  <a:lnTo>
                    <a:pt x="220" y="282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120"/>
            <p:cNvSpPr>
              <a:spLocks noChangeArrowheads="1"/>
            </p:cNvSpPr>
            <p:nvPr/>
          </p:nvSpPr>
          <p:spPr bwMode="auto">
            <a:xfrm>
              <a:off x="5297187" y="2671942"/>
              <a:ext cx="834935" cy="1367576"/>
            </a:xfrm>
            <a:custGeom>
              <a:avLst/>
              <a:gdLst>
                <a:gd name="T0" fmla="*/ 808824589 w 804"/>
                <a:gd name="T1" fmla="*/ 677109116 h 1316"/>
                <a:gd name="T2" fmla="*/ 704216787 w 804"/>
                <a:gd name="T3" fmla="*/ 571276816 h 1316"/>
                <a:gd name="T4" fmla="*/ 666471287 w 804"/>
                <a:gd name="T5" fmla="*/ 571276816 h 1316"/>
                <a:gd name="T6" fmla="*/ 495001184 w 804"/>
                <a:gd name="T7" fmla="*/ 562638017 h 1316"/>
                <a:gd name="T8" fmla="*/ 475588945 w 804"/>
                <a:gd name="T9" fmla="*/ 457885436 h 1316"/>
                <a:gd name="T10" fmla="*/ 589903386 w 804"/>
                <a:gd name="T11" fmla="*/ 457885436 h 1316"/>
                <a:gd name="T12" fmla="*/ 694511187 w 804"/>
                <a:gd name="T13" fmla="*/ 457885436 h 1316"/>
                <a:gd name="T14" fmla="*/ 733334626 w 804"/>
                <a:gd name="T15" fmla="*/ 266739671 h 1316"/>
                <a:gd name="T16" fmla="*/ 733334626 w 804"/>
                <a:gd name="T17" fmla="*/ 190066045 h 1316"/>
                <a:gd name="T18" fmla="*/ 704216787 w 804"/>
                <a:gd name="T19" fmla="*/ 171706649 h 1316"/>
                <a:gd name="T20" fmla="*/ 580196747 w 804"/>
                <a:gd name="T21" fmla="*/ 142549014 h 1316"/>
                <a:gd name="T22" fmla="*/ 495001184 w 804"/>
                <a:gd name="T23" fmla="*/ 85313465 h 1316"/>
                <a:gd name="T24" fmla="*/ 466961284 w 804"/>
                <a:gd name="T25" fmla="*/ 0 h 1316"/>
                <a:gd name="T26" fmla="*/ 370981144 w 804"/>
                <a:gd name="T27" fmla="*/ 9719558 h 1316"/>
                <a:gd name="T28" fmla="*/ 352647882 w 804"/>
                <a:gd name="T29" fmla="*/ 104752581 h 1316"/>
                <a:gd name="T30" fmla="*/ 295491181 w 804"/>
                <a:gd name="T31" fmla="*/ 142549014 h 1316"/>
                <a:gd name="T32" fmla="*/ 152058902 w 804"/>
                <a:gd name="T33" fmla="*/ 142549014 h 1316"/>
                <a:gd name="T34" fmla="*/ 0 w 804"/>
                <a:gd name="T35" fmla="*/ 257021153 h 1316"/>
                <a:gd name="T36" fmla="*/ 66863339 w 804"/>
                <a:gd name="T37" fmla="*/ 361772694 h 1316"/>
                <a:gd name="T38" fmla="*/ 143431241 w 804"/>
                <a:gd name="T39" fmla="*/ 438447360 h 1316"/>
                <a:gd name="T40" fmla="*/ 190882341 w 804"/>
                <a:gd name="T41" fmla="*/ 419008244 h 1316"/>
                <a:gd name="T42" fmla="*/ 342941243 w 804"/>
                <a:gd name="T43" fmla="*/ 438447360 h 1316"/>
                <a:gd name="T44" fmla="*/ 342941243 w 804"/>
                <a:gd name="T45" fmla="*/ 543198901 h 1316"/>
                <a:gd name="T46" fmla="*/ 181176741 w 804"/>
                <a:gd name="T47" fmla="*/ 515120986 h 1316"/>
                <a:gd name="T48" fmla="*/ 143431241 w 804"/>
                <a:gd name="T49" fmla="*/ 562638017 h 1316"/>
                <a:gd name="T50" fmla="*/ 114313402 w 804"/>
                <a:gd name="T51" fmla="*/ 657671039 h 1316"/>
                <a:gd name="T52" fmla="*/ 94902201 w 804"/>
                <a:gd name="T53" fmla="*/ 809939612 h 1316"/>
                <a:gd name="T54" fmla="*/ 152058902 w 804"/>
                <a:gd name="T55" fmla="*/ 839097246 h 1316"/>
                <a:gd name="T56" fmla="*/ 342941243 w 804"/>
                <a:gd name="T57" fmla="*/ 924410711 h 1316"/>
                <a:gd name="T58" fmla="*/ 342941243 w 804"/>
                <a:gd name="T59" fmla="*/ 1038881810 h 1316"/>
                <a:gd name="T60" fmla="*/ 352647882 w 804"/>
                <a:gd name="T61" fmla="*/ 1248385932 h 1316"/>
                <a:gd name="T62" fmla="*/ 342941243 w 804"/>
                <a:gd name="T63" fmla="*/ 1400654504 h 1316"/>
                <a:gd name="T64" fmla="*/ 485294546 w 804"/>
                <a:gd name="T65" fmla="*/ 1420093620 h 1316"/>
                <a:gd name="T66" fmla="*/ 475588945 w 804"/>
                <a:gd name="T67" fmla="*/ 1124195275 h 1316"/>
                <a:gd name="T68" fmla="*/ 485294546 w 804"/>
                <a:gd name="T69" fmla="*/ 895253076 h 1316"/>
                <a:gd name="T70" fmla="*/ 589903386 w 804"/>
                <a:gd name="T71" fmla="*/ 867175161 h 1316"/>
                <a:gd name="T72" fmla="*/ 666471287 w 804"/>
                <a:gd name="T73" fmla="*/ 886613238 h 1316"/>
                <a:gd name="T74" fmla="*/ 751667888 w 804"/>
                <a:gd name="T75" fmla="*/ 867175161 h 1316"/>
                <a:gd name="T76" fmla="*/ 846570089 w 804"/>
                <a:gd name="T77" fmla="*/ 772142139 h 1316"/>
                <a:gd name="T78" fmla="*/ 846570089 w 804"/>
                <a:gd name="T79" fmla="*/ 695467473 h 1316"/>
                <a:gd name="T80" fmla="*/ 161764502 w 804"/>
                <a:gd name="T81" fmla="*/ 353133895 h 1316"/>
                <a:gd name="T82" fmla="*/ 124020040 w 804"/>
                <a:gd name="T83" fmla="*/ 247301595 h 1316"/>
                <a:gd name="T84" fmla="*/ 256666704 w 804"/>
                <a:gd name="T85" fmla="*/ 209504122 h 1316"/>
                <a:gd name="T86" fmla="*/ 370981144 w 804"/>
                <a:gd name="T87" fmla="*/ 199784564 h 1316"/>
                <a:gd name="T88" fmla="*/ 504706784 w 804"/>
                <a:gd name="T89" fmla="*/ 199784564 h 1316"/>
                <a:gd name="T90" fmla="*/ 637354486 w 804"/>
                <a:gd name="T91" fmla="*/ 400649887 h 1316"/>
                <a:gd name="T92" fmla="*/ 523040046 w 804"/>
                <a:gd name="T93" fmla="*/ 400649887 h 1316"/>
                <a:gd name="T94" fmla="*/ 380686744 w 804"/>
                <a:gd name="T95" fmla="*/ 381211810 h 1316"/>
                <a:gd name="T96" fmla="*/ 771080127 w 804"/>
                <a:gd name="T97" fmla="*/ 762422581 h 1316"/>
                <a:gd name="T98" fmla="*/ 733334626 w 804"/>
                <a:gd name="T99" fmla="*/ 790500496 h 1316"/>
                <a:gd name="T100" fmla="*/ 656765686 w 804"/>
                <a:gd name="T101" fmla="*/ 819658130 h 1316"/>
                <a:gd name="T102" fmla="*/ 285784543 w 804"/>
                <a:gd name="T103" fmla="*/ 781861697 h 1316"/>
                <a:gd name="T104" fmla="*/ 152058902 w 804"/>
                <a:gd name="T105" fmla="*/ 742984504 h 1316"/>
                <a:gd name="T106" fmla="*/ 209215603 w 804"/>
                <a:gd name="T107" fmla="*/ 590715932 h 1316"/>
                <a:gd name="T108" fmla="*/ 409804583 w 804"/>
                <a:gd name="T109" fmla="*/ 610154009 h 1316"/>
                <a:gd name="T110" fmla="*/ 656765686 w 804"/>
                <a:gd name="T111" fmla="*/ 638231923 h 1316"/>
                <a:gd name="T112" fmla="*/ 761373488 w 804"/>
                <a:gd name="T113" fmla="*/ 714906589 h 1316"/>
                <a:gd name="T114" fmla="*/ 771080127 w 804"/>
                <a:gd name="T115" fmla="*/ 724625108 h 131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804" h="1316">
                  <a:moveTo>
                    <a:pt x="785" y="644"/>
                  </a:moveTo>
                  <a:lnTo>
                    <a:pt x="785" y="644"/>
                  </a:lnTo>
                  <a:lnTo>
                    <a:pt x="768" y="635"/>
                  </a:lnTo>
                  <a:lnTo>
                    <a:pt x="750" y="627"/>
                  </a:lnTo>
                  <a:lnTo>
                    <a:pt x="750" y="609"/>
                  </a:lnTo>
                  <a:lnTo>
                    <a:pt x="733" y="582"/>
                  </a:lnTo>
                  <a:lnTo>
                    <a:pt x="653" y="529"/>
                  </a:lnTo>
                  <a:lnTo>
                    <a:pt x="644" y="529"/>
                  </a:lnTo>
                  <a:lnTo>
                    <a:pt x="627" y="529"/>
                  </a:lnTo>
                  <a:lnTo>
                    <a:pt x="618" y="529"/>
                  </a:lnTo>
                  <a:lnTo>
                    <a:pt x="574" y="521"/>
                  </a:lnTo>
                  <a:lnTo>
                    <a:pt x="521" y="521"/>
                  </a:lnTo>
                  <a:lnTo>
                    <a:pt x="459" y="521"/>
                  </a:lnTo>
                  <a:lnTo>
                    <a:pt x="441" y="521"/>
                  </a:lnTo>
                  <a:lnTo>
                    <a:pt x="441" y="424"/>
                  </a:lnTo>
                  <a:lnTo>
                    <a:pt x="468" y="424"/>
                  </a:lnTo>
                  <a:lnTo>
                    <a:pt x="494" y="424"/>
                  </a:lnTo>
                  <a:lnTo>
                    <a:pt x="547" y="424"/>
                  </a:lnTo>
                  <a:lnTo>
                    <a:pt x="600" y="432"/>
                  </a:lnTo>
                  <a:lnTo>
                    <a:pt x="618" y="432"/>
                  </a:lnTo>
                  <a:lnTo>
                    <a:pt x="644" y="424"/>
                  </a:lnTo>
                  <a:lnTo>
                    <a:pt x="662" y="397"/>
                  </a:lnTo>
                  <a:lnTo>
                    <a:pt x="662" y="371"/>
                  </a:lnTo>
                  <a:lnTo>
                    <a:pt x="671" y="291"/>
                  </a:lnTo>
                  <a:lnTo>
                    <a:pt x="680" y="247"/>
                  </a:lnTo>
                  <a:lnTo>
                    <a:pt x="688" y="203"/>
                  </a:lnTo>
                  <a:lnTo>
                    <a:pt x="697" y="185"/>
                  </a:lnTo>
                  <a:lnTo>
                    <a:pt x="688" y="176"/>
                  </a:lnTo>
                  <a:lnTo>
                    <a:pt x="680" y="176"/>
                  </a:lnTo>
                  <a:lnTo>
                    <a:pt x="662" y="176"/>
                  </a:lnTo>
                  <a:lnTo>
                    <a:pt x="653" y="176"/>
                  </a:lnTo>
                  <a:lnTo>
                    <a:pt x="653" y="159"/>
                  </a:lnTo>
                  <a:lnTo>
                    <a:pt x="635" y="141"/>
                  </a:lnTo>
                  <a:lnTo>
                    <a:pt x="609" y="141"/>
                  </a:lnTo>
                  <a:lnTo>
                    <a:pt x="538" y="132"/>
                  </a:lnTo>
                  <a:lnTo>
                    <a:pt x="485" y="124"/>
                  </a:lnTo>
                  <a:lnTo>
                    <a:pt x="459" y="124"/>
                  </a:lnTo>
                  <a:lnTo>
                    <a:pt x="459" y="79"/>
                  </a:lnTo>
                  <a:lnTo>
                    <a:pt x="450" y="26"/>
                  </a:lnTo>
                  <a:lnTo>
                    <a:pt x="450" y="18"/>
                  </a:lnTo>
                  <a:lnTo>
                    <a:pt x="433" y="0"/>
                  </a:lnTo>
                  <a:lnTo>
                    <a:pt x="406" y="0"/>
                  </a:lnTo>
                  <a:lnTo>
                    <a:pt x="388" y="0"/>
                  </a:lnTo>
                  <a:lnTo>
                    <a:pt x="344" y="9"/>
                  </a:lnTo>
                  <a:lnTo>
                    <a:pt x="327" y="26"/>
                  </a:lnTo>
                  <a:lnTo>
                    <a:pt x="318" y="44"/>
                  </a:lnTo>
                  <a:lnTo>
                    <a:pt x="327" y="97"/>
                  </a:lnTo>
                  <a:lnTo>
                    <a:pt x="318" y="115"/>
                  </a:lnTo>
                  <a:lnTo>
                    <a:pt x="283" y="124"/>
                  </a:lnTo>
                  <a:lnTo>
                    <a:pt x="274" y="132"/>
                  </a:lnTo>
                  <a:lnTo>
                    <a:pt x="194" y="124"/>
                  </a:lnTo>
                  <a:lnTo>
                    <a:pt x="168" y="124"/>
                  </a:lnTo>
                  <a:lnTo>
                    <a:pt x="141" y="132"/>
                  </a:lnTo>
                  <a:lnTo>
                    <a:pt x="97" y="159"/>
                  </a:lnTo>
                  <a:lnTo>
                    <a:pt x="53" y="194"/>
                  </a:lnTo>
                  <a:lnTo>
                    <a:pt x="0" y="238"/>
                  </a:lnTo>
                  <a:lnTo>
                    <a:pt x="0" y="256"/>
                  </a:lnTo>
                  <a:lnTo>
                    <a:pt x="0" y="265"/>
                  </a:lnTo>
                  <a:lnTo>
                    <a:pt x="62" y="335"/>
                  </a:lnTo>
                  <a:lnTo>
                    <a:pt x="88" y="371"/>
                  </a:lnTo>
                  <a:lnTo>
                    <a:pt x="106" y="397"/>
                  </a:lnTo>
                  <a:lnTo>
                    <a:pt x="133" y="406"/>
                  </a:lnTo>
                  <a:lnTo>
                    <a:pt x="150" y="406"/>
                  </a:lnTo>
                  <a:lnTo>
                    <a:pt x="159" y="397"/>
                  </a:lnTo>
                  <a:lnTo>
                    <a:pt x="177" y="388"/>
                  </a:lnTo>
                  <a:lnTo>
                    <a:pt x="185" y="388"/>
                  </a:lnTo>
                  <a:lnTo>
                    <a:pt x="256" y="397"/>
                  </a:lnTo>
                  <a:lnTo>
                    <a:pt x="318" y="406"/>
                  </a:lnTo>
                  <a:lnTo>
                    <a:pt x="318" y="450"/>
                  </a:lnTo>
                  <a:lnTo>
                    <a:pt x="318" y="477"/>
                  </a:lnTo>
                  <a:lnTo>
                    <a:pt x="318" y="503"/>
                  </a:lnTo>
                  <a:lnTo>
                    <a:pt x="300" y="503"/>
                  </a:lnTo>
                  <a:lnTo>
                    <a:pt x="185" y="477"/>
                  </a:lnTo>
                  <a:lnTo>
                    <a:pt x="168" y="477"/>
                  </a:lnTo>
                  <a:lnTo>
                    <a:pt x="159" y="477"/>
                  </a:lnTo>
                  <a:lnTo>
                    <a:pt x="150" y="494"/>
                  </a:lnTo>
                  <a:lnTo>
                    <a:pt x="141" y="512"/>
                  </a:lnTo>
                  <a:lnTo>
                    <a:pt x="133" y="521"/>
                  </a:lnTo>
                  <a:lnTo>
                    <a:pt x="115" y="538"/>
                  </a:lnTo>
                  <a:lnTo>
                    <a:pt x="115" y="565"/>
                  </a:lnTo>
                  <a:lnTo>
                    <a:pt x="106" y="609"/>
                  </a:lnTo>
                  <a:lnTo>
                    <a:pt x="97" y="644"/>
                  </a:lnTo>
                  <a:lnTo>
                    <a:pt x="88" y="732"/>
                  </a:lnTo>
                  <a:lnTo>
                    <a:pt x="88" y="750"/>
                  </a:lnTo>
                  <a:lnTo>
                    <a:pt x="97" y="759"/>
                  </a:lnTo>
                  <a:lnTo>
                    <a:pt x="124" y="768"/>
                  </a:lnTo>
                  <a:lnTo>
                    <a:pt x="141" y="777"/>
                  </a:lnTo>
                  <a:lnTo>
                    <a:pt x="283" y="785"/>
                  </a:lnTo>
                  <a:lnTo>
                    <a:pt x="318" y="785"/>
                  </a:lnTo>
                  <a:lnTo>
                    <a:pt x="318" y="856"/>
                  </a:lnTo>
                  <a:lnTo>
                    <a:pt x="318" y="882"/>
                  </a:lnTo>
                  <a:lnTo>
                    <a:pt x="318" y="918"/>
                  </a:lnTo>
                  <a:lnTo>
                    <a:pt x="318" y="962"/>
                  </a:lnTo>
                  <a:lnTo>
                    <a:pt x="318" y="1041"/>
                  </a:lnTo>
                  <a:lnTo>
                    <a:pt x="327" y="1112"/>
                  </a:lnTo>
                  <a:lnTo>
                    <a:pt x="327" y="1156"/>
                  </a:lnTo>
                  <a:lnTo>
                    <a:pt x="318" y="1209"/>
                  </a:lnTo>
                  <a:lnTo>
                    <a:pt x="318" y="1262"/>
                  </a:lnTo>
                  <a:lnTo>
                    <a:pt x="318" y="1297"/>
                  </a:lnTo>
                  <a:lnTo>
                    <a:pt x="327" y="1315"/>
                  </a:lnTo>
                  <a:lnTo>
                    <a:pt x="335" y="1315"/>
                  </a:lnTo>
                  <a:lnTo>
                    <a:pt x="450" y="1315"/>
                  </a:lnTo>
                  <a:lnTo>
                    <a:pt x="450" y="1227"/>
                  </a:lnTo>
                  <a:lnTo>
                    <a:pt x="450" y="1138"/>
                  </a:lnTo>
                  <a:lnTo>
                    <a:pt x="441" y="1041"/>
                  </a:lnTo>
                  <a:lnTo>
                    <a:pt x="441" y="1032"/>
                  </a:lnTo>
                  <a:lnTo>
                    <a:pt x="441" y="979"/>
                  </a:lnTo>
                  <a:lnTo>
                    <a:pt x="441" y="935"/>
                  </a:lnTo>
                  <a:lnTo>
                    <a:pt x="450" y="829"/>
                  </a:lnTo>
                  <a:lnTo>
                    <a:pt x="459" y="794"/>
                  </a:lnTo>
                  <a:lnTo>
                    <a:pt x="503" y="794"/>
                  </a:lnTo>
                  <a:lnTo>
                    <a:pt x="547" y="803"/>
                  </a:lnTo>
                  <a:lnTo>
                    <a:pt x="591" y="812"/>
                  </a:lnTo>
                  <a:lnTo>
                    <a:pt x="618" y="821"/>
                  </a:lnTo>
                  <a:lnTo>
                    <a:pt x="644" y="821"/>
                  </a:lnTo>
                  <a:lnTo>
                    <a:pt x="662" y="812"/>
                  </a:lnTo>
                  <a:lnTo>
                    <a:pt x="697" y="803"/>
                  </a:lnTo>
                  <a:lnTo>
                    <a:pt x="741" y="768"/>
                  </a:lnTo>
                  <a:lnTo>
                    <a:pt x="759" y="750"/>
                  </a:lnTo>
                  <a:lnTo>
                    <a:pt x="777" y="724"/>
                  </a:lnTo>
                  <a:lnTo>
                    <a:pt x="785" y="715"/>
                  </a:lnTo>
                  <a:lnTo>
                    <a:pt x="803" y="697"/>
                  </a:lnTo>
                  <a:lnTo>
                    <a:pt x="803" y="679"/>
                  </a:lnTo>
                  <a:lnTo>
                    <a:pt x="803" y="662"/>
                  </a:lnTo>
                  <a:lnTo>
                    <a:pt x="785" y="644"/>
                  </a:lnTo>
                  <a:close/>
                  <a:moveTo>
                    <a:pt x="238" y="335"/>
                  </a:moveTo>
                  <a:lnTo>
                    <a:pt x="238" y="335"/>
                  </a:lnTo>
                  <a:lnTo>
                    <a:pt x="168" y="327"/>
                  </a:lnTo>
                  <a:lnTo>
                    <a:pt x="150" y="327"/>
                  </a:lnTo>
                  <a:lnTo>
                    <a:pt x="133" y="318"/>
                  </a:lnTo>
                  <a:lnTo>
                    <a:pt x="88" y="265"/>
                  </a:lnTo>
                  <a:lnTo>
                    <a:pt x="115" y="229"/>
                  </a:lnTo>
                  <a:lnTo>
                    <a:pt x="150" y="194"/>
                  </a:lnTo>
                  <a:lnTo>
                    <a:pt x="168" y="194"/>
                  </a:lnTo>
                  <a:lnTo>
                    <a:pt x="238" y="194"/>
                  </a:lnTo>
                  <a:lnTo>
                    <a:pt x="283" y="194"/>
                  </a:lnTo>
                  <a:lnTo>
                    <a:pt x="327" y="185"/>
                  </a:lnTo>
                  <a:lnTo>
                    <a:pt x="344" y="185"/>
                  </a:lnTo>
                  <a:lnTo>
                    <a:pt x="388" y="194"/>
                  </a:lnTo>
                  <a:lnTo>
                    <a:pt x="424" y="194"/>
                  </a:lnTo>
                  <a:lnTo>
                    <a:pt x="468" y="185"/>
                  </a:lnTo>
                  <a:lnTo>
                    <a:pt x="521" y="194"/>
                  </a:lnTo>
                  <a:lnTo>
                    <a:pt x="627" y="203"/>
                  </a:lnTo>
                  <a:lnTo>
                    <a:pt x="591" y="371"/>
                  </a:lnTo>
                  <a:lnTo>
                    <a:pt x="583" y="371"/>
                  </a:lnTo>
                  <a:lnTo>
                    <a:pt x="530" y="371"/>
                  </a:lnTo>
                  <a:lnTo>
                    <a:pt x="485" y="371"/>
                  </a:lnTo>
                  <a:lnTo>
                    <a:pt x="459" y="371"/>
                  </a:lnTo>
                  <a:lnTo>
                    <a:pt x="406" y="353"/>
                  </a:lnTo>
                  <a:lnTo>
                    <a:pt x="353" y="353"/>
                  </a:lnTo>
                  <a:lnTo>
                    <a:pt x="238" y="335"/>
                  </a:lnTo>
                  <a:close/>
                  <a:moveTo>
                    <a:pt x="724" y="697"/>
                  </a:moveTo>
                  <a:lnTo>
                    <a:pt x="724" y="697"/>
                  </a:lnTo>
                  <a:lnTo>
                    <a:pt x="715" y="706"/>
                  </a:lnTo>
                  <a:lnTo>
                    <a:pt x="706" y="706"/>
                  </a:lnTo>
                  <a:lnTo>
                    <a:pt x="706" y="715"/>
                  </a:lnTo>
                  <a:lnTo>
                    <a:pt x="680" y="732"/>
                  </a:lnTo>
                  <a:lnTo>
                    <a:pt x="644" y="750"/>
                  </a:lnTo>
                  <a:lnTo>
                    <a:pt x="627" y="759"/>
                  </a:lnTo>
                  <a:lnTo>
                    <a:pt x="609" y="759"/>
                  </a:lnTo>
                  <a:lnTo>
                    <a:pt x="556" y="741"/>
                  </a:lnTo>
                  <a:lnTo>
                    <a:pt x="494" y="741"/>
                  </a:lnTo>
                  <a:lnTo>
                    <a:pt x="265" y="724"/>
                  </a:lnTo>
                  <a:lnTo>
                    <a:pt x="168" y="715"/>
                  </a:lnTo>
                  <a:lnTo>
                    <a:pt x="141" y="706"/>
                  </a:lnTo>
                  <a:lnTo>
                    <a:pt x="141" y="688"/>
                  </a:lnTo>
                  <a:lnTo>
                    <a:pt x="159" y="565"/>
                  </a:lnTo>
                  <a:lnTo>
                    <a:pt x="177" y="547"/>
                  </a:lnTo>
                  <a:lnTo>
                    <a:pt x="194" y="547"/>
                  </a:lnTo>
                  <a:lnTo>
                    <a:pt x="230" y="547"/>
                  </a:lnTo>
                  <a:lnTo>
                    <a:pt x="309" y="556"/>
                  </a:lnTo>
                  <a:lnTo>
                    <a:pt x="380" y="565"/>
                  </a:lnTo>
                  <a:lnTo>
                    <a:pt x="450" y="574"/>
                  </a:lnTo>
                  <a:lnTo>
                    <a:pt x="530" y="582"/>
                  </a:lnTo>
                  <a:lnTo>
                    <a:pt x="609" y="591"/>
                  </a:lnTo>
                  <a:lnTo>
                    <a:pt x="635" y="591"/>
                  </a:lnTo>
                  <a:lnTo>
                    <a:pt x="653" y="600"/>
                  </a:lnTo>
                  <a:lnTo>
                    <a:pt x="688" y="635"/>
                  </a:lnTo>
                  <a:lnTo>
                    <a:pt x="706" y="662"/>
                  </a:lnTo>
                  <a:lnTo>
                    <a:pt x="715" y="671"/>
                  </a:lnTo>
                  <a:lnTo>
                    <a:pt x="724" y="679"/>
                  </a:lnTo>
                  <a:lnTo>
                    <a:pt x="724" y="697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4457" name="Group 12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14" name="Rectangle 13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104460" name="Picture 15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61" name="Picture 16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462" name="Picture 17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581276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8"/>
          <p:cNvSpPr>
            <a:spLocks noChangeArrowheads="1"/>
          </p:cNvSpPr>
          <p:nvPr/>
        </p:nvSpPr>
        <p:spPr bwMode="auto">
          <a:xfrm>
            <a:off x="0" y="160338"/>
            <a:ext cx="91440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/>
            <a:r>
              <a:rPr lang="en-US" sz="3200" b="1" dirty="0">
                <a:solidFill>
                  <a:srgbClr val="29ABE2"/>
                </a:solidFill>
                <a:latin typeface="Trebuchet MS" charset="0"/>
              </a:rPr>
              <a:t>10 FACTFULNESS COMMANDMENTS</a:t>
            </a:r>
          </a:p>
        </p:txBody>
      </p:sp>
      <p:grpSp>
        <p:nvGrpSpPr>
          <p:cNvPr id="106499" name="Group 79"/>
          <p:cNvGrpSpPr>
            <a:grpSpLocks/>
          </p:cNvGrpSpPr>
          <p:nvPr/>
        </p:nvGrpSpPr>
        <p:grpSpPr bwMode="auto">
          <a:xfrm>
            <a:off x="0" y="4991100"/>
            <a:ext cx="9129713" cy="200025"/>
            <a:chOff x="25106" y="6668336"/>
            <a:chExt cx="9129037" cy="200055"/>
          </a:xfrm>
        </p:grpSpPr>
        <p:sp>
          <p:nvSpPr>
            <p:cNvPr id="81" name="Rectangle 80"/>
            <p:cNvSpPr/>
            <p:nvPr/>
          </p:nvSpPr>
          <p:spPr>
            <a:xfrm>
              <a:off x="94951" y="6668336"/>
              <a:ext cx="2576322" cy="2000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www.gapminder.org/factfulness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6130179" y="6674687"/>
              <a:ext cx="2784269" cy="19370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r">
                <a:buFont typeface="Times New Roman" charset="0"/>
                <a:buNone/>
                <a:defRPr/>
              </a:pPr>
              <a:r>
                <a:rPr lang="en-US" sz="700" spc="20" dirty="0">
                  <a:solidFill>
                    <a:schemeClr val="bg1">
                      <a:lumMod val="50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Free to use under Creative Common License CC BY 4.0</a:t>
              </a:r>
            </a:p>
          </p:txBody>
        </p:sp>
        <p:pic>
          <p:nvPicPr>
            <p:cNvPr id="106660" name="Picture 82" descr="C:\Users\Alisa\Google Drive\_Gapminder\ELEMENTS\CC license icon\cc-icon-05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53297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661" name="Picture 83" descr="C:\Users\Alisa\Google Drive\_Gapminder\ELEMENTS\CC license icon\cc-icon-06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10790" y="6695697"/>
              <a:ext cx="143353" cy="137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662" name="Picture 84" descr="gapminder_g_gray_mini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6" y="6680325"/>
              <a:ext cx="134447" cy="1389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6500" name="Group 6"/>
          <p:cNvGrpSpPr>
            <a:grpSpLocks/>
          </p:cNvGrpSpPr>
          <p:nvPr/>
        </p:nvGrpSpPr>
        <p:grpSpPr bwMode="auto">
          <a:xfrm>
            <a:off x="5863431" y="1277477"/>
            <a:ext cx="1281112" cy="760412"/>
            <a:chOff x="2667000" y="1676688"/>
            <a:chExt cx="4044950" cy="2397125"/>
          </a:xfrm>
        </p:grpSpPr>
        <p:grpSp>
          <p:nvGrpSpPr>
            <p:cNvPr id="106654" name="Group 51"/>
            <p:cNvGrpSpPr>
              <a:grpSpLocks/>
            </p:cNvGrpSpPr>
            <p:nvPr/>
          </p:nvGrpSpPr>
          <p:grpSpPr bwMode="auto">
            <a:xfrm>
              <a:off x="2979738" y="3283238"/>
              <a:ext cx="1293812" cy="790575"/>
              <a:chOff x="2979172" y="3111718"/>
              <a:chExt cx="1294596" cy="789612"/>
            </a:xfrm>
          </p:grpSpPr>
          <p:sp>
            <p:nvSpPr>
              <p:cNvPr id="106656" name="Freeform 2"/>
              <p:cNvSpPr>
                <a:spLocks noChangeArrowheads="1"/>
              </p:cNvSpPr>
              <p:nvPr/>
            </p:nvSpPr>
            <p:spPr bwMode="auto">
              <a:xfrm>
                <a:off x="2979172" y="3111718"/>
                <a:ext cx="1294596" cy="789612"/>
              </a:xfrm>
              <a:custGeom>
                <a:avLst/>
                <a:gdLst>
                  <a:gd name="T0" fmla="*/ 2147483646 w 1244"/>
                  <a:gd name="T1" fmla="*/ 2147483646 h 760"/>
                  <a:gd name="T2" fmla="*/ 2147483646 w 1244"/>
                  <a:gd name="T3" fmla="*/ 2147483646 h 760"/>
                  <a:gd name="T4" fmla="*/ 0 w 1244"/>
                  <a:gd name="T5" fmla="*/ 2147483646 h 760"/>
                  <a:gd name="T6" fmla="*/ 0 w 1244"/>
                  <a:gd name="T7" fmla="*/ 2147483646 h 760"/>
                  <a:gd name="T8" fmla="*/ 2147483646 w 1244"/>
                  <a:gd name="T9" fmla="*/ 2147483646 h 760"/>
                  <a:gd name="T10" fmla="*/ 2147483646 w 1244"/>
                  <a:gd name="T11" fmla="*/ 2147483646 h 760"/>
                  <a:gd name="T12" fmla="*/ 2147483646 w 1244"/>
                  <a:gd name="T13" fmla="*/ 2147483646 h 760"/>
                  <a:gd name="T14" fmla="*/ 2147483646 w 1244"/>
                  <a:gd name="T15" fmla="*/ 2147483646 h 760"/>
                  <a:gd name="T16" fmla="*/ 2147483646 w 1244"/>
                  <a:gd name="T17" fmla="*/ 2147483646 h 760"/>
                  <a:gd name="T18" fmla="*/ 2147483646 w 1244"/>
                  <a:gd name="T19" fmla="*/ 2147483646 h 760"/>
                  <a:gd name="T20" fmla="*/ 2147483646 w 1244"/>
                  <a:gd name="T21" fmla="*/ 2147483646 h 760"/>
                  <a:gd name="T22" fmla="*/ 2147483646 w 1244"/>
                  <a:gd name="T23" fmla="*/ 2147483646 h 760"/>
                  <a:gd name="T24" fmla="*/ 2147483646 w 1244"/>
                  <a:gd name="T25" fmla="*/ 2147483646 h 760"/>
                  <a:gd name="T26" fmla="*/ 2147483646 w 1244"/>
                  <a:gd name="T27" fmla="*/ 2147483646 h 760"/>
                  <a:gd name="T28" fmla="*/ 2147483646 w 1244"/>
                  <a:gd name="T29" fmla="*/ 2147483646 h 760"/>
                  <a:gd name="T30" fmla="*/ 2147483646 w 1244"/>
                  <a:gd name="T31" fmla="*/ 2147483646 h 760"/>
                  <a:gd name="T32" fmla="*/ 2147483646 w 1244"/>
                  <a:gd name="T33" fmla="*/ 2147483646 h 760"/>
                  <a:gd name="T34" fmla="*/ 2147483646 w 1244"/>
                  <a:gd name="T35" fmla="*/ 2147483646 h 760"/>
                  <a:gd name="T36" fmla="*/ 2147483646 w 1244"/>
                  <a:gd name="T37" fmla="*/ 2147483646 h 760"/>
                  <a:gd name="T38" fmla="*/ 2147483646 w 1244"/>
                  <a:gd name="T39" fmla="*/ 2147483646 h 760"/>
                  <a:gd name="T40" fmla="*/ 2147483646 w 1244"/>
                  <a:gd name="T41" fmla="*/ 2147483646 h 760"/>
                  <a:gd name="T42" fmla="*/ 2147483646 w 1244"/>
                  <a:gd name="T43" fmla="*/ 2147483646 h 760"/>
                  <a:gd name="T44" fmla="*/ 2147483646 w 1244"/>
                  <a:gd name="T45" fmla="*/ 2147483646 h 760"/>
                  <a:gd name="T46" fmla="*/ 2147483646 w 1244"/>
                  <a:gd name="T47" fmla="*/ 2147483646 h 760"/>
                  <a:gd name="T48" fmla="*/ 2147483646 w 1244"/>
                  <a:gd name="T49" fmla="*/ 2147483646 h 760"/>
                  <a:gd name="T50" fmla="*/ 2147483646 w 1244"/>
                  <a:gd name="T51" fmla="*/ 2147483646 h 760"/>
                  <a:gd name="T52" fmla="*/ 2147483646 w 1244"/>
                  <a:gd name="T53" fmla="*/ 2147483646 h 760"/>
                  <a:gd name="T54" fmla="*/ 2147483646 w 1244"/>
                  <a:gd name="T55" fmla="*/ 2147483646 h 760"/>
                  <a:gd name="T56" fmla="*/ 2147483646 w 1244"/>
                  <a:gd name="T57" fmla="*/ 2147483646 h 760"/>
                  <a:gd name="T58" fmla="*/ 2147483646 w 1244"/>
                  <a:gd name="T59" fmla="*/ 2147483646 h 760"/>
                  <a:gd name="T60" fmla="*/ 2147483646 w 1244"/>
                  <a:gd name="T61" fmla="*/ 2147483646 h 760"/>
                  <a:gd name="T62" fmla="*/ 2147483646 w 1244"/>
                  <a:gd name="T63" fmla="*/ 2147483646 h 760"/>
                  <a:gd name="T64" fmla="*/ 2147483646 w 1244"/>
                  <a:gd name="T65" fmla="*/ 2147483646 h 760"/>
                  <a:gd name="T66" fmla="*/ 2147483646 w 1244"/>
                  <a:gd name="T67" fmla="*/ 2147483646 h 760"/>
                  <a:gd name="T68" fmla="*/ 2147483646 w 1244"/>
                  <a:gd name="T69" fmla="*/ 2147483646 h 760"/>
                  <a:gd name="T70" fmla="*/ 2147483646 w 1244"/>
                  <a:gd name="T71" fmla="*/ 2147483646 h 760"/>
                  <a:gd name="T72" fmla="*/ 2147483646 w 1244"/>
                  <a:gd name="T73" fmla="*/ 2147483646 h 760"/>
                  <a:gd name="T74" fmla="*/ 2147483646 w 1244"/>
                  <a:gd name="T75" fmla="*/ 2147483646 h 760"/>
                  <a:gd name="T76" fmla="*/ 2147483646 w 1244"/>
                  <a:gd name="T77" fmla="*/ 2147483646 h 760"/>
                  <a:gd name="T78" fmla="*/ 2147483646 w 1244"/>
                  <a:gd name="T79" fmla="*/ 2147483646 h 760"/>
                  <a:gd name="T80" fmla="*/ 2147483646 w 1244"/>
                  <a:gd name="T81" fmla="*/ 2147483646 h 760"/>
                  <a:gd name="T82" fmla="*/ 2147483646 w 1244"/>
                  <a:gd name="T83" fmla="*/ 2147483646 h 760"/>
                  <a:gd name="T84" fmla="*/ 2147483646 w 1244"/>
                  <a:gd name="T85" fmla="*/ 2147483646 h 760"/>
                  <a:gd name="T86" fmla="*/ 2147483646 w 1244"/>
                  <a:gd name="T87" fmla="*/ 2147483646 h 760"/>
                  <a:gd name="T88" fmla="*/ 2147483646 w 1244"/>
                  <a:gd name="T89" fmla="*/ 2147483646 h 760"/>
                  <a:gd name="T90" fmla="*/ 2147483646 w 1244"/>
                  <a:gd name="T91" fmla="*/ 2147483646 h 760"/>
                  <a:gd name="T92" fmla="*/ 2147483646 w 1244"/>
                  <a:gd name="T93" fmla="*/ 2147483646 h 760"/>
                  <a:gd name="T94" fmla="*/ 2147483646 w 1244"/>
                  <a:gd name="T95" fmla="*/ 2147483646 h 760"/>
                  <a:gd name="T96" fmla="*/ 2147483646 w 1244"/>
                  <a:gd name="T97" fmla="*/ 2147483646 h 760"/>
                  <a:gd name="T98" fmla="*/ 2147483646 w 1244"/>
                  <a:gd name="T99" fmla="*/ 2147483646 h 760"/>
                  <a:gd name="T100" fmla="*/ 2147483646 w 1244"/>
                  <a:gd name="T101" fmla="*/ 2147483646 h 760"/>
                  <a:gd name="T102" fmla="*/ 2147483646 w 1244"/>
                  <a:gd name="T103" fmla="*/ 2147483646 h 760"/>
                  <a:gd name="T104" fmla="*/ 2147483646 w 1244"/>
                  <a:gd name="T105" fmla="*/ 0 h 760"/>
                  <a:gd name="T106" fmla="*/ 2147483646 w 1244"/>
                  <a:gd name="T107" fmla="*/ 2147483646 h 76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244" h="760">
                    <a:moveTo>
                      <a:pt x="106" y="18"/>
                    </a:moveTo>
                    <a:lnTo>
                      <a:pt x="106" y="18"/>
                    </a:lnTo>
                    <a:lnTo>
                      <a:pt x="80" y="88"/>
                    </a:lnTo>
                    <a:lnTo>
                      <a:pt x="44" y="150"/>
                    </a:lnTo>
                    <a:lnTo>
                      <a:pt x="18" y="221"/>
                    </a:lnTo>
                    <a:lnTo>
                      <a:pt x="0" y="256"/>
                    </a:lnTo>
                    <a:lnTo>
                      <a:pt x="0" y="291"/>
                    </a:lnTo>
                    <a:lnTo>
                      <a:pt x="0" y="327"/>
                    </a:lnTo>
                    <a:lnTo>
                      <a:pt x="9" y="371"/>
                    </a:lnTo>
                    <a:lnTo>
                      <a:pt x="44" y="441"/>
                    </a:lnTo>
                    <a:lnTo>
                      <a:pt x="89" y="512"/>
                    </a:lnTo>
                    <a:lnTo>
                      <a:pt x="133" y="574"/>
                    </a:lnTo>
                    <a:lnTo>
                      <a:pt x="168" y="618"/>
                    </a:lnTo>
                    <a:lnTo>
                      <a:pt x="221" y="671"/>
                    </a:lnTo>
                    <a:lnTo>
                      <a:pt x="283" y="706"/>
                    </a:lnTo>
                    <a:lnTo>
                      <a:pt x="344" y="724"/>
                    </a:lnTo>
                    <a:lnTo>
                      <a:pt x="415" y="733"/>
                    </a:lnTo>
                    <a:lnTo>
                      <a:pt x="486" y="724"/>
                    </a:lnTo>
                    <a:lnTo>
                      <a:pt x="521" y="715"/>
                    </a:lnTo>
                    <a:lnTo>
                      <a:pt x="556" y="697"/>
                    </a:lnTo>
                    <a:lnTo>
                      <a:pt x="591" y="680"/>
                    </a:lnTo>
                    <a:lnTo>
                      <a:pt x="609" y="680"/>
                    </a:lnTo>
                    <a:lnTo>
                      <a:pt x="627" y="680"/>
                    </a:lnTo>
                    <a:lnTo>
                      <a:pt x="750" y="733"/>
                    </a:lnTo>
                    <a:lnTo>
                      <a:pt x="802" y="750"/>
                    </a:lnTo>
                    <a:lnTo>
                      <a:pt x="864" y="759"/>
                    </a:lnTo>
                    <a:lnTo>
                      <a:pt x="917" y="759"/>
                    </a:lnTo>
                    <a:lnTo>
                      <a:pt x="979" y="750"/>
                    </a:lnTo>
                    <a:lnTo>
                      <a:pt x="1040" y="724"/>
                    </a:lnTo>
                    <a:lnTo>
                      <a:pt x="1102" y="688"/>
                    </a:lnTo>
                    <a:lnTo>
                      <a:pt x="1138" y="653"/>
                    </a:lnTo>
                    <a:lnTo>
                      <a:pt x="1182" y="600"/>
                    </a:lnTo>
                    <a:lnTo>
                      <a:pt x="1208" y="556"/>
                    </a:lnTo>
                    <a:lnTo>
                      <a:pt x="1226" y="503"/>
                    </a:lnTo>
                    <a:lnTo>
                      <a:pt x="1226" y="450"/>
                    </a:lnTo>
                    <a:lnTo>
                      <a:pt x="1226" y="397"/>
                    </a:lnTo>
                    <a:lnTo>
                      <a:pt x="1208" y="291"/>
                    </a:lnTo>
                    <a:lnTo>
                      <a:pt x="1208" y="238"/>
                    </a:lnTo>
                    <a:lnTo>
                      <a:pt x="1208" y="186"/>
                    </a:lnTo>
                    <a:lnTo>
                      <a:pt x="1217" y="133"/>
                    </a:lnTo>
                    <a:lnTo>
                      <a:pt x="1243" y="88"/>
                    </a:lnTo>
                    <a:lnTo>
                      <a:pt x="1243" y="71"/>
                    </a:lnTo>
                    <a:lnTo>
                      <a:pt x="1235" y="62"/>
                    </a:lnTo>
                    <a:lnTo>
                      <a:pt x="1226" y="53"/>
                    </a:lnTo>
                    <a:lnTo>
                      <a:pt x="1208" y="44"/>
                    </a:lnTo>
                    <a:lnTo>
                      <a:pt x="1155" y="44"/>
                    </a:lnTo>
                    <a:lnTo>
                      <a:pt x="1138" y="53"/>
                    </a:lnTo>
                    <a:lnTo>
                      <a:pt x="1129" y="62"/>
                    </a:lnTo>
                    <a:lnTo>
                      <a:pt x="1102" y="106"/>
                    </a:lnTo>
                    <a:lnTo>
                      <a:pt x="1093" y="141"/>
                    </a:lnTo>
                    <a:lnTo>
                      <a:pt x="1085" y="186"/>
                    </a:lnTo>
                    <a:lnTo>
                      <a:pt x="1085" y="230"/>
                    </a:lnTo>
                    <a:lnTo>
                      <a:pt x="1102" y="309"/>
                    </a:lnTo>
                    <a:lnTo>
                      <a:pt x="1111" y="406"/>
                    </a:lnTo>
                    <a:lnTo>
                      <a:pt x="1111" y="441"/>
                    </a:lnTo>
                    <a:lnTo>
                      <a:pt x="1111" y="477"/>
                    </a:lnTo>
                    <a:lnTo>
                      <a:pt x="1102" y="512"/>
                    </a:lnTo>
                    <a:lnTo>
                      <a:pt x="1085" y="547"/>
                    </a:lnTo>
                    <a:lnTo>
                      <a:pt x="1032" y="609"/>
                    </a:lnTo>
                    <a:lnTo>
                      <a:pt x="979" y="662"/>
                    </a:lnTo>
                    <a:lnTo>
                      <a:pt x="917" y="697"/>
                    </a:lnTo>
                    <a:lnTo>
                      <a:pt x="864" y="706"/>
                    </a:lnTo>
                    <a:lnTo>
                      <a:pt x="829" y="706"/>
                    </a:lnTo>
                    <a:lnTo>
                      <a:pt x="793" y="688"/>
                    </a:lnTo>
                    <a:lnTo>
                      <a:pt x="724" y="644"/>
                    </a:lnTo>
                    <a:lnTo>
                      <a:pt x="689" y="618"/>
                    </a:lnTo>
                    <a:lnTo>
                      <a:pt x="644" y="609"/>
                    </a:lnTo>
                    <a:lnTo>
                      <a:pt x="600" y="600"/>
                    </a:lnTo>
                    <a:lnTo>
                      <a:pt x="574" y="600"/>
                    </a:lnTo>
                    <a:lnTo>
                      <a:pt x="556" y="600"/>
                    </a:lnTo>
                    <a:lnTo>
                      <a:pt x="468" y="627"/>
                    </a:lnTo>
                    <a:lnTo>
                      <a:pt x="424" y="636"/>
                    </a:lnTo>
                    <a:lnTo>
                      <a:pt x="389" y="636"/>
                    </a:lnTo>
                    <a:lnTo>
                      <a:pt x="344" y="618"/>
                    </a:lnTo>
                    <a:lnTo>
                      <a:pt x="309" y="600"/>
                    </a:lnTo>
                    <a:lnTo>
                      <a:pt x="274" y="574"/>
                    </a:lnTo>
                    <a:lnTo>
                      <a:pt x="239" y="538"/>
                    </a:lnTo>
                    <a:lnTo>
                      <a:pt x="194" y="486"/>
                    </a:lnTo>
                    <a:lnTo>
                      <a:pt x="159" y="424"/>
                    </a:lnTo>
                    <a:lnTo>
                      <a:pt x="133" y="362"/>
                    </a:lnTo>
                    <a:lnTo>
                      <a:pt x="115" y="300"/>
                    </a:lnTo>
                    <a:lnTo>
                      <a:pt x="115" y="265"/>
                    </a:lnTo>
                    <a:lnTo>
                      <a:pt x="124" y="230"/>
                    </a:lnTo>
                    <a:lnTo>
                      <a:pt x="159" y="168"/>
                    </a:lnTo>
                    <a:lnTo>
                      <a:pt x="194" y="106"/>
                    </a:lnTo>
                    <a:lnTo>
                      <a:pt x="221" y="44"/>
                    </a:lnTo>
                    <a:lnTo>
                      <a:pt x="221" y="27"/>
                    </a:lnTo>
                    <a:lnTo>
                      <a:pt x="212" y="9"/>
                    </a:lnTo>
                    <a:lnTo>
                      <a:pt x="194" y="0"/>
                    </a:lnTo>
                    <a:lnTo>
                      <a:pt x="177" y="0"/>
                    </a:lnTo>
                    <a:lnTo>
                      <a:pt x="133" y="0"/>
                    </a:lnTo>
                    <a:lnTo>
                      <a:pt x="115" y="9"/>
                    </a:lnTo>
                    <a:lnTo>
                      <a:pt x="106" y="18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Freeform 3"/>
              <p:cNvSpPr>
                <a:spLocks noChangeArrowheads="1"/>
              </p:cNvSpPr>
              <p:nvPr/>
            </p:nvSpPr>
            <p:spPr bwMode="auto">
              <a:xfrm>
                <a:off x="3167781" y="3191566"/>
                <a:ext cx="401229" cy="489837"/>
              </a:xfrm>
              <a:custGeom>
                <a:avLst/>
                <a:gdLst>
                  <a:gd name="T0" fmla="*/ 422528981 w 380"/>
                  <a:gd name="T1" fmla="*/ 308930148 h 468"/>
                  <a:gd name="T2" fmla="*/ 422528981 w 380"/>
                  <a:gd name="T3" fmla="*/ 308930148 h 468"/>
                  <a:gd name="T4" fmla="*/ 422528981 w 380"/>
                  <a:gd name="T5" fmla="*/ 231149684 h 468"/>
                  <a:gd name="T6" fmla="*/ 393543353 w 380"/>
                  <a:gd name="T7" fmla="*/ 164324614 h 468"/>
                  <a:gd name="T8" fmla="*/ 363441675 w 380"/>
                  <a:gd name="T9" fmla="*/ 106263229 h 468"/>
                  <a:gd name="T10" fmla="*/ 304354370 w 380"/>
                  <a:gd name="T11" fmla="*/ 58061384 h 468"/>
                  <a:gd name="T12" fmla="*/ 304354370 w 380"/>
                  <a:gd name="T13" fmla="*/ 58061384 h 468"/>
                  <a:gd name="T14" fmla="*/ 324422155 w 380"/>
                  <a:gd name="T15" fmla="*/ 48201845 h 468"/>
                  <a:gd name="T16" fmla="*/ 324422155 w 380"/>
                  <a:gd name="T17" fmla="*/ 38342305 h 468"/>
                  <a:gd name="T18" fmla="*/ 324422155 w 380"/>
                  <a:gd name="T19" fmla="*/ 28482766 h 468"/>
                  <a:gd name="T20" fmla="*/ 304354370 w 380"/>
                  <a:gd name="T21" fmla="*/ 18623226 h 468"/>
                  <a:gd name="T22" fmla="*/ 304354370 w 380"/>
                  <a:gd name="T23" fmla="*/ 18623226 h 468"/>
                  <a:gd name="T24" fmla="*/ 245267064 w 380"/>
                  <a:gd name="T25" fmla="*/ 0 h 468"/>
                  <a:gd name="T26" fmla="*/ 196213651 w 380"/>
                  <a:gd name="T27" fmla="*/ 0 h 468"/>
                  <a:gd name="T28" fmla="*/ 147160239 w 380"/>
                  <a:gd name="T29" fmla="*/ 18623226 h 468"/>
                  <a:gd name="T30" fmla="*/ 108140718 w 380"/>
                  <a:gd name="T31" fmla="*/ 38342305 h 468"/>
                  <a:gd name="T32" fmla="*/ 68006204 w 380"/>
                  <a:gd name="T33" fmla="*/ 66825071 h 468"/>
                  <a:gd name="T34" fmla="*/ 39019520 w 380"/>
                  <a:gd name="T35" fmla="*/ 106263229 h 468"/>
                  <a:gd name="T36" fmla="*/ 18952791 w 380"/>
                  <a:gd name="T37" fmla="*/ 154465074 h 468"/>
                  <a:gd name="T38" fmla="*/ 8918898 w 380"/>
                  <a:gd name="T39" fmla="*/ 192807379 h 468"/>
                  <a:gd name="T40" fmla="*/ 0 w 380"/>
                  <a:gd name="T41" fmla="*/ 250868764 h 468"/>
                  <a:gd name="T42" fmla="*/ 0 w 380"/>
                  <a:gd name="T43" fmla="*/ 299070608 h 468"/>
                  <a:gd name="T44" fmla="*/ 8918898 w 380"/>
                  <a:gd name="T45" fmla="*/ 347272453 h 468"/>
                  <a:gd name="T46" fmla="*/ 28986684 w 380"/>
                  <a:gd name="T47" fmla="*/ 386710612 h 468"/>
                  <a:gd name="T48" fmla="*/ 49053413 w 380"/>
                  <a:gd name="T49" fmla="*/ 425052917 h 468"/>
                  <a:gd name="T50" fmla="*/ 88072933 w 380"/>
                  <a:gd name="T51" fmla="*/ 463395222 h 468"/>
                  <a:gd name="T52" fmla="*/ 137126346 w 380"/>
                  <a:gd name="T53" fmla="*/ 492973841 h 468"/>
                  <a:gd name="T54" fmla="*/ 186180815 w 380"/>
                  <a:gd name="T55" fmla="*/ 501737527 h 468"/>
                  <a:gd name="T56" fmla="*/ 186180815 w 380"/>
                  <a:gd name="T57" fmla="*/ 501737527 h 468"/>
                  <a:gd name="T58" fmla="*/ 235234228 w 380"/>
                  <a:gd name="T59" fmla="*/ 511597067 h 468"/>
                  <a:gd name="T60" fmla="*/ 284287640 w 380"/>
                  <a:gd name="T61" fmla="*/ 511597067 h 468"/>
                  <a:gd name="T62" fmla="*/ 324422155 w 380"/>
                  <a:gd name="T63" fmla="*/ 492973841 h 468"/>
                  <a:gd name="T64" fmla="*/ 363441675 w 380"/>
                  <a:gd name="T65" fmla="*/ 473254762 h 468"/>
                  <a:gd name="T66" fmla="*/ 393543353 w 380"/>
                  <a:gd name="T67" fmla="*/ 434912456 h 468"/>
                  <a:gd name="T68" fmla="*/ 412495088 w 380"/>
                  <a:gd name="T69" fmla="*/ 395474298 h 468"/>
                  <a:gd name="T70" fmla="*/ 422528981 w 380"/>
                  <a:gd name="T71" fmla="*/ 357131993 h 468"/>
                  <a:gd name="T72" fmla="*/ 422528981 w 380"/>
                  <a:gd name="T73" fmla="*/ 308930148 h 468"/>
                  <a:gd name="T74" fmla="*/ 245267064 w 380"/>
                  <a:gd name="T75" fmla="*/ 434912456 h 468"/>
                  <a:gd name="T76" fmla="*/ 245267064 w 380"/>
                  <a:gd name="T77" fmla="*/ 434912456 h 468"/>
                  <a:gd name="T78" fmla="*/ 216281437 w 380"/>
                  <a:gd name="T79" fmla="*/ 425052917 h 468"/>
                  <a:gd name="T80" fmla="*/ 186180815 w 380"/>
                  <a:gd name="T81" fmla="*/ 405333838 h 468"/>
                  <a:gd name="T82" fmla="*/ 157194131 w 380"/>
                  <a:gd name="T83" fmla="*/ 357131993 h 468"/>
                  <a:gd name="T84" fmla="*/ 137126346 w 380"/>
                  <a:gd name="T85" fmla="*/ 299070608 h 468"/>
                  <a:gd name="T86" fmla="*/ 127093509 w 380"/>
                  <a:gd name="T87" fmla="*/ 241009224 h 468"/>
                  <a:gd name="T88" fmla="*/ 127093509 w 380"/>
                  <a:gd name="T89" fmla="*/ 241009224 h 468"/>
                  <a:gd name="T90" fmla="*/ 137126346 w 380"/>
                  <a:gd name="T91" fmla="*/ 173088300 h 468"/>
                  <a:gd name="T92" fmla="*/ 147160239 w 380"/>
                  <a:gd name="T93" fmla="*/ 134745995 h 468"/>
                  <a:gd name="T94" fmla="*/ 167228024 w 380"/>
                  <a:gd name="T95" fmla="*/ 96403690 h 468"/>
                  <a:gd name="T96" fmla="*/ 167228024 w 380"/>
                  <a:gd name="T97" fmla="*/ 96403690 h 468"/>
                  <a:gd name="T98" fmla="*/ 186180815 w 380"/>
                  <a:gd name="T99" fmla="*/ 106263229 h 468"/>
                  <a:gd name="T100" fmla="*/ 186180815 w 380"/>
                  <a:gd name="T101" fmla="*/ 106263229 h 468"/>
                  <a:gd name="T102" fmla="*/ 206247544 w 380"/>
                  <a:gd name="T103" fmla="*/ 106263229 h 468"/>
                  <a:gd name="T104" fmla="*/ 226315329 w 380"/>
                  <a:gd name="T105" fmla="*/ 124886455 h 468"/>
                  <a:gd name="T106" fmla="*/ 255300957 w 380"/>
                  <a:gd name="T107" fmla="*/ 164324614 h 468"/>
                  <a:gd name="T108" fmla="*/ 275368742 w 380"/>
                  <a:gd name="T109" fmla="*/ 222385998 h 468"/>
                  <a:gd name="T110" fmla="*/ 284287640 w 380"/>
                  <a:gd name="T111" fmla="*/ 270587843 h 468"/>
                  <a:gd name="T112" fmla="*/ 284287640 w 380"/>
                  <a:gd name="T113" fmla="*/ 270587843 h 468"/>
                  <a:gd name="T114" fmla="*/ 294321533 w 380"/>
                  <a:gd name="T115" fmla="*/ 318789688 h 468"/>
                  <a:gd name="T116" fmla="*/ 294321533 w 380"/>
                  <a:gd name="T117" fmla="*/ 376851072 h 468"/>
                  <a:gd name="T118" fmla="*/ 284287640 w 380"/>
                  <a:gd name="T119" fmla="*/ 405333838 h 468"/>
                  <a:gd name="T120" fmla="*/ 275368742 w 380"/>
                  <a:gd name="T121" fmla="*/ 425052917 h 468"/>
                  <a:gd name="T122" fmla="*/ 265334849 w 380"/>
                  <a:gd name="T123" fmla="*/ 434912456 h 468"/>
                  <a:gd name="T124" fmla="*/ 245267064 w 380"/>
                  <a:gd name="T125" fmla="*/ 434912456 h 468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80" h="468">
                    <a:moveTo>
                      <a:pt x="379" y="282"/>
                    </a:moveTo>
                    <a:lnTo>
                      <a:pt x="379" y="282"/>
                    </a:lnTo>
                    <a:lnTo>
                      <a:pt x="379" y="211"/>
                    </a:lnTo>
                    <a:lnTo>
                      <a:pt x="353" y="150"/>
                    </a:lnTo>
                    <a:lnTo>
                      <a:pt x="326" y="97"/>
                    </a:lnTo>
                    <a:lnTo>
                      <a:pt x="273" y="53"/>
                    </a:lnTo>
                    <a:lnTo>
                      <a:pt x="291" y="44"/>
                    </a:lnTo>
                    <a:lnTo>
                      <a:pt x="291" y="35"/>
                    </a:lnTo>
                    <a:lnTo>
                      <a:pt x="291" y="26"/>
                    </a:lnTo>
                    <a:lnTo>
                      <a:pt x="273" y="17"/>
                    </a:lnTo>
                    <a:lnTo>
                      <a:pt x="220" y="0"/>
                    </a:lnTo>
                    <a:lnTo>
                      <a:pt x="176" y="0"/>
                    </a:lnTo>
                    <a:lnTo>
                      <a:pt x="132" y="17"/>
                    </a:lnTo>
                    <a:lnTo>
                      <a:pt x="97" y="35"/>
                    </a:lnTo>
                    <a:lnTo>
                      <a:pt x="61" y="61"/>
                    </a:lnTo>
                    <a:lnTo>
                      <a:pt x="35" y="97"/>
                    </a:lnTo>
                    <a:lnTo>
                      <a:pt x="17" y="141"/>
                    </a:lnTo>
                    <a:lnTo>
                      <a:pt x="8" y="176"/>
                    </a:lnTo>
                    <a:lnTo>
                      <a:pt x="0" y="229"/>
                    </a:lnTo>
                    <a:lnTo>
                      <a:pt x="0" y="273"/>
                    </a:lnTo>
                    <a:lnTo>
                      <a:pt x="8" y="317"/>
                    </a:lnTo>
                    <a:lnTo>
                      <a:pt x="26" y="353"/>
                    </a:lnTo>
                    <a:lnTo>
                      <a:pt x="44" y="388"/>
                    </a:lnTo>
                    <a:lnTo>
                      <a:pt x="79" y="423"/>
                    </a:lnTo>
                    <a:lnTo>
                      <a:pt x="123" y="450"/>
                    </a:lnTo>
                    <a:lnTo>
                      <a:pt x="167" y="458"/>
                    </a:lnTo>
                    <a:lnTo>
                      <a:pt x="211" y="467"/>
                    </a:lnTo>
                    <a:lnTo>
                      <a:pt x="255" y="467"/>
                    </a:lnTo>
                    <a:lnTo>
                      <a:pt x="291" y="450"/>
                    </a:lnTo>
                    <a:lnTo>
                      <a:pt x="326" y="432"/>
                    </a:lnTo>
                    <a:lnTo>
                      <a:pt x="353" y="397"/>
                    </a:lnTo>
                    <a:lnTo>
                      <a:pt x="370" y="361"/>
                    </a:lnTo>
                    <a:lnTo>
                      <a:pt x="379" y="326"/>
                    </a:lnTo>
                    <a:lnTo>
                      <a:pt x="379" y="282"/>
                    </a:lnTo>
                    <a:close/>
                    <a:moveTo>
                      <a:pt x="220" y="397"/>
                    </a:moveTo>
                    <a:lnTo>
                      <a:pt x="220" y="397"/>
                    </a:lnTo>
                    <a:lnTo>
                      <a:pt x="194" y="388"/>
                    </a:lnTo>
                    <a:lnTo>
                      <a:pt x="167" y="370"/>
                    </a:lnTo>
                    <a:lnTo>
                      <a:pt x="141" y="326"/>
                    </a:lnTo>
                    <a:lnTo>
                      <a:pt x="123" y="273"/>
                    </a:lnTo>
                    <a:lnTo>
                      <a:pt x="114" y="220"/>
                    </a:lnTo>
                    <a:lnTo>
                      <a:pt x="123" y="158"/>
                    </a:lnTo>
                    <a:lnTo>
                      <a:pt x="132" y="123"/>
                    </a:lnTo>
                    <a:lnTo>
                      <a:pt x="150" y="88"/>
                    </a:lnTo>
                    <a:lnTo>
                      <a:pt x="167" y="97"/>
                    </a:lnTo>
                    <a:lnTo>
                      <a:pt x="185" y="97"/>
                    </a:lnTo>
                    <a:lnTo>
                      <a:pt x="203" y="114"/>
                    </a:lnTo>
                    <a:lnTo>
                      <a:pt x="229" y="150"/>
                    </a:lnTo>
                    <a:lnTo>
                      <a:pt x="247" y="203"/>
                    </a:lnTo>
                    <a:lnTo>
                      <a:pt x="255" y="247"/>
                    </a:lnTo>
                    <a:lnTo>
                      <a:pt x="264" y="291"/>
                    </a:lnTo>
                    <a:lnTo>
                      <a:pt x="264" y="344"/>
                    </a:lnTo>
                    <a:lnTo>
                      <a:pt x="255" y="370"/>
                    </a:lnTo>
                    <a:lnTo>
                      <a:pt x="247" y="388"/>
                    </a:lnTo>
                    <a:lnTo>
                      <a:pt x="238" y="397"/>
                    </a:lnTo>
                    <a:lnTo>
                      <a:pt x="220" y="397"/>
                    </a:ln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EF4137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5" name="Freeform 4"/>
            <p:cNvSpPr>
              <a:spLocks noChangeArrowheads="1"/>
            </p:cNvSpPr>
            <p:nvPr/>
          </p:nvSpPr>
          <p:spPr bwMode="auto">
            <a:xfrm>
              <a:off x="2667000" y="1676688"/>
              <a:ext cx="4044950" cy="1756557"/>
            </a:xfrm>
            <a:custGeom>
              <a:avLst/>
              <a:gdLst>
                <a:gd name="T0" fmla="*/ 2147483646 w 3883"/>
                <a:gd name="T1" fmla="*/ 1762768502 h 1686"/>
                <a:gd name="T2" fmla="*/ 2147483646 w 3883"/>
                <a:gd name="T3" fmla="*/ 1715009114 h 1686"/>
                <a:gd name="T4" fmla="*/ 2147483646 w 3883"/>
                <a:gd name="T5" fmla="*/ 1705239698 h 1686"/>
                <a:gd name="T6" fmla="*/ 2147483646 w 3883"/>
                <a:gd name="T7" fmla="*/ 1340529081 h 1686"/>
                <a:gd name="T8" fmla="*/ 2147483646 w 3883"/>
                <a:gd name="T9" fmla="*/ 1570644299 h 1686"/>
                <a:gd name="T10" fmla="*/ 2147483646 w 3883"/>
                <a:gd name="T11" fmla="*/ 1369836286 h 1686"/>
                <a:gd name="T12" fmla="*/ 2147483646 w 3883"/>
                <a:gd name="T13" fmla="*/ 1475124480 h 1686"/>
                <a:gd name="T14" fmla="*/ 2147483646 w 3883"/>
                <a:gd name="T15" fmla="*/ 1647710893 h 1686"/>
                <a:gd name="T16" fmla="*/ 2105199071 w 3883"/>
                <a:gd name="T17" fmla="*/ 1552192116 h 1686"/>
                <a:gd name="T18" fmla="*/ 1971725097 w 3883"/>
                <a:gd name="T19" fmla="*/ 1292769692 h 1686"/>
                <a:gd name="T20" fmla="*/ 2134499177 w 3883"/>
                <a:gd name="T21" fmla="*/ 1322076898 h 1686"/>
                <a:gd name="T22" fmla="*/ 2147483646 w 3883"/>
                <a:gd name="T23" fmla="*/ 1129952694 h 1686"/>
                <a:gd name="T24" fmla="*/ 2147483646 w 3883"/>
                <a:gd name="T25" fmla="*/ 1169028274 h 1686"/>
                <a:gd name="T26" fmla="*/ 2147483646 w 3883"/>
                <a:gd name="T27" fmla="*/ 823855447 h 1686"/>
                <a:gd name="T28" fmla="*/ 2147483646 w 3883"/>
                <a:gd name="T29" fmla="*/ 852077046 h 1686"/>
                <a:gd name="T30" fmla="*/ 2147483646 w 3883"/>
                <a:gd name="T31" fmla="*/ 776096058 h 1686"/>
                <a:gd name="T32" fmla="*/ 2147483646 w 3883"/>
                <a:gd name="T33" fmla="*/ 613279060 h 1686"/>
                <a:gd name="T34" fmla="*/ 2147483646 w 3883"/>
                <a:gd name="T35" fmla="*/ 536211424 h 1686"/>
                <a:gd name="T36" fmla="*/ 2147483646 w 3883"/>
                <a:gd name="T37" fmla="*/ 325635037 h 1686"/>
                <a:gd name="T38" fmla="*/ 2147483646 w 3883"/>
                <a:gd name="T39" fmla="*/ 258336817 h 1686"/>
                <a:gd name="T40" fmla="*/ 2147483646 w 3883"/>
                <a:gd name="T41" fmla="*/ 77066594 h 1686"/>
                <a:gd name="T42" fmla="*/ 2147483646 w 3883"/>
                <a:gd name="T43" fmla="*/ 37991015 h 1686"/>
                <a:gd name="T44" fmla="*/ 2147483646 w 3883"/>
                <a:gd name="T45" fmla="*/ 325635037 h 1686"/>
                <a:gd name="T46" fmla="*/ 1971725097 w 3883"/>
                <a:gd name="T47" fmla="*/ 738105043 h 1686"/>
                <a:gd name="T48" fmla="*/ 1320632944 w 3883"/>
                <a:gd name="T49" fmla="*/ 1274316467 h 1686"/>
                <a:gd name="T50" fmla="*/ 958191674 w 3883"/>
                <a:gd name="T51" fmla="*/ 1169028274 h 1686"/>
                <a:gd name="T52" fmla="*/ 460105510 w 3883"/>
                <a:gd name="T53" fmla="*/ 1532653284 h 1686"/>
                <a:gd name="T54" fmla="*/ 182306094 w 3883"/>
                <a:gd name="T55" fmla="*/ 1685701908 h 1686"/>
                <a:gd name="T56" fmla="*/ 0 w 3883"/>
                <a:gd name="T57" fmla="*/ 1771452312 h 1686"/>
                <a:gd name="T58" fmla="*/ 287565423 w 3883"/>
                <a:gd name="T59" fmla="*/ 1753000128 h 1686"/>
                <a:gd name="T60" fmla="*/ 593579485 w 3883"/>
                <a:gd name="T61" fmla="*/ 1628173104 h 1686"/>
                <a:gd name="T62" fmla="*/ 660859202 w 3883"/>
                <a:gd name="T63" fmla="*/ 1379605702 h 1686"/>
                <a:gd name="T64" fmla="*/ 833398247 w 3883"/>
                <a:gd name="T65" fmla="*/ 1283000276 h 1686"/>
                <a:gd name="T66" fmla="*/ 1234905630 w 3883"/>
                <a:gd name="T67" fmla="*/ 1389374076 h 1686"/>
                <a:gd name="T68" fmla="*/ 1846932712 w 3883"/>
                <a:gd name="T69" fmla="*/ 967134655 h 1686"/>
                <a:gd name="T70" fmla="*/ 2147483646 w 3883"/>
                <a:gd name="T71" fmla="*/ 613279060 h 1686"/>
                <a:gd name="T72" fmla="*/ 2147483646 w 3883"/>
                <a:gd name="T73" fmla="*/ 124827025 h 1686"/>
                <a:gd name="T74" fmla="*/ 2147483646 w 3883"/>
                <a:gd name="T75" fmla="*/ 143279208 h 1686"/>
                <a:gd name="T76" fmla="*/ 2147483646 w 3883"/>
                <a:gd name="T77" fmla="*/ 258336817 h 1686"/>
                <a:gd name="T78" fmla="*/ 2147483646 w 3883"/>
                <a:gd name="T79" fmla="*/ 354942243 h 1686"/>
                <a:gd name="T80" fmla="*/ 2147483646 w 3883"/>
                <a:gd name="T81" fmla="*/ 517759241 h 1686"/>
                <a:gd name="T82" fmla="*/ 2147483646 w 3883"/>
                <a:gd name="T83" fmla="*/ 565518629 h 1686"/>
                <a:gd name="T84" fmla="*/ 2147483646 w 3883"/>
                <a:gd name="T85" fmla="*/ 804317657 h 1686"/>
                <a:gd name="T86" fmla="*/ 2147483646 w 3883"/>
                <a:gd name="T87" fmla="*/ 785864432 h 1686"/>
                <a:gd name="T88" fmla="*/ 2147483646 w 3883"/>
                <a:gd name="T89" fmla="*/ 1111499469 h 1686"/>
                <a:gd name="T90" fmla="*/ 2076985467 w 3883"/>
                <a:gd name="T91" fmla="*/ 976904070 h 1686"/>
                <a:gd name="T92" fmla="*/ 2076985467 w 3883"/>
                <a:gd name="T93" fmla="*/ 1254778677 h 1686"/>
                <a:gd name="T94" fmla="*/ 1818719108 w 3883"/>
                <a:gd name="T95" fmla="*/ 1292769692 h 1686"/>
                <a:gd name="T96" fmla="*/ 1636413013 w 3883"/>
                <a:gd name="T97" fmla="*/ 1484893895 h 1686"/>
                <a:gd name="T98" fmla="*/ 1588666353 w 3883"/>
                <a:gd name="T99" fmla="*/ 1599951504 h 1686"/>
                <a:gd name="T100" fmla="*/ 1674393667 w 3883"/>
                <a:gd name="T101" fmla="*/ 1781221727 h 1686"/>
                <a:gd name="T102" fmla="*/ 2029238806 w 3883"/>
                <a:gd name="T103" fmla="*/ 1781221727 h 1686"/>
                <a:gd name="T104" fmla="*/ 2144265184 w 3883"/>
                <a:gd name="T105" fmla="*/ 1771452312 h 1686"/>
                <a:gd name="T106" fmla="*/ 2147483646 w 3883"/>
                <a:gd name="T107" fmla="*/ 1715009114 h 1686"/>
                <a:gd name="T108" fmla="*/ 2147483646 w 3883"/>
                <a:gd name="T109" fmla="*/ 1590182089 h 1686"/>
                <a:gd name="T110" fmla="*/ 2147483646 w 3883"/>
                <a:gd name="T111" fmla="*/ 1723692923 h 1686"/>
                <a:gd name="T112" fmla="*/ 2147483646 w 3883"/>
                <a:gd name="T113" fmla="*/ 1599951504 h 1686"/>
                <a:gd name="T114" fmla="*/ 2147483646 w 3883"/>
                <a:gd name="T115" fmla="*/ 1647710893 h 1686"/>
                <a:gd name="T116" fmla="*/ 2147483646 w 3883"/>
                <a:gd name="T117" fmla="*/ 1781221727 h 1686"/>
                <a:gd name="T118" fmla="*/ 1703692730 w 3883"/>
                <a:gd name="T119" fmla="*/ 1647710893 h 1686"/>
                <a:gd name="T120" fmla="*/ 1856698719 w 3883"/>
                <a:gd name="T121" fmla="*/ 1618403688 h 168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3883" h="1686">
                  <a:moveTo>
                    <a:pt x="3432" y="1641"/>
                  </a:moveTo>
                  <a:lnTo>
                    <a:pt x="3432" y="1641"/>
                  </a:lnTo>
                  <a:lnTo>
                    <a:pt x="3564" y="1641"/>
                  </a:lnTo>
                  <a:lnTo>
                    <a:pt x="3608" y="1632"/>
                  </a:lnTo>
                  <a:lnTo>
                    <a:pt x="3617" y="1632"/>
                  </a:lnTo>
                  <a:lnTo>
                    <a:pt x="3652" y="1615"/>
                  </a:lnTo>
                  <a:lnTo>
                    <a:pt x="3688" y="1615"/>
                  </a:lnTo>
                  <a:lnTo>
                    <a:pt x="3723" y="1615"/>
                  </a:lnTo>
                  <a:lnTo>
                    <a:pt x="3749" y="1624"/>
                  </a:lnTo>
                  <a:lnTo>
                    <a:pt x="3802" y="1632"/>
                  </a:lnTo>
                  <a:lnTo>
                    <a:pt x="3846" y="1632"/>
                  </a:lnTo>
                  <a:lnTo>
                    <a:pt x="3873" y="1632"/>
                  </a:lnTo>
                  <a:lnTo>
                    <a:pt x="3882" y="1624"/>
                  </a:lnTo>
                  <a:lnTo>
                    <a:pt x="3882" y="1588"/>
                  </a:lnTo>
                  <a:lnTo>
                    <a:pt x="3873" y="1588"/>
                  </a:lnTo>
                  <a:lnTo>
                    <a:pt x="3846" y="1580"/>
                  </a:lnTo>
                  <a:lnTo>
                    <a:pt x="3767" y="1553"/>
                  </a:lnTo>
                  <a:lnTo>
                    <a:pt x="3688" y="1544"/>
                  </a:lnTo>
                  <a:lnTo>
                    <a:pt x="3617" y="1544"/>
                  </a:lnTo>
                  <a:lnTo>
                    <a:pt x="3599" y="1544"/>
                  </a:lnTo>
                  <a:lnTo>
                    <a:pt x="3555" y="1553"/>
                  </a:lnTo>
                  <a:lnTo>
                    <a:pt x="3520" y="1544"/>
                  </a:lnTo>
                  <a:lnTo>
                    <a:pt x="3502" y="1544"/>
                  </a:lnTo>
                  <a:lnTo>
                    <a:pt x="3432" y="1562"/>
                  </a:lnTo>
                  <a:lnTo>
                    <a:pt x="3352" y="1571"/>
                  </a:lnTo>
                  <a:lnTo>
                    <a:pt x="3291" y="1571"/>
                  </a:lnTo>
                  <a:lnTo>
                    <a:pt x="3264" y="1562"/>
                  </a:lnTo>
                  <a:lnTo>
                    <a:pt x="3246" y="1544"/>
                  </a:lnTo>
                  <a:lnTo>
                    <a:pt x="3229" y="1527"/>
                  </a:lnTo>
                  <a:lnTo>
                    <a:pt x="3220" y="1509"/>
                  </a:lnTo>
                  <a:lnTo>
                    <a:pt x="3176" y="1447"/>
                  </a:lnTo>
                  <a:lnTo>
                    <a:pt x="3158" y="1385"/>
                  </a:lnTo>
                  <a:lnTo>
                    <a:pt x="3141" y="1315"/>
                  </a:lnTo>
                  <a:lnTo>
                    <a:pt x="3105" y="1253"/>
                  </a:lnTo>
                  <a:lnTo>
                    <a:pt x="3096" y="1235"/>
                  </a:lnTo>
                  <a:lnTo>
                    <a:pt x="3070" y="1218"/>
                  </a:lnTo>
                  <a:lnTo>
                    <a:pt x="3052" y="1209"/>
                  </a:lnTo>
                  <a:lnTo>
                    <a:pt x="3035" y="1209"/>
                  </a:lnTo>
                  <a:lnTo>
                    <a:pt x="3017" y="1209"/>
                  </a:lnTo>
                  <a:lnTo>
                    <a:pt x="2999" y="1218"/>
                  </a:lnTo>
                  <a:lnTo>
                    <a:pt x="2982" y="1227"/>
                  </a:lnTo>
                  <a:lnTo>
                    <a:pt x="2973" y="1244"/>
                  </a:lnTo>
                  <a:lnTo>
                    <a:pt x="2964" y="1271"/>
                  </a:lnTo>
                  <a:lnTo>
                    <a:pt x="2938" y="1368"/>
                  </a:lnTo>
                  <a:lnTo>
                    <a:pt x="2902" y="1447"/>
                  </a:lnTo>
                  <a:lnTo>
                    <a:pt x="2893" y="1447"/>
                  </a:lnTo>
                  <a:lnTo>
                    <a:pt x="2832" y="1368"/>
                  </a:lnTo>
                  <a:lnTo>
                    <a:pt x="2788" y="1288"/>
                  </a:lnTo>
                  <a:lnTo>
                    <a:pt x="2761" y="1253"/>
                  </a:lnTo>
                  <a:lnTo>
                    <a:pt x="2717" y="1227"/>
                  </a:lnTo>
                  <a:lnTo>
                    <a:pt x="2691" y="1218"/>
                  </a:lnTo>
                  <a:lnTo>
                    <a:pt x="2655" y="1227"/>
                  </a:lnTo>
                  <a:lnTo>
                    <a:pt x="2638" y="1244"/>
                  </a:lnTo>
                  <a:lnTo>
                    <a:pt x="2629" y="1262"/>
                  </a:lnTo>
                  <a:lnTo>
                    <a:pt x="2576" y="1359"/>
                  </a:lnTo>
                  <a:lnTo>
                    <a:pt x="2558" y="1412"/>
                  </a:lnTo>
                  <a:lnTo>
                    <a:pt x="2541" y="1474"/>
                  </a:lnTo>
                  <a:lnTo>
                    <a:pt x="2532" y="1500"/>
                  </a:lnTo>
                  <a:lnTo>
                    <a:pt x="2514" y="1527"/>
                  </a:lnTo>
                  <a:lnTo>
                    <a:pt x="2505" y="1527"/>
                  </a:lnTo>
                  <a:lnTo>
                    <a:pt x="2470" y="1474"/>
                  </a:lnTo>
                  <a:lnTo>
                    <a:pt x="2408" y="1359"/>
                  </a:lnTo>
                  <a:lnTo>
                    <a:pt x="2391" y="1332"/>
                  </a:lnTo>
                  <a:lnTo>
                    <a:pt x="2364" y="1315"/>
                  </a:lnTo>
                  <a:lnTo>
                    <a:pt x="2338" y="1306"/>
                  </a:lnTo>
                  <a:lnTo>
                    <a:pt x="2311" y="1306"/>
                  </a:lnTo>
                  <a:lnTo>
                    <a:pt x="2276" y="1306"/>
                  </a:lnTo>
                  <a:lnTo>
                    <a:pt x="2232" y="1332"/>
                  </a:lnTo>
                  <a:lnTo>
                    <a:pt x="2196" y="1368"/>
                  </a:lnTo>
                  <a:lnTo>
                    <a:pt x="2170" y="1403"/>
                  </a:lnTo>
                  <a:lnTo>
                    <a:pt x="2152" y="1447"/>
                  </a:lnTo>
                  <a:lnTo>
                    <a:pt x="2126" y="1482"/>
                  </a:lnTo>
                  <a:lnTo>
                    <a:pt x="2108" y="1518"/>
                  </a:lnTo>
                  <a:lnTo>
                    <a:pt x="2108" y="1527"/>
                  </a:lnTo>
                  <a:lnTo>
                    <a:pt x="2082" y="1553"/>
                  </a:lnTo>
                  <a:lnTo>
                    <a:pt x="2073" y="1562"/>
                  </a:lnTo>
                  <a:lnTo>
                    <a:pt x="2064" y="1571"/>
                  </a:lnTo>
                  <a:lnTo>
                    <a:pt x="2064" y="1562"/>
                  </a:lnTo>
                  <a:lnTo>
                    <a:pt x="2038" y="1527"/>
                  </a:lnTo>
                  <a:lnTo>
                    <a:pt x="1993" y="1474"/>
                  </a:lnTo>
                  <a:lnTo>
                    <a:pt x="1958" y="1438"/>
                  </a:lnTo>
                  <a:lnTo>
                    <a:pt x="1940" y="1430"/>
                  </a:lnTo>
                  <a:lnTo>
                    <a:pt x="1923" y="1430"/>
                  </a:lnTo>
                  <a:lnTo>
                    <a:pt x="1896" y="1430"/>
                  </a:lnTo>
                  <a:lnTo>
                    <a:pt x="1888" y="1430"/>
                  </a:lnTo>
                  <a:lnTo>
                    <a:pt x="1861" y="1421"/>
                  </a:lnTo>
                  <a:lnTo>
                    <a:pt x="1843" y="1403"/>
                  </a:lnTo>
                  <a:lnTo>
                    <a:pt x="1835" y="1359"/>
                  </a:lnTo>
                  <a:lnTo>
                    <a:pt x="1826" y="1306"/>
                  </a:lnTo>
                  <a:lnTo>
                    <a:pt x="1817" y="1244"/>
                  </a:lnTo>
                  <a:lnTo>
                    <a:pt x="1817" y="1191"/>
                  </a:lnTo>
                  <a:lnTo>
                    <a:pt x="1826" y="1191"/>
                  </a:lnTo>
                  <a:lnTo>
                    <a:pt x="1835" y="1191"/>
                  </a:lnTo>
                  <a:lnTo>
                    <a:pt x="1843" y="1191"/>
                  </a:lnTo>
                  <a:lnTo>
                    <a:pt x="1896" y="1209"/>
                  </a:lnTo>
                  <a:lnTo>
                    <a:pt x="1958" y="1218"/>
                  </a:lnTo>
                  <a:lnTo>
                    <a:pt x="1967" y="1218"/>
                  </a:lnTo>
                  <a:lnTo>
                    <a:pt x="2002" y="1227"/>
                  </a:lnTo>
                  <a:lnTo>
                    <a:pt x="2020" y="1235"/>
                  </a:lnTo>
                  <a:lnTo>
                    <a:pt x="2029" y="1253"/>
                  </a:lnTo>
                  <a:lnTo>
                    <a:pt x="2046" y="1262"/>
                  </a:lnTo>
                  <a:lnTo>
                    <a:pt x="2082" y="1253"/>
                  </a:lnTo>
                  <a:lnTo>
                    <a:pt x="2117" y="1244"/>
                  </a:lnTo>
                  <a:lnTo>
                    <a:pt x="2135" y="1235"/>
                  </a:lnTo>
                  <a:lnTo>
                    <a:pt x="2143" y="1227"/>
                  </a:lnTo>
                  <a:lnTo>
                    <a:pt x="2117" y="1041"/>
                  </a:lnTo>
                  <a:lnTo>
                    <a:pt x="2126" y="1041"/>
                  </a:lnTo>
                  <a:lnTo>
                    <a:pt x="2152" y="1050"/>
                  </a:lnTo>
                  <a:lnTo>
                    <a:pt x="2214" y="1068"/>
                  </a:lnTo>
                  <a:lnTo>
                    <a:pt x="2258" y="1077"/>
                  </a:lnTo>
                  <a:lnTo>
                    <a:pt x="2302" y="1085"/>
                  </a:lnTo>
                  <a:lnTo>
                    <a:pt x="2346" y="1085"/>
                  </a:lnTo>
                  <a:lnTo>
                    <a:pt x="2355" y="1085"/>
                  </a:lnTo>
                  <a:lnTo>
                    <a:pt x="2373" y="1077"/>
                  </a:lnTo>
                  <a:lnTo>
                    <a:pt x="2391" y="1059"/>
                  </a:lnTo>
                  <a:lnTo>
                    <a:pt x="2399" y="1041"/>
                  </a:lnTo>
                  <a:lnTo>
                    <a:pt x="2399" y="1015"/>
                  </a:lnTo>
                  <a:lnTo>
                    <a:pt x="2391" y="980"/>
                  </a:lnTo>
                  <a:lnTo>
                    <a:pt x="2382" y="935"/>
                  </a:lnTo>
                  <a:lnTo>
                    <a:pt x="2346" y="838"/>
                  </a:lnTo>
                  <a:lnTo>
                    <a:pt x="2329" y="785"/>
                  </a:lnTo>
                  <a:lnTo>
                    <a:pt x="2320" y="759"/>
                  </a:lnTo>
                  <a:lnTo>
                    <a:pt x="2311" y="750"/>
                  </a:lnTo>
                  <a:lnTo>
                    <a:pt x="2320" y="750"/>
                  </a:lnTo>
                  <a:lnTo>
                    <a:pt x="2355" y="750"/>
                  </a:lnTo>
                  <a:lnTo>
                    <a:pt x="2382" y="750"/>
                  </a:lnTo>
                  <a:lnTo>
                    <a:pt x="2417" y="759"/>
                  </a:lnTo>
                  <a:lnTo>
                    <a:pt x="2479" y="777"/>
                  </a:lnTo>
                  <a:lnTo>
                    <a:pt x="2514" y="785"/>
                  </a:lnTo>
                  <a:lnTo>
                    <a:pt x="2523" y="785"/>
                  </a:lnTo>
                  <a:lnTo>
                    <a:pt x="2558" y="803"/>
                  </a:lnTo>
                  <a:lnTo>
                    <a:pt x="2585" y="812"/>
                  </a:lnTo>
                  <a:lnTo>
                    <a:pt x="2602" y="821"/>
                  </a:lnTo>
                  <a:lnTo>
                    <a:pt x="2638" y="812"/>
                  </a:lnTo>
                  <a:lnTo>
                    <a:pt x="2664" y="803"/>
                  </a:lnTo>
                  <a:lnTo>
                    <a:pt x="2673" y="794"/>
                  </a:lnTo>
                  <a:lnTo>
                    <a:pt x="2673" y="768"/>
                  </a:lnTo>
                  <a:lnTo>
                    <a:pt x="2673" y="715"/>
                  </a:lnTo>
                  <a:lnTo>
                    <a:pt x="2673" y="688"/>
                  </a:lnTo>
                  <a:lnTo>
                    <a:pt x="2655" y="653"/>
                  </a:lnTo>
                  <a:lnTo>
                    <a:pt x="2620" y="582"/>
                  </a:lnTo>
                  <a:lnTo>
                    <a:pt x="2602" y="547"/>
                  </a:lnTo>
                  <a:lnTo>
                    <a:pt x="2593" y="538"/>
                  </a:lnTo>
                  <a:lnTo>
                    <a:pt x="2611" y="538"/>
                  </a:lnTo>
                  <a:lnTo>
                    <a:pt x="2646" y="547"/>
                  </a:lnTo>
                  <a:lnTo>
                    <a:pt x="2708" y="556"/>
                  </a:lnTo>
                  <a:lnTo>
                    <a:pt x="2743" y="565"/>
                  </a:lnTo>
                  <a:lnTo>
                    <a:pt x="2761" y="574"/>
                  </a:lnTo>
                  <a:lnTo>
                    <a:pt x="2788" y="582"/>
                  </a:lnTo>
                  <a:lnTo>
                    <a:pt x="2841" y="574"/>
                  </a:lnTo>
                  <a:lnTo>
                    <a:pt x="2885" y="565"/>
                  </a:lnTo>
                  <a:lnTo>
                    <a:pt x="2893" y="565"/>
                  </a:lnTo>
                  <a:lnTo>
                    <a:pt x="2893" y="538"/>
                  </a:lnTo>
                  <a:lnTo>
                    <a:pt x="2876" y="503"/>
                  </a:lnTo>
                  <a:lnTo>
                    <a:pt x="2867" y="494"/>
                  </a:lnTo>
                  <a:lnTo>
                    <a:pt x="2832" y="424"/>
                  </a:lnTo>
                  <a:lnTo>
                    <a:pt x="2796" y="344"/>
                  </a:lnTo>
                  <a:lnTo>
                    <a:pt x="2788" y="309"/>
                  </a:lnTo>
                  <a:lnTo>
                    <a:pt x="2788" y="300"/>
                  </a:lnTo>
                  <a:lnTo>
                    <a:pt x="2796" y="300"/>
                  </a:lnTo>
                  <a:lnTo>
                    <a:pt x="2823" y="300"/>
                  </a:lnTo>
                  <a:lnTo>
                    <a:pt x="2841" y="300"/>
                  </a:lnTo>
                  <a:lnTo>
                    <a:pt x="2867" y="300"/>
                  </a:lnTo>
                  <a:lnTo>
                    <a:pt x="2893" y="309"/>
                  </a:lnTo>
                  <a:lnTo>
                    <a:pt x="2938" y="300"/>
                  </a:lnTo>
                  <a:lnTo>
                    <a:pt x="2991" y="291"/>
                  </a:lnTo>
                  <a:lnTo>
                    <a:pt x="3052" y="282"/>
                  </a:lnTo>
                  <a:lnTo>
                    <a:pt x="3070" y="274"/>
                  </a:lnTo>
                  <a:lnTo>
                    <a:pt x="3070" y="265"/>
                  </a:lnTo>
                  <a:lnTo>
                    <a:pt x="3088" y="256"/>
                  </a:lnTo>
                  <a:lnTo>
                    <a:pt x="3079" y="238"/>
                  </a:lnTo>
                  <a:lnTo>
                    <a:pt x="3070" y="221"/>
                  </a:lnTo>
                  <a:lnTo>
                    <a:pt x="3052" y="212"/>
                  </a:lnTo>
                  <a:lnTo>
                    <a:pt x="3017" y="194"/>
                  </a:lnTo>
                  <a:lnTo>
                    <a:pt x="2991" y="168"/>
                  </a:lnTo>
                  <a:lnTo>
                    <a:pt x="2964" y="150"/>
                  </a:lnTo>
                  <a:lnTo>
                    <a:pt x="2938" y="141"/>
                  </a:lnTo>
                  <a:lnTo>
                    <a:pt x="2876" y="115"/>
                  </a:lnTo>
                  <a:lnTo>
                    <a:pt x="2832" y="71"/>
                  </a:lnTo>
                  <a:lnTo>
                    <a:pt x="2823" y="71"/>
                  </a:lnTo>
                  <a:lnTo>
                    <a:pt x="2814" y="62"/>
                  </a:lnTo>
                  <a:lnTo>
                    <a:pt x="2770" y="27"/>
                  </a:lnTo>
                  <a:lnTo>
                    <a:pt x="2752" y="18"/>
                  </a:lnTo>
                  <a:lnTo>
                    <a:pt x="2717" y="9"/>
                  </a:lnTo>
                  <a:lnTo>
                    <a:pt x="2691" y="0"/>
                  </a:lnTo>
                  <a:lnTo>
                    <a:pt x="2682" y="0"/>
                  </a:lnTo>
                  <a:lnTo>
                    <a:pt x="2629" y="0"/>
                  </a:lnTo>
                  <a:lnTo>
                    <a:pt x="2602" y="18"/>
                  </a:lnTo>
                  <a:lnTo>
                    <a:pt x="2585" y="35"/>
                  </a:lnTo>
                  <a:lnTo>
                    <a:pt x="2558" y="44"/>
                  </a:lnTo>
                  <a:lnTo>
                    <a:pt x="2549" y="53"/>
                  </a:lnTo>
                  <a:lnTo>
                    <a:pt x="2470" y="124"/>
                  </a:lnTo>
                  <a:lnTo>
                    <a:pt x="2435" y="150"/>
                  </a:lnTo>
                  <a:lnTo>
                    <a:pt x="2417" y="168"/>
                  </a:lnTo>
                  <a:lnTo>
                    <a:pt x="2338" y="238"/>
                  </a:lnTo>
                  <a:lnTo>
                    <a:pt x="2258" y="300"/>
                  </a:lnTo>
                  <a:lnTo>
                    <a:pt x="2179" y="380"/>
                  </a:lnTo>
                  <a:lnTo>
                    <a:pt x="2135" y="424"/>
                  </a:lnTo>
                  <a:lnTo>
                    <a:pt x="2099" y="459"/>
                  </a:lnTo>
                  <a:lnTo>
                    <a:pt x="2046" y="494"/>
                  </a:lnTo>
                  <a:lnTo>
                    <a:pt x="1993" y="530"/>
                  </a:lnTo>
                  <a:lnTo>
                    <a:pt x="1958" y="565"/>
                  </a:lnTo>
                  <a:lnTo>
                    <a:pt x="1914" y="600"/>
                  </a:lnTo>
                  <a:lnTo>
                    <a:pt x="1817" y="680"/>
                  </a:lnTo>
                  <a:lnTo>
                    <a:pt x="1782" y="697"/>
                  </a:lnTo>
                  <a:lnTo>
                    <a:pt x="1746" y="732"/>
                  </a:lnTo>
                  <a:lnTo>
                    <a:pt x="1658" y="812"/>
                  </a:lnTo>
                  <a:lnTo>
                    <a:pt x="1543" y="900"/>
                  </a:lnTo>
                  <a:lnTo>
                    <a:pt x="1482" y="944"/>
                  </a:lnTo>
                  <a:lnTo>
                    <a:pt x="1429" y="988"/>
                  </a:lnTo>
                  <a:lnTo>
                    <a:pt x="1217" y="1174"/>
                  </a:lnTo>
                  <a:lnTo>
                    <a:pt x="1199" y="1182"/>
                  </a:lnTo>
                  <a:lnTo>
                    <a:pt x="1182" y="1182"/>
                  </a:lnTo>
                  <a:lnTo>
                    <a:pt x="1155" y="1174"/>
                  </a:lnTo>
                  <a:lnTo>
                    <a:pt x="1120" y="1156"/>
                  </a:lnTo>
                  <a:lnTo>
                    <a:pt x="1102" y="1138"/>
                  </a:lnTo>
                  <a:lnTo>
                    <a:pt x="1024" y="1094"/>
                  </a:lnTo>
                  <a:lnTo>
                    <a:pt x="944" y="1077"/>
                  </a:lnTo>
                  <a:lnTo>
                    <a:pt x="883" y="1077"/>
                  </a:lnTo>
                  <a:lnTo>
                    <a:pt x="812" y="1077"/>
                  </a:lnTo>
                  <a:lnTo>
                    <a:pt x="741" y="1094"/>
                  </a:lnTo>
                  <a:lnTo>
                    <a:pt x="662" y="1130"/>
                  </a:lnTo>
                  <a:lnTo>
                    <a:pt x="591" y="1174"/>
                  </a:lnTo>
                  <a:lnTo>
                    <a:pt x="556" y="1200"/>
                  </a:lnTo>
                  <a:lnTo>
                    <a:pt x="521" y="1235"/>
                  </a:lnTo>
                  <a:lnTo>
                    <a:pt x="459" y="1306"/>
                  </a:lnTo>
                  <a:lnTo>
                    <a:pt x="433" y="1350"/>
                  </a:lnTo>
                  <a:lnTo>
                    <a:pt x="433" y="1368"/>
                  </a:lnTo>
                  <a:lnTo>
                    <a:pt x="424" y="1385"/>
                  </a:lnTo>
                  <a:lnTo>
                    <a:pt x="424" y="1412"/>
                  </a:lnTo>
                  <a:lnTo>
                    <a:pt x="424" y="1438"/>
                  </a:lnTo>
                  <a:lnTo>
                    <a:pt x="424" y="1456"/>
                  </a:lnTo>
                  <a:lnTo>
                    <a:pt x="415" y="1465"/>
                  </a:lnTo>
                  <a:lnTo>
                    <a:pt x="397" y="1482"/>
                  </a:lnTo>
                  <a:lnTo>
                    <a:pt x="362" y="1491"/>
                  </a:lnTo>
                  <a:lnTo>
                    <a:pt x="353" y="1491"/>
                  </a:lnTo>
                  <a:lnTo>
                    <a:pt x="256" y="1518"/>
                  </a:lnTo>
                  <a:lnTo>
                    <a:pt x="247" y="1518"/>
                  </a:lnTo>
                  <a:lnTo>
                    <a:pt x="230" y="1527"/>
                  </a:lnTo>
                  <a:lnTo>
                    <a:pt x="168" y="1553"/>
                  </a:lnTo>
                  <a:lnTo>
                    <a:pt x="133" y="1562"/>
                  </a:lnTo>
                  <a:lnTo>
                    <a:pt x="97" y="1571"/>
                  </a:lnTo>
                  <a:lnTo>
                    <a:pt x="89" y="1571"/>
                  </a:lnTo>
                  <a:lnTo>
                    <a:pt x="62" y="1580"/>
                  </a:lnTo>
                  <a:lnTo>
                    <a:pt x="27" y="1588"/>
                  </a:lnTo>
                  <a:lnTo>
                    <a:pt x="0" y="1606"/>
                  </a:lnTo>
                  <a:lnTo>
                    <a:pt x="0" y="1615"/>
                  </a:lnTo>
                  <a:lnTo>
                    <a:pt x="0" y="1632"/>
                  </a:lnTo>
                  <a:lnTo>
                    <a:pt x="9" y="1659"/>
                  </a:lnTo>
                  <a:lnTo>
                    <a:pt x="18" y="1668"/>
                  </a:lnTo>
                  <a:lnTo>
                    <a:pt x="27" y="1677"/>
                  </a:lnTo>
                  <a:lnTo>
                    <a:pt x="44" y="1685"/>
                  </a:lnTo>
                  <a:lnTo>
                    <a:pt x="71" y="1677"/>
                  </a:lnTo>
                  <a:lnTo>
                    <a:pt x="115" y="1677"/>
                  </a:lnTo>
                  <a:lnTo>
                    <a:pt x="124" y="1677"/>
                  </a:lnTo>
                  <a:lnTo>
                    <a:pt x="194" y="1641"/>
                  </a:lnTo>
                  <a:lnTo>
                    <a:pt x="230" y="1624"/>
                  </a:lnTo>
                  <a:lnTo>
                    <a:pt x="265" y="1615"/>
                  </a:lnTo>
                  <a:lnTo>
                    <a:pt x="274" y="1615"/>
                  </a:lnTo>
                  <a:lnTo>
                    <a:pt x="283" y="1606"/>
                  </a:lnTo>
                  <a:lnTo>
                    <a:pt x="450" y="1571"/>
                  </a:lnTo>
                  <a:lnTo>
                    <a:pt x="486" y="1562"/>
                  </a:lnTo>
                  <a:lnTo>
                    <a:pt x="494" y="1544"/>
                  </a:lnTo>
                  <a:lnTo>
                    <a:pt x="530" y="1518"/>
                  </a:lnTo>
                  <a:lnTo>
                    <a:pt x="547" y="1500"/>
                  </a:lnTo>
                  <a:lnTo>
                    <a:pt x="539" y="1465"/>
                  </a:lnTo>
                  <a:lnTo>
                    <a:pt x="530" y="1412"/>
                  </a:lnTo>
                  <a:lnTo>
                    <a:pt x="539" y="1385"/>
                  </a:lnTo>
                  <a:lnTo>
                    <a:pt x="547" y="1368"/>
                  </a:lnTo>
                  <a:lnTo>
                    <a:pt x="556" y="1359"/>
                  </a:lnTo>
                  <a:lnTo>
                    <a:pt x="556" y="1332"/>
                  </a:lnTo>
                  <a:lnTo>
                    <a:pt x="574" y="1315"/>
                  </a:lnTo>
                  <a:lnTo>
                    <a:pt x="609" y="1271"/>
                  </a:lnTo>
                  <a:lnTo>
                    <a:pt x="627" y="1253"/>
                  </a:lnTo>
                  <a:lnTo>
                    <a:pt x="636" y="1244"/>
                  </a:lnTo>
                  <a:lnTo>
                    <a:pt x="644" y="1244"/>
                  </a:lnTo>
                  <a:lnTo>
                    <a:pt x="671" y="1218"/>
                  </a:lnTo>
                  <a:lnTo>
                    <a:pt x="689" y="1218"/>
                  </a:lnTo>
                  <a:lnTo>
                    <a:pt x="697" y="1209"/>
                  </a:lnTo>
                  <a:lnTo>
                    <a:pt x="768" y="1182"/>
                  </a:lnTo>
                  <a:lnTo>
                    <a:pt x="839" y="1165"/>
                  </a:lnTo>
                  <a:lnTo>
                    <a:pt x="883" y="1174"/>
                  </a:lnTo>
                  <a:lnTo>
                    <a:pt x="918" y="1182"/>
                  </a:lnTo>
                  <a:lnTo>
                    <a:pt x="1006" y="1218"/>
                  </a:lnTo>
                  <a:lnTo>
                    <a:pt x="1050" y="1244"/>
                  </a:lnTo>
                  <a:lnTo>
                    <a:pt x="1077" y="1280"/>
                  </a:lnTo>
                  <a:lnTo>
                    <a:pt x="1093" y="1280"/>
                  </a:lnTo>
                  <a:lnTo>
                    <a:pt x="1129" y="1280"/>
                  </a:lnTo>
                  <a:lnTo>
                    <a:pt x="1138" y="1280"/>
                  </a:lnTo>
                  <a:lnTo>
                    <a:pt x="1173" y="1280"/>
                  </a:lnTo>
                  <a:lnTo>
                    <a:pt x="1208" y="1280"/>
                  </a:lnTo>
                  <a:lnTo>
                    <a:pt x="1235" y="1271"/>
                  </a:lnTo>
                  <a:lnTo>
                    <a:pt x="1270" y="1253"/>
                  </a:lnTo>
                  <a:lnTo>
                    <a:pt x="1296" y="1227"/>
                  </a:lnTo>
                  <a:lnTo>
                    <a:pt x="1508" y="1059"/>
                  </a:lnTo>
                  <a:lnTo>
                    <a:pt x="1614" y="971"/>
                  </a:lnTo>
                  <a:lnTo>
                    <a:pt x="1702" y="891"/>
                  </a:lnTo>
                  <a:lnTo>
                    <a:pt x="1799" y="812"/>
                  </a:lnTo>
                  <a:lnTo>
                    <a:pt x="1826" y="785"/>
                  </a:lnTo>
                  <a:lnTo>
                    <a:pt x="1879" y="750"/>
                  </a:lnTo>
                  <a:lnTo>
                    <a:pt x="1932" y="706"/>
                  </a:lnTo>
                  <a:lnTo>
                    <a:pt x="2002" y="662"/>
                  </a:lnTo>
                  <a:lnTo>
                    <a:pt x="2055" y="609"/>
                  </a:lnTo>
                  <a:lnTo>
                    <a:pt x="2099" y="574"/>
                  </a:lnTo>
                  <a:lnTo>
                    <a:pt x="2117" y="565"/>
                  </a:lnTo>
                  <a:lnTo>
                    <a:pt x="2170" y="521"/>
                  </a:lnTo>
                  <a:lnTo>
                    <a:pt x="2285" y="424"/>
                  </a:lnTo>
                  <a:lnTo>
                    <a:pt x="2338" y="371"/>
                  </a:lnTo>
                  <a:lnTo>
                    <a:pt x="2399" y="318"/>
                  </a:lnTo>
                  <a:lnTo>
                    <a:pt x="2558" y="185"/>
                  </a:lnTo>
                  <a:lnTo>
                    <a:pt x="2620" y="132"/>
                  </a:lnTo>
                  <a:lnTo>
                    <a:pt x="2638" y="115"/>
                  </a:lnTo>
                  <a:lnTo>
                    <a:pt x="2655" y="106"/>
                  </a:lnTo>
                  <a:lnTo>
                    <a:pt x="2673" y="97"/>
                  </a:lnTo>
                  <a:lnTo>
                    <a:pt x="2708" y="106"/>
                  </a:lnTo>
                  <a:lnTo>
                    <a:pt x="2717" y="115"/>
                  </a:lnTo>
                  <a:lnTo>
                    <a:pt x="2735" y="124"/>
                  </a:lnTo>
                  <a:lnTo>
                    <a:pt x="2743" y="132"/>
                  </a:lnTo>
                  <a:lnTo>
                    <a:pt x="2788" y="168"/>
                  </a:lnTo>
                  <a:lnTo>
                    <a:pt x="2814" y="185"/>
                  </a:lnTo>
                  <a:lnTo>
                    <a:pt x="2841" y="194"/>
                  </a:lnTo>
                  <a:lnTo>
                    <a:pt x="2858" y="194"/>
                  </a:lnTo>
                  <a:lnTo>
                    <a:pt x="2876" y="212"/>
                  </a:lnTo>
                  <a:lnTo>
                    <a:pt x="2893" y="221"/>
                  </a:lnTo>
                  <a:lnTo>
                    <a:pt x="2911" y="230"/>
                  </a:lnTo>
                  <a:lnTo>
                    <a:pt x="2893" y="238"/>
                  </a:lnTo>
                  <a:lnTo>
                    <a:pt x="2867" y="238"/>
                  </a:lnTo>
                  <a:lnTo>
                    <a:pt x="2832" y="247"/>
                  </a:lnTo>
                  <a:lnTo>
                    <a:pt x="2796" y="247"/>
                  </a:lnTo>
                  <a:lnTo>
                    <a:pt x="2779" y="238"/>
                  </a:lnTo>
                  <a:lnTo>
                    <a:pt x="2699" y="238"/>
                  </a:lnTo>
                  <a:lnTo>
                    <a:pt x="2664" y="238"/>
                  </a:lnTo>
                  <a:lnTo>
                    <a:pt x="2646" y="256"/>
                  </a:lnTo>
                  <a:lnTo>
                    <a:pt x="2646" y="274"/>
                  </a:lnTo>
                  <a:lnTo>
                    <a:pt x="2646" y="300"/>
                  </a:lnTo>
                  <a:lnTo>
                    <a:pt x="2655" y="327"/>
                  </a:lnTo>
                  <a:lnTo>
                    <a:pt x="2664" y="335"/>
                  </a:lnTo>
                  <a:lnTo>
                    <a:pt x="2673" y="353"/>
                  </a:lnTo>
                  <a:lnTo>
                    <a:pt x="2708" y="441"/>
                  </a:lnTo>
                  <a:lnTo>
                    <a:pt x="2726" y="485"/>
                  </a:lnTo>
                  <a:lnTo>
                    <a:pt x="2726" y="494"/>
                  </a:lnTo>
                  <a:lnTo>
                    <a:pt x="2717" y="494"/>
                  </a:lnTo>
                  <a:lnTo>
                    <a:pt x="2673" y="485"/>
                  </a:lnTo>
                  <a:lnTo>
                    <a:pt x="2593" y="477"/>
                  </a:lnTo>
                  <a:lnTo>
                    <a:pt x="2549" y="468"/>
                  </a:lnTo>
                  <a:lnTo>
                    <a:pt x="2470" y="450"/>
                  </a:lnTo>
                  <a:lnTo>
                    <a:pt x="2461" y="450"/>
                  </a:lnTo>
                  <a:lnTo>
                    <a:pt x="2452" y="459"/>
                  </a:lnTo>
                  <a:lnTo>
                    <a:pt x="2443" y="468"/>
                  </a:lnTo>
                  <a:lnTo>
                    <a:pt x="2435" y="477"/>
                  </a:lnTo>
                  <a:lnTo>
                    <a:pt x="2435" y="494"/>
                  </a:lnTo>
                  <a:lnTo>
                    <a:pt x="2452" y="521"/>
                  </a:lnTo>
                  <a:lnTo>
                    <a:pt x="2479" y="556"/>
                  </a:lnTo>
                  <a:lnTo>
                    <a:pt x="2523" y="618"/>
                  </a:lnTo>
                  <a:lnTo>
                    <a:pt x="2541" y="680"/>
                  </a:lnTo>
                  <a:lnTo>
                    <a:pt x="2549" y="732"/>
                  </a:lnTo>
                  <a:lnTo>
                    <a:pt x="2549" y="741"/>
                  </a:lnTo>
                  <a:lnTo>
                    <a:pt x="2541" y="741"/>
                  </a:lnTo>
                  <a:lnTo>
                    <a:pt x="2532" y="741"/>
                  </a:lnTo>
                  <a:lnTo>
                    <a:pt x="2461" y="732"/>
                  </a:lnTo>
                  <a:lnTo>
                    <a:pt x="2399" y="715"/>
                  </a:lnTo>
                  <a:lnTo>
                    <a:pt x="2320" y="697"/>
                  </a:lnTo>
                  <a:lnTo>
                    <a:pt x="2205" y="688"/>
                  </a:lnTo>
                  <a:lnTo>
                    <a:pt x="2188" y="688"/>
                  </a:lnTo>
                  <a:lnTo>
                    <a:pt x="2179" y="697"/>
                  </a:lnTo>
                  <a:lnTo>
                    <a:pt x="2179" y="706"/>
                  </a:lnTo>
                  <a:lnTo>
                    <a:pt x="2179" y="724"/>
                  </a:lnTo>
                  <a:lnTo>
                    <a:pt x="2214" y="812"/>
                  </a:lnTo>
                  <a:lnTo>
                    <a:pt x="2232" y="856"/>
                  </a:lnTo>
                  <a:lnTo>
                    <a:pt x="2258" y="927"/>
                  </a:lnTo>
                  <a:lnTo>
                    <a:pt x="2276" y="971"/>
                  </a:lnTo>
                  <a:lnTo>
                    <a:pt x="2276" y="997"/>
                  </a:lnTo>
                  <a:lnTo>
                    <a:pt x="2276" y="1024"/>
                  </a:lnTo>
                  <a:lnTo>
                    <a:pt x="2276" y="1032"/>
                  </a:lnTo>
                  <a:lnTo>
                    <a:pt x="2267" y="1032"/>
                  </a:lnTo>
                  <a:lnTo>
                    <a:pt x="2241" y="1024"/>
                  </a:lnTo>
                  <a:lnTo>
                    <a:pt x="2188" y="1006"/>
                  </a:lnTo>
                  <a:lnTo>
                    <a:pt x="2117" y="962"/>
                  </a:lnTo>
                  <a:lnTo>
                    <a:pt x="2046" y="918"/>
                  </a:lnTo>
                  <a:lnTo>
                    <a:pt x="2002" y="900"/>
                  </a:lnTo>
                  <a:lnTo>
                    <a:pt x="1958" y="891"/>
                  </a:lnTo>
                  <a:lnTo>
                    <a:pt x="1949" y="891"/>
                  </a:lnTo>
                  <a:lnTo>
                    <a:pt x="1923" y="891"/>
                  </a:lnTo>
                  <a:lnTo>
                    <a:pt x="1914" y="900"/>
                  </a:lnTo>
                  <a:lnTo>
                    <a:pt x="1905" y="918"/>
                  </a:lnTo>
                  <a:lnTo>
                    <a:pt x="1914" y="944"/>
                  </a:lnTo>
                  <a:lnTo>
                    <a:pt x="1976" y="1068"/>
                  </a:lnTo>
                  <a:lnTo>
                    <a:pt x="1993" y="1121"/>
                  </a:lnTo>
                  <a:lnTo>
                    <a:pt x="2002" y="1174"/>
                  </a:lnTo>
                  <a:lnTo>
                    <a:pt x="2002" y="1182"/>
                  </a:lnTo>
                  <a:lnTo>
                    <a:pt x="1993" y="1182"/>
                  </a:lnTo>
                  <a:lnTo>
                    <a:pt x="1967" y="1174"/>
                  </a:lnTo>
                  <a:lnTo>
                    <a:pt x="1914" y="1156"/>
                  </a:lnTo>
                  <a:lnTo>
                    <a:pt x="1879" y="1138"/>
                  </a:lnTo>
                  <a:lnTo>
                    <a:pt x="1835" y="1130"/>
                  </a:lnTo>
                  <a:lnTo>
                    <a:pt x="1746" y="1130"/>
                  </a:lnTo>
                  <a:lnTo>
                    <a:pt x="1711" y="1130"/>
                  </a:lnTo>
                  <a:lnTo>
                    <a:pt x="1702" y="1130"/>
                  </a:lnTo>
                  <a:lnTo>
                    <a:pt x="1676" y="1138"/>
                  </a:lnTo>
                  <a:lnTo>
                    <a:pt x="1676" y="1165"/>
                  </a:lnTo>
                  <a:lnTo>
                    <a:pt x="1676" y="1191"/>
                  </a:lnTo>
                  <a:lnTo>
                    <a:pt x="1693" y="1244"/>
                  </a:lnTo>
                  <a:lnTo>
                    <a:pt x="1702" y="1297"/>
                  </a:lnTo>
                  <a:lnTo>
                    <a:pt x="1711" y="1394"/>
                  </a:lnTo>
                  <a:lnTo>
                    <a:pt x="1711" y="1403"/>
                  </a:lnTo>
                  <a:lnTo>
                    <a:pt x="1702" y="1403"/>
                  </a:lnTo>
                  <a:lnTo>
                    <a:pt x="1685" y="1385"/>
                  </a:lnTo>
                  <a:lnTo>
                    <a:pt x="1649" y="1377"/>
                  </a:lnTo>
                  <a:lnTo>
                    <a:pt x="1623" y="1359"/>
                  </a:lnTo>
                  <a:lnTo>
                    <a:pt x="1579" y="1359"/>
                  </a:lnTo>
                  <a:lnTo>
                    <a:pt x="1508" y="1368"/>
                  </a:lnTo>
                  <a:lnTo>
                    <a:pt x="1490" y="1368"/>
                  </a:lnTo>
                  <a:lnTo>
                    <a:pt x="1473" y="1377"/>
                  </a:lnTo>
                  <a:lnTo>
                    <a:pt x="1455" y="1385"/>
                  </a:lnTo>
                  <a:lnTo>
                    <a:pt x="1455" y="1394"/>
                  </a:lnTo>
                  <a:lnTo>
                    <a:pt x="1455" y="1421"/>
                  </a:lnTo>
                  <a:lnTo>
                    <a:pt x="1455" y="1438"/>
                  </a:lnTo>
                  <a:lnTo>
                    <a:pt x="1464" y="1456"/>
                  </a:lnTo>
                  <a:lnTo>
                    <a:pt x="1464" y="1474"/>
                  </a:lnTo>
                  <a:lnTo>
                    <a:pt x="1455" y="1518"/>
                  </a:lnTo>
                  <a:lnTo>
                    <a:pt x="1455" y="1553"/>
                  </a:lnTo>
                  <a:lnTo>
                    <a:pt x="1464" y="1580"/>
                  </a:lnTo>
                  <a:lnTo>
                    <a:pt x="1464" y="1597"/>
                  </a:lnTo>
                  <a:lnTo>
                    <a:pt x="1473" y="1615"/>
                  </a:lnTo>
                  <a:lnTo>
                    <a:pt x="1508" y="1632"/>
                  </a:lnTo>
                  <a:lnTo>
                    <a:pt x="1543" y="1641"/>
                  </a:lnTo>
                  <a:lnTo>
                    <a:pt x="1588" y="1650"/>
                  </a:lnTo>
                  <a:lnTo>
                    <a:pt x="1685" y="1650"/>
                  </a:lnTo>
                  <a:lnTo>
                    <a:pt x="1702" y="1650"/>
                  </a:lnTo>
                  <a:lnTo>
                    <a:pt x="1746" y="1659"/>
                  </a:lnTo>
                  <a:lnTo>
                    <a:pt x="1790" y="1668"/>
                  </a:lnTo>
                  <a:lnTo>
                    <a:pt x="1808" y="1668"/>
                  </a:lnTo>
                  <a:lnTo>
                    <a:pt x="1843" y="1659"/>
                  </a:lnTo>
                  <a:lnTo>
                    <a:pt x="1852" y="1650"/>
                  </a:lnTo>
                  <a:lnTo>
                    <a:pt x="1870" y="1641"/>
                  </a:lnTo>
                  <a:lnTo>
                    <a:pt x="1870" y="1632"/>
                  </a:lnTo>
                  <a:lnTo>
                    <a:pt x="1861" y="1606"/>
                  </a:lnTo>
                  <a:lnTo>
                    <a:pt x="1861" y="1580"/>
                  </a:lnTo>
                  <a:lnTo>
                    <a:pt x="1870" y="1562"/>
                  </a:lnTo>
                  <a:lnTo>
                    <a:pt x="1879" y="1544"/>
                  </a:lnTo>
                  <a:lnTo>
                    <a:pt x="1896" y="1527"/>
                  </a:lnTo>
                  <a:lnTo>
                    <a:pt x="1896" y="1518"/>
                  </a:lnTo>
                  <a:lnTo>
                    <a:pt x="1905" y="1527"/>
                  </a:lnTo>
                  <a:lnTo>
                    <a:pt x="1949" y="1580"/>
                  </a:lnTo>
                  <a:lnTo>
                    <a:pt x="1976" y="1632"/>
                  </a:lnTo>
                  <a:lnTo>
                    <a:pt x="1985" y="1641"/>
                  </a:lnTo>
                  <a:lnTo>
                    <a:pt x="2002" y="1650"/>
                  </a:lnTo>
                  <a:lnTo>
                    <a:pt x="2011" y="1659"/>
                  </a:lnTo>
                  <a:lnTo>
                    <a:pt x="2029" y="1668"/>
                  </a:lnTo>
                  <a:lnTo>
                    <a:pt x="2082" y="1668"/>
                  </a:lnTo>
                  <a:lnTo>
                    <a:pt x="2126" y="1641"/>
                  </a:lnTo>
                  <a:lnTo>
                    <a:pt x="2161" y="1597"/>
                  </a:lnTo>
                  <a:lnTo>
                    <a:pt x="2179" y="1580"/>
                  </a:lnTo>
                  <a:lnTo>
                    <a:pt x="2196" y="1562"/>
                  </a:lnTo>
                  <a:lnTo>
                    <a:pt x="2249" y="1465"/>
                  </a:lnTo>
                  <a:lnTo>
                    <a:pt x="2285" y="1412"/>
                  </a:lnTo>
                  <a:lnTo>
                    <a:pt x="2285" y="1403"/>
                  </a:lnTo>
                  <a:lnTo>
                    <a:pt x="2293" y="1412"/>
                  </a:lnTo>
                  <a:lnTo>
                    <a:pt x="2311" y="1430"/>
                  </a:lnTo>
                  <a:lnTo>
                    <a:pt x="2338" y="1465"/>
                  </a:lnTo>
                  <a:lnTo>
                    <a:pt x="2382" y="1527"/>
                  </a:lnTo>
                  <a:lnTo>
                    <a:pt x="2435" y="1606"/>
                  </a:lnTo>
                  <a:lnTo>
                    <a:pt x="2461" y="1624"/>
                  </a:lnTo>
                  <a:lnTo>
                    <a:pt x="2488" y="1641"/>
                  </a:lnTo>
                  <a:lnTo>
                    <a:pt x="2505" y="1641"/>
                  </a:lnTo>
                  <a:lnTo>
                    <a:pt x="2532" y="1632"/>
                  </a:lnTo>
                  <a:lnTo>
                    <a:pt x="2549" y="1624"/>
                  </a:lnTo>
                  <a:lnTo>
                    <a:pt x="2576" y="1606"/>
                  </a:lnTo>
                  <a:lnTo>
                    <a:pt x="2593" y="1588"/>
                  </a:lnTo>
                  <a:lnTo>
                    <a:pt x="2646" y="1474"/>
                  </a:lnTo>
                  <a:lnTo>
                    <a:pt x="2655" y="1447"/>
                  </a:lnTo>
                  <a:lnTo>
                    <a:pt x="2673" y="1412"/>
                  </a:lnTo>
                  <a:lnTo>
                    <a:pt x="2691" y="1368"/>
                  </a:lnTo>
                  <a:lnTo>
                    <a:pt x="2699" y="1368"/>
                  </a:lnTo>
                  <a:lnTo>
                    <a:pt x="2708" y="1368"/>
                  </a:lnTo>
                  <a:lnTo>
                    <a:pt x="2717" y="1385"/>
                  </a:lnTo>
                  <a:lnTo>
                    <a:pt x="2743" y="1421"/>
                  </a:lnTo>
                  <a:lnTo>
                    <a:pt x="2779" y="1474"/>
                  </a:lnTo>
                  <a:lnTo>
                    <a:pt x="2814" y="1527"/>
                  </a:lnTo>
                  <a:lnTo>
                    <a:pt x="2832" y="1544"/>
                  </a:lnTo>
                  <a:lnTo>
                    <a:pt x="2858" y="1562"/>
                  </a:lnTo>
                  <a:lnTo>
                    <a:pt x="2946" y="1562"/>
                  </a:lnTo>
                  <a:lnTo>
                    <a:pt x="2955" y="1562"/>
                  </a:lnTo>
                  <a:lnTo>
                    <a:pt x="2973" y="1544"/>
                  </a:lnTo>
                  <a:lnTo>
                    <a:pt x="2982" y="1535"/>
                  </a:lnTo>
                  <a:lnTo>
                    <a:pt x="2999" y="1527"/>
                  </a:lnTo>
                  <a:lnTo>
                    <a:pt x="3026" y="1421"/>
                  </a:lnTo>
                  <a:lnTo>
                    <a:pt x="3043" y="1412"/>
                  </a:lnTo>
                  <a:lnTo>
                    <a:pt x="3088" y="1518"/>
                  </a:lnTo>
                  <a:lnTo>
                    <a:pt x="3096" y="1527"/>
                  </a:lnTo>
                  <a:lnTo>
                    <a:pt x="3123" y="1580"/>
                  </a:lnTo>
                  <a:lnTo>
                    <a:pt x="3141" y="1597"/>
                  </a:lnTo>
                  <a:lnTo>
                    <a:pt x="3158" y="1615"/>
                  </a:lnTo>
                  <a:lnTo>
                    <a:pt x="3185" y="1624"/>
                  </a:lnTo>
                  <a:lnTo>
                    <a:pt x="3202" y="1632"/>
                  </a:lnTo>
                  <a:lnTo>
                    <a:pt x="3370" y="1650"/>
                  </a:lnTo>
                  <a:lnTo>
                    <a:pt x="3396" y="1650"/>
                  </a:lnTo>
                  <a:lnTo>
                    <a:pt x="3405" y="1641"/>
                  </a:lnTo>
                  <a:lnTo>
                    <a:pt x="3432" y="1641"/>
                  </a:lnTo>
                  <a:close/>
                  <a:moveTo>
                    <a:pt x="1782" y="1580"/>
                  </a:moveTo>
                  <a:lnTo>
                    <a:pt x="1782" y="1580"/>
                  </a:lnTo>
                  <a:lnTo>
                    <a:pt x="1729" y="1588"/>
                  </a:lnTo>
                  <a:lnTo>
                    <a:pt x="1667" y="1580"/>
                  </a:lnTo>
                  <a:lnTo>
                    <a:pt x="1614" y="1571"/>
                  </a:lnTo>
                  <a:lnTo>
                    <a:pt x="1588" y="1562"/>
                  </a:lnTo>
                  <a:lnTo>
                    <a:pt x="1579" y="1553"/>
                  </a:lnTo>
                  <a:lnTo>
                    <a:pt x="1570" y="1544"/>
                  </a:lnTo>
                  <a:lnTo>
                    <a:pt x="1570" y="1518"/>
                  </a:lnTo>
                  <a:lnTo>
                    <a:pt x="1579" y="1456"/>
                  </a:lnTo>
                  <a:lnTo>
                    <a:pt x="1579" y="1421"/>
                  </a:lnTo>
                  <a:lnTo>
                    <a:pt x="1579" y="1412"/>
                  </a:lnTo>
                  <a:lnTo>
                    <a:pt x="1588" y="1412"/>
                  </a:lnTo>
                  <a:lnTo>
                    <a:pt x="1605" y="1421"/>
                  </a:lnTo>
                  <a:lnTo>
                    <a:pt x="1632" y="1430"/>
                  </a:lnTo>
                  <a:lnTo>
                    <a:pt x="1667" y="1456"/>
                  </a:lnTo>
                  <a:lnTo>
                    <a:pt x="1711" y="1491"/>
                  </a:lnTo>
                  <a:lnTo>
                    <a:pt x="1764" y="1518"/>
                  </a:lnTo>
                  <a:lnTo>
                    <a:pt x="1790" y="1527"/>
                  </a:lnTo>
                  <a:lnTo>
                    <a:pt x="1782" y="1580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6501" name="TextBox 56"/>
          <p:cNvSpPr txBox="1">
            <a:spLocks noChangeArrowheads="1"/>
          </p:cNvSpPr>
          <p:nvPr/>
        </p:nvSpPr>
        <p:spPr bwMode="auto">
          <a:xfrm>
            <a:off x="5523706" y="2088689"/>
            <a:ext cx="17097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4</a:t>
            </a:r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. </a:t>
            </a:r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Control your fears</a:t>
            </a:r>
          </a:p>
        </p:txBody>
      </p:sp>
      <p:sp>
        <p:nvSpPr>
          <p:cNvPr id="106502" name="TextBox 59"/>
          <p:cNvSpPr txBox="1">
            <a:spLocks noChangeArrowheads="1"/>
          </p:cNvSpPr>
          <p:nvPr/>
        </p:nvSpPr>
        <p:spPr bwMode="auto">
          <a:xfrm>
            <a:off x="2010570" y="3927475"/>
            <a:ext cx="17097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7. </a:t>
            </a:r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Notice slow changes</a:t>
            </a:r>
          </a:p>
        </p:txBody>
      </p:sp>
      <p:sp>
        <p:nvSpPr>
          <p:cNvPr id="106503" name="TextBox 57"/>
          <p:cNvSpPr txBox="1">
            <a:spLocks noChangeArrowheads="1"/>
          </p:cNvSpPr>
          <p:nvPr/>
        </p:nvSpPr>
        <p:spPr bwMode="auto">
          <a:xfrm>
            <a:off x="1838325" y="2105025"/>
            <a:ext cx="18954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2. Expect negative news</a:t>
            </a:r>
          </a:p>
        </p:txBody>
      </p:sp>
      <p:sp>
        <p:nvSpPr>
          <p:cNvPr id="106504" name="TextBox 60"/>
          <p:cNvSpPr txBox="1">
            <a:spLocks noChangeArrowheads="1"/>
          </p:cNvSpPr>
          <p:nvPr/>
        </p:nvSpPr>
        <p:spPr bwMode="auto">
          <a:xfrm>
            <a:off x="3794920" y="3927475"/>
            <a:ext cx="170973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8. </a:t>
            </a:r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Use multiple tools</a:t>
            </a:r>
          </a:p>
        </p:txBody>
      </p:sp>
      <p:sp>
        <p:nvSpPr>
          <p:cNvPr id="106505" name="TextBox 61"/>
          <p:cNvSpPr txBox="1">
            <a:spLocks noChangeArrowheads="1"/>
          </p:cNvSpPr>
          <p:nvPr/>
        </p:nvSpPr>
        <p:spPr bwMode="auto">
          <a:xfrm>
            <a:off x="7077075" y="2105025"/>
            <a:ext cx="20129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5. </a:t>
            </a:r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Check proportions</a:t>
            </a:r>
          </a:p>
        </p:txBody>
      </p:sp>
      <p:sp>
        <p:nvSpPr>
          <p:cNvPr id="106506" name="TextBox 63"/>
          <p:cNvSpPr txBox="1">
            <a:spLocks noChangeArrowheads="1"/>
          </p:cNvSpPr>
          <p:nvPr/>
        </p:nvSpPr>
        <p:spPr bwMode="auto">
          <a:xfrm>
            <a:off x="3703469" y="2088275"/>
            <a:ext cx="188118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3. </a:t>
            </a:r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Imagine non straight lines</a:t>
            </a:r>
            <a:endParaRPr lang="en-US" sz="1600" b="1" dirty="0">
              <a:solidFill>
                <a:srgbClr val="29ABE2"/>
              </a:solidFill>
              <a:latin typeface="Trebuchet MS" charset="0"/>
              <a:ea typeface="MS PGothic" charset="0"/>
              <a:cs typeface="MS PGothic" charset="0"/>
            </a:endParaRPr>
          </a:p>
        </p:txBody>
      </p:sp>
      <p:sp>
        <p:nvSpPr>
          <p:cNvPr id="106507" name="TextBox 62"/>
          <p:cNvSpPr txBox="1">
            <a:spLocks noChangeArrowheads="1"/>
          </p:cNvSpPr>
          <p:nvPr/>
        </p:nvSpPr>
        <p:spPr bwMode="auto">
          <a:xfrm>
            <a:off x="154781" y="2105025"/>
            <a:ext cx="17113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1. </a:t>
            </a:r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Locate the </a:t>
            </a:r>
            <a:r>
              <a:rPr lang="en-US" sz="1600" b="1" dirty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majority</a:t>
            </a:r>
          </a:p>
        </p:txBody>
      </p:sp>
      <p:sp>
        <p:nvSpPr>
          <p:cNvPr id="106508" name="TextBox 64"/>
          <p:cNvSpPr txBox="1">
            <a:spLocks noChangeArrowheads="1"/>
          </p:cNvSpPr>
          <p:nvPr/>
        </p:nvSpPr>
        <p:spPr bwMode="auto">
          <a:xfrm>
            <a:off x="5489575" y="3927475"/>
            <a:ext cx="17113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9. Resist blaming</a:t>
            </a:r>
          </a:p>
        </p:txBody>
      </p:sp>
      <p:sp>
        <p:nvSpPr>
          <p:cNvPr id="106509" name="TextBox 65"/>
          <p:cNvSpPr txBox="1">
            <a:spLocks noChangeArrowheads="1"/>
          </p:cNvSpPr>
          <p:nvPr/>
        </p:nvSpPr>
        <p:spPr bwMode="auto">
          <a:xfrm>
            <a:off x="211224" y="3895725"/>
            <a:ext cx="17113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6. </a:t>
            </a:r>
            <a:r>
              <a:rPr lang="en-US" sz="1600" b="1" dirty="0" smtClean="0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Question your categories</a:t>
            </a:r>
            <a:endParaRPr lang="en-US" sz="1600" b="1" dirty="0">
              <a:solidFill>
                <a:srgbClr val="29ABE2"/>
              </a:solidFill>
              <a:latin typeface="Trebuchet MS" charset="0"/>
              <a:ea typeface="MS PGothic" charset="0"/>
              <a:cs typeface="MS PGothic" charset="0"/>
            </a:endParaRPr>
          </a:p>
        </p:txBody>
      </p:sp>
      <p:sp>
        <p:nvSpPr>
          <p:cNvPr id="106510" name="TextBox 66"/>
          <p:cNvSpPr txBox="1">
            <a:spLocks noChangeArrowheads="1"/>
          </p:cNvSpPr>
          <p:nvPr/>
        </p:nvSpPr>
        <p:spPr bwMode="auto">
          <a:xfrm>
            <a:off x="7273925" y="3927475"/>
            <a:ext cx="1711325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5pPr>
            <a:lvl6pPr marL="25146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6pPr>
            <a:lvl7pPr marL="29718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7pPr>
            <a:lvl8pPr marL="34290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8pPr>
            <a:lvl9pPr marL="3886200" indent="-228600" defTabSz="3698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SimSun" charset="0"/>
                <a:cs typeface="SimSun" charset="0"/>
              </a:defRPr>
            </a:lvl9pPr>
          </a:lstStyle>
          <a:p>
            <a:pPr algn="ctr" eaLnBrk="1"/>
            <a:r>
              <a:rPr lang="en-US" sz="1600" b="1">
                <a:solidFill>
                  <a:srgbClr val="29ABE2"/>
                </a:solidFill>
                <a:latin typeface="Trebuchet MS" charset="0"/>
                <a:ea typeface="MS PGothic" charset="0"/>
                <a:cs typeface="MS PGothic" charset="0"/>
              </a:rPr>
              <a:t>10. Take small steps</a:t>
            </a:r>
          </a:p>
        </p:txBody>
      </p:sp>
      <p:grpSp>
        <p:nvGrpSpPr>
          <p:cNvPr id="106511" name="Group 21"/>
          <p:cNvGrpSpPr>
            <a:grpSpLocks/>
          </p:cNvGrpSpPr>
          <p:nvPr/>
        </p:nvGrpSpPr>
        <p:grpSpPr bwMode="auto">
          <a:xfrm>
            <a:off x="2200275" y="1241425"/>
            <a:ext cx="1363663" cy="733425"/>
            <a:chOff x="2514600" y="1848042"/>
            <a:chExt cx="3654425" cy="1965325"/>
          </a:xfrm>
        </p:grpSpPr>
        <p:sp>
          <p:nvSpPr>
            <p:cNvPr id="73" name="Freeform 7"/>
            <p:cNvSpPr>
              <a:spLocks noChangeArrowheads="1"/>
            </p:cNvSpPr>
            <p:nvPr/>
          </p:nvSpPr>
          <p:spPr bwMode="auto">
            <a:xfrm>
              <a:off x="2552890" y="3809114"/>
              <a:ext cx="4253" cy="425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8"/>
            <p:cNvSpPr>
              <a:spLocks noChangeArrowheads="1"/>
            </p:cNvSpPr>
            <p:nvPr/>
          </p:nvSpPr>
          <p:spPr bwMode="auto">
            <a:xfrm>
              <a:off x="2552890" y="3809114"/>
              <a:ext cx="4253" cy="425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Freeform 9"/>
            <p:cNvSpPr>
              <a:spLocks noChangeArrowheads="1"/>
            </p:cNvSpPr>
            <p:nvPr/>
          </p:nvSpPr>
          <p:spPr bwMode="auto">
            <a:xfrm>
              <a:off x="4250345" y="3000864"/>
              <a:ext cx="4256" cy="425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EF4137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Freeform 10"/>
            <p:cNvSpPr>
              <a:spLocks noChangeArrowheads="1"/>
            </p:cNvSpPr>
            <p:nvPr/>
          </p:nvSpPr>
          <p:spPr bwMode="auto">
            <a:xfrm>
              <a:off x="4250345" y="3000864"/>
              <a:ext cx="4256" cy="425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 w="12600" cap="flat">
              <a:solidFill>
                <a:srgbClr val="29ABE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6643" name="Group 76"/>
            <p:cNvGrpSpPr>
              <a:grpSpLocks/>
            </p:cNvGrpSpPr>
            <p:nvPr/>
          </p:nvGrpSpPr>
          <p:grpSpPr bwMode="auto">
            <a:xfrm>
              <a:off x="2514600" y="2063942"/>
              <a:ext cx="3103563" cy="1716088"/>
              <a:chOff x="2898416" y="1809750"/>
              <a:chExt cx="3103357" cy="1716946"/>
            </a:xfrm>
          </p:grpSpPr>
          <p:sp>
            <p:nvSpPr>
              <p:cNvPr id="78" name="Freeform 11"/>
              <p:cNvSpPr>
                <a:spLocks noChangeArrowheads="1"/>
              </p:cNvSpPr>
              <p:nvPr/>
            </p:nvSpPr>
            <p:spPr bwMode="auto">
              <a:xfrm>
                <a:off x="2898416" y="2785444"/>
                <a:ext cx="689147" cy="740558"/>
              </a:xfrm>
              <a:custGeom>
                <a:avLst/>
                <a:gdLst>
                  <a:gd name="T0" fmla="*/ 687063944 w 662"/>
                  <a:gd name="T1" fmla="*/ 56857247 h 715"/>
                  <a:gd name="T2" fmla="*/ 687063944 w 662"/>
                  <a:gd name="T3" fmla="*/ 56857247 h 715"/>
                  <a:gd name="T4" fmla="*/ 658888033 w 662"/>
                  <a:gd name="T5" fmla="*/ 18237406 h 715"/>
                  <a:gd name="T6" fmla="*/ 649134834 w 662"/>
                  <a:gd name="T7" fmla="*/ 0 h 715"/>
                  <a:gd name="T8" fmla="*/ 639380593 w 662"/>
                  <a:gd name="T9" fmla="*/ 8582187 h 715"/>
                  <a:gd name="T10" fmla="*/ 639380593 w 662"/>
                  <a:gd name="T11" fmla="*/ 8582187 h 715"/>
                  <a:gd name="T12" fmla="*/ 611204683 w 662"/>
                  <a:gd name="T13" fmla="*/ 27891589 h 715"/>
                  <a:gd name="T14" fmla="*/ 601451483 w 662"/>
                  <a:gd name="T15" fmla="*/ 47202028 h 715"/>
                  <a:gd name="T16" fmla="*/ 601451483 w 662"/>
                  <a:gd name="T17" fmla="*/ 47202028 h 715"/>
                  <a:gd name="T18" fmla="*/ 574359261 w 662"/>
                  <a:gd name="T19" fmla="*/ 65438398 h 715"/>
                  <a:gd name="T20" fmla="*/ 574359261 w 662"/>
                  <a:gd name="T21" fmla="*/ 65438398 h 715"/>
                  <a:gd name="T22" fmla="*/ 459487201 w 662"/>
                  <a:gd name="T23" fmla="*/ 160915485 h 715"/>
                  <a:gd name="T24" fmla="*/ 411804891 w 662"/>
                  <a:gd name="T25" fmla="*/ 208117513 h 715"/>
                  <a:gd name="T26" fmla="*/ 372792092 w 662"/>
                  <a:gd name="T27" fmla="*/ 255318505 h 715"/>
                  <a:gd name="T28" fmla="*/ 372792092 w 662"/>
                  <a:gd name="T29" fmla="*/ 255318505 h 715"/>
                  <a:gd name="T30" fmla="*/ 315355541 w 662"/>
                  <a:gd name="T31" fmla="*/ 312175751 h 715"/>
                  <a:gd name="T32" fmla="*/ 315355541 w 662"/>
                  <a:gd name="T33" fmla="*/ 312175751 h 715"/>
                  <a:gd name="T34" fmla="*/ 287179631 w 662"/>
                  <a:gd name="T35" fmla="*/ 349722560 h 715"/>
                  <a:gd name="T36" fmla="*/ 287179631 w 662"/>
                  <a:gd name="T37" fmla="*/ 349722560 h 715"/>
                  <a:gd name="T38" fmla="*/ 249250520 w 662"/>
                  <a:gd name="T39" fmla="*/ 387269368 h 715"/>
                  <a:gd name="T40" fmla="*/ 249250520 w 662"/>
                  <a:gd name="T41" fmla="*/ 387269368 h 715"/>
                  <a:gd name="T42" fmla="*/ 229744121 w 662"/>
                  <a:gd name="T43" fmla="*/ 416233990 h 715"/>
                  <a:gd name="T44" fmla="*/ 229744121 w 662"/>
                  <a:gd name="T45" fmla="*/ 416233990 h 715"/>
                  <a:gd name="T46" fmla="*/ 86696150 w 662"/>
                  <a:gd name="T47" fmla="*/ 586804695 h 715"/>
                  <a:gd name="T48" fmla="*/ 86696150 w 662"/>
                  <a:gd name="T49" fmla="*/ 586804695 h 715"/>
                  <a:gd name="T50" fmla="*/ 47682310 w 662"/>
                  <a:gd name="T51" fmla="*/ 624351503 h 715"/>
                  <a:gd name="T52" fmla="*/ 47682310 w 662"/>
                  <a:gd name="T53" fmla="*/ 624351503 h 715"/>
                  <a:gd name="T54" fmla="*/ 9753200 w 662"/>
                  <a:gd name="T55" fmla="*/ 661898311 h 715"/>
                  <a:gd name="T56" fmla="*/ 0 w 662"/>
                  <a:gd name="T57" fmla="*/ 681207714 h 715"/>
                  <a:gd name="T58" fmla="*/ 86696150 w 662"/>
                  <a:gd name="T59" fmla="*/ 765956550 h 715"/>
                  <a:gd name="T60" fmla="*/ 95365661 w 662"/>
                  <a:gd name="T61" fmla="*/ 765956550 h 715"/>
                  <a:gd name="T62" fmla="*/ 95365661 w 662"/>
                  <a:gd name="T63" fmla="*/ 765956550 h 715"/>
                  <a:gd name="T64" fmla="*/ 144131660 w 662"/>
                  <a:gd name="T65" fmla="*/ 718754522 h 715"/>
                  <a:gd name="T66" fmla="*/ 144131660 w 662"/>
                  <a:gd name="T67" fmla="*/ 718754522 h 715"/>
                  <a:gd name="T68" fmla="*/ 162554370 w 662"/>
                  <a:gd name="T69" fmla="*/ 700518152 h 715"/>
                  <a:gd name="T70" fmla="*/ 162554370 w 662"/>
                  <a:gd name="T71" fmla="*/ 690862933 h 715"/>
                  <a:gd name="T72" fmla="*/ 162554370 w 662"/>
                  <a:gd name="T73" fmla="*/ 690862933 h 715"/>
                  <a:gd name="T74" fmla="*/ 172307570 w 662"/>
                  <a:gd name="T75" fmla="*/ 681207714 h 715"/>
                  <a:gd name="T76" fmla="*/ 172307570 w 662"/>
                  <a:gd name="T77" fmla="*/ 681207714 h 715"/>
                  <a:gd name="T78" fmla="*/ 182060770 w 662"/>
                  <a:gd name="T79" fmla="*/ 661898311 h 715"/>
                  <a:gd name="T80" fmla="*/ 182060770 w 662"/>
                  <a:gd name="T81" fmla="*/ 661898311 h 715"/>
                  <a:gd name="T82" fmla="*/ 287179631 w 662"/>
                  <a:gd name="T83" fmla="*/ 539602667 h 715"/>
                  <a:gd name="T84" fmla="*/ 287179631 w 662"/>
                  <a:gd name="T85" fmla="*/ 539602667 h 715"/>
                  <a:gd name="T86" fmla="*/ 354368340 w 662"/>
                  <a:gd name="T87" fmla="*/ 453780799 h 715"/>
                  <a:gd name="T88" fmla="*/ 363038892 w 662"/>
                  <a:gd name="T89" fmla="*/ 444126615 h 715"/>
                  <a:gd name="T90" fmla="*/ 363038892 w 662"/>
                  <a:gd name="T91" fmla="*/ 444126615 h 715"/>
                  <a:gd name="T92" fmla="*/ 402051691 w 662"/>
                  <a:gd name="T93" fmla="*/ 406579807 h 715"/>
                  <a:gd name="T94" fmla="*/ 402051691 w 662"/>
                  <a:gd name="T95" fmla="*/ 406579807 h 715"/>
                  <a:gd name="T96" fmla="*/ 507170552 w 662"/>
                  <a:gd name="T97" fmla="*/ 283211130 h 715"/>
                  <a:gd name="T98" fmla="*/ 507170552 w 662"/>
                  <a:gd name="T99" fmla="*/ 283211130 h 715"/>
                  <a:gd name="T100" fmla="*/ 611204683 w 662"/>
                  <a:gd name="T101" fmla="*/ 188807075 h 715"/>
                  <a:gd name="T102" fmla="*/ 611204683 w 662"/>
                  <a:gd name="T103" fmla="*/ 188807075 h 715"/>
                  <a:gd name="T104" fmla="*/ 678394433 w 662"/>
                  <a:gd name="T105" fmla="*/ 131950864 h 715"/>
                  <a:gd name="T106" fmla="*/ 678394433 w 662"/>
                  <a:gd name="T107" fmla="*/ 131950864 h 715"/>
                  <a:gd name="T108" fmla="*/ 706570343 w 662"/>
                  <a:gd name="T109" fmla="*/ 112640425 h 715"/>
                  <a:gd name="T110" fmla="*/ 716323543 w 662"/>
                  <a:gd name="T111" fmla="*/ 104058239 h 715"/>
                  <a:gd name="T112" fmla="*/ 716323543 w 662"/>
                  <a:gd name="T113" fmla="*/ 94404055 h 715"/>
                  <a:gd name="T114" fmla="*/ 716323543 w 662"/>
                  <a:gd name="T115" fmla="*/ 94404055 h 715"/>
                  <a:gd name="T116" fmla="*/ 687063944 w 662"/>
                  <a:gd name="T117" fmla="*/ 56857247 h 715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662" h="715">
                    <a:moveTo>
                      <a:pt x="634" y="53"/>
                    </a:moveTo>
                    <a:lnTo>
                      <a:pt x="634" y="53"/>
                    </a:lnTo>
                    <a:lnTo>
                      <a:pt x="608" y="17"/>
                    </a:lnTo>
                    <a:lnTo>
                      <a:pt x="599" y="0"/>
                    </a:lnTo>
                    <a:lnTo>
                      <a:pt x="590" y="8"/>
                    </a:lnTo>
                    <a:lnTo>
                      <a:pt x="564" y="26"/>
                    </a:lnTo>
                    <a:lnTo>
                      <a:pt x="555" y="44"/>
                    </a:lnTo>
                    <a:lnTo>
                      <a:pt x="530" y="61"/>
                    </a:lnTo>
                    <a:lnTo>
                      <a:pt x="424" y="150"/>
                    </a:lnTo>
                    <a:lnTo>
                      <a:pt x="380" y="194"/>
                    </a:lnTo>
                    <a:lnTo>
                      <a:pt x="344" y="238"/>
                    </a:lnTo>
                    <a:lnTo>
                      <a:pt x="291" y="291"/>
                    </a:lnTo>
                    <a:lnTo>
                      <a:pt x="265" y="326"/>
                    </a:lnTo>
                    <a:lnTo>
                      <a:pt x="230" y="361"/>
                    </a:lnTo>
                    <a:lnTo>
                      <a:pt x="212" y="388"/>
                    </a:lnTo>
                    <a:lnTo>
                      <a:pt x="80" y="547"/>
                    </a:lnTo>
                    <a:lnTo>
                      <a:pt x="44" y="582"/>
                    </a:lnTo>
                    <a:lnTo>
                      <a:pt x="9" y="617"/>
                    </a:lnTo>
                    <a:lnTo>
                      <a:pt x="0" y="635"/>
                    </a:lnTo>
                    <a:lnTo>
                      <a:pt x="80" y="714"/>
                    </a:lnTo>
                    <a:lnTo>
                      <a:pt x="88" y="714"/>
                    </a:lnTo>
                    <a:lnTo>
                      <a:pt x="133" y="670"/>
                    </a:lnTo>
                    <a:lnTo>
                      <a:pt x="150" y="653"/>
                    </a:lnTo>
                    <a:lnTo>
                      <a:pt x="150" y="644"/>
                    </a:lnTo>
                    <a:lnTo>
                      <a:pt x="159" y="635"/>
                    </a:lnTo>
                    <a:lnTo>
                      <a:pt x="168" y="617"/>
                    </a:lnTo>
                    <a:lnTo>
                      <a:pt x="265" y="503"/>
                    </a:lnTo>
                    <a:lnTo>
                      <a:pt x="327" y="423"/>
                    </a:lnTo>
                    <a:lnTo>
                      <a:pt x="335" y="414"/>
                    </a:lnTo>
                    <a:lnTo>
                      <a:pt x="371" y="379"/>
                    </a:lnTo>
                    <a:lnTo>
                      <a:pt x="468" y="264"/>
                    </a:lnTo>
                    <a:lnTo>
                      <a:pt x="564" y="176"/>
                    </a:lnTo>
                    <a:lnTo>
                      <a:pt x="626" y="123"/>
                    </a:lnTo>
                    <a:lnTo>
                      <a:pt x="652" y="105"/>
                    </a:lnTo>
                    <a:lnTo>
                      <a:pt x="661" y="97"/>
                    </a:lnTo>
                    <a:lnTo>
                      <a:pt x="661" y="88"/>
                    </a:lnTo>
                    <a:lnTo>
                      <a:pt x="634" y="53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Freeform 12"/>
              <p:cNvSpPr>
                <a:spLocks noChangeArrowheads="1"/>
              </p:cNvSpPr>
              <p:nvPr/>
            </p:nvSpPr>
            <p:spPr bwMode="auto">
              <a:xfrm>
                <a:off x="4212901" y="2389630"/>
                <a:ext cx="570035" cy="770349"/>
              </a:xfrm>
              <a:custGeom>
                <a:avLst/>
                <a:gdLst>
                  <a:gd name="T0" fmla="*/ 544264841 w 548"/>
                  <a:gd name="T1" fmla="*/ 37725299 h 742"/>
                  <a:gd name="T2" fmla="*/ 544264841 w 548"/>
                  <a:gd name="T3" fmla="*/ 37725299 h 742"/>
                  <a:gd name="T4" fmla="*/ 524787952 w 548"/>
                  <a:gd name="T5" fmla="*/ 19401997 h 742"/>
                  <a:gd name="T6" fmla="*/ 506392881 w 548"/>
                  <a:gd name="T7" fmla="*/ 0 h 742"/>
                  <a:gd name="T8" fmla="*/ 372220372 w 548"/>
                  <a:gd name="T9" fmla="*/ 181082887 h 742"/>
                  <a:gd name="T10" fmla="*/ 372220372 w 548"/>
                  <a:gd name="T11" fmla="*/ 190782848 h 742"/>
                  <a:gd name="T12" fmla="*/ 372220372 w 548"/>
                  <a:gd name="T13" fmla="*/ 190782848 h 742"/>
                  <a:gd name="T14" fmla="*/ 344087897 w 548"/>
                  <a:gd name="T15" fmla="*/ 238210183 h 742"/>
                  <a:gd name="T16" fmla="*/ 344087897 w 548"/>
                  <a:gd name="T17" fmla="*/ 238210183 h 742"/>
                  <a:gd name="T18" fmla="*/ 286740088 w 548"/>
                  <a:gd name="T19" fmla="*/ 342763777 h 742"/>
                  <a:gd name="T20" fmla="*/ 286740088 w 548"/>
                  <a:gd name="T21" fmla="*/ 342763777 h 742"/>
                  <a:gd name="T22" fmla="*/ 219653833 w 548"/>
                  <a:gd name="T23" fmla="*/ 466718330 h 742"/>
                  <a:gd name="T24" fmla="*/ 219653833 w 548"/>
                  <a:gd name="T25" fmla="*/ 466718330 h 742"/>
                  <a:gd name="T26" fmla="*/ 162304984 w 548"/>
                  <a:gd name="T27" fmla="*/ 532468966 h 742"/>
                  <a:gd name="T28" fmla="*/ 152567579 w 548"/>
                  <a:gd name="T29" fmla="*/ 542169965 h 742"/>
                  <a:gd name="T30" fmla="*/ 152567579 w 548"/>
                  <a:gd name="T31" fmla="*/ 542169965 h 742"/>
                  <a:gd name="T32" fmla="*/ 114695619 w 548"/>
                  <a:gd name="T33" fmla="*/ 579895264 h 742"/>
                  <a:gd name="T34" fmla="*/ 114695619 w 548"/>
                  <a:gd name="T35" fmla="*/ 589596262 h 742"/>
                  <a:gd name="T36" fmla="*/ 114695619 w 548"/>
                  <a:gd name="T37" fmla="*/ 589596262 h 742"/>
                  <a:gd name="T38" fmla="*/ 57347809 w 548"/>
                  <a:gd name="T39" fmla="*/ 656424557 h 742"/>
                  <a:gd name="T40" fmla="*/ 9738445 w 548"/>
                  <a:gd name="T41" fmla="*/ 723251814 h 742"/>
                  <a:gd name="T42" fmla="*/ 0 w 548"/>
                  <a:gd name="T43" fmla="*/ 741576153 h 742"/>
                  <a:gd name="T44" fmla="*/ 85481325 w 548"/>
                  <a:gd name="T45" fmla="*/ 798703450 h 742"/>
                  <a:gd name="T46" fmla="*/ 104957174 w 548"/>
                  <a:gd name="T47" fmla="*/ 780379110 h 742"/>
                  <a:gd name="T48" fmla="*/ 104957174 w 548"/>
                  <a:gd name="T49" fmla="*/ 780379110 h 742"/>
                  <a:gd name="T50" fmla="*/ 152567579 w 548"/>
                  <a:gd name="T51" fmla="*/ 723251814 h 742"/>
                  <a:gd name="T52" fmla="*/ 152567579 w 548"/>
                  <a:gd name="T53" fmla="*/ 723251814 h 742"/>
                  <a:gd name="T54" fmla="*/ 190438499 w 548"/>
                  <a:gd name="T55" fmla="*/ 684448857 h 742"/>
                  <a:gd name="T56" fmla="*/ 229391238 w 548"/>
                  <a:gd name="T57" fmla="*/ 637022560 h 742"/>
                  <a:gd name="T58" fmla="*/ 229391238 w 548"/>
                  <a:gd name="T59" fmla="*/ 637022560 h 742"/>
                  <a:gd name="T60" fmla="*/ 247786309 w 548"/>
                  <a:gd name="T61" fmla="*/ 608998260 h 742"/>
                  <a:gd name="T62" fmla="*/ 247786309 w 548"/>
                  <a:gd name="T63" fmla="*/ 608998260 h 742"/>
                  <a:gd name="T64" fmla="*/ 247786309 w 548"/>
                  <a:gd name="T65" fmla="*/ 608998260 h 742"/>
                  <a:gd name="T66" fmla="*/ 257524754 w 548"/>
                  <a:gd name="T67" fmla="*/ 599297261 h 742"/>
                  <a:gd name="T68" fmla="*/ 314872563 w 548"/>
                  <a:gd name="T69" fmla="*/ 514144627 h 742"/>
                  <a:gd name="T70" fmla="*/ 429568182 w 548"/>
                  <a:gd name="T71" fmla="*/ 323361779 h 742"/>
                  <a:gd name="T72" fmla="*/ 429568182 w 548"/>
                  <a:gd name="T73" fmla="*/ 323361779 h 742"/>
                  <a:gd name="T74" fmla="*/ 429568182 w 548"/>
                  <a:gd name="T75" fmla="*/ 323361779 h 742"/>
                  <a:gd name="T76" fmla="*/ 429568182 w 548"/>
                  <a:gd name="T77" fmla="*/ 313660781 h 742"/>
                  <a:gd name="T78" fmla="*/ 439306627 w 548"/>
                  <a:gd name="T79" fmla="*/ 295336441 h 742"/>
                  <a:gd name="T80" fmla="*/ 439306627 w 548"/>
                  <a:gd name="T81" fmla="*/ 295336441 h 742"/>
                  <a:gd name="T82" fmla="*/ 506392881 w 548"/>
                  <a:gd name="T83" fmla="*/ 199406188 h 742"/>
                  <a:gd name="T84" fmla="*/ 515049507 w 548"/>
                  <a:gd name="T85" fmla="*/ 181082887 h 742"/>
                  <a:gd name="T86" fmla="*/ 515049507 w 548"/>
                  <a:gd name="T87" fmla="*/ 181082887 h 742"/>
                  <a:gd name="T88" fmla="*/ 582135761 w 548"/>
                  <a:gd name="T89" fmla="*/ 94852595 h 742"/>
                  <a:gd name="T90" fmla="*/ 591874206 w 548"/>
                  <a:gd name="T91" fmla="*/ 76529294 h 742"/>
                  <a:gd name="T92" fmla="*/ 582135761 w 548"/>
                  <a:gd name="T93" fmla="*/ 66828295 h 742"/>
                  <a:gd name="T94" fmla="*/ 582135761 w 548"/>
                  <a:gd name="T95" fmla="*/ 66828295 h 742"/>
                  <a:gd name="T96" fmla="*/ 544264841 w 548"/>
                  <a:gd name="T97" fmla="*/ 37725299 h 742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548" h="742">
                    <a:moveTo>
                      <a:pt x="503" y="35"/>
                    </a:moveTo>
                    <a:lnTo>
                      <a:pt x="503" y="35"/>
                    </a:lnTo>
                    <a:lnTo>
                      <a:pt x="485" y="18"/>
                    </a:lnTo>
                    <a:lnTo>
                      <a:pt x="468" y="0"/>
                    </a:lnTo>
                    <a:lnTo>
                      <a:pt x="344" y="168"/>
                    </a:lnTo>
                    <a:lnTo>
                      <a:pt x="344" y="177"/>
                    </a:lnTo>
                    <a:lnTo>
                      <a:pt x="318" y="221"/>
                    </a:lnTo>
                    <a:lnTo>
                      <a:pt x="265" y="318"/>
                    </a:lnTo>
                    <a:lnTo>
                      <a:pt x="203" y="433"/>
                    </a:lnTo>
                    <a:lnTo>
                      <a:pt x="150" y="494"/>
                    </a:lnTo>
                    <a:lnTo>
                      <a:pt x="141" y="503"/>
                    </a:lnTo>
                    <a:lnTo>
                      <a:pt x="106" y="538"/>
                    </a:lnTo>
                    <a:lnTo>
                      <a:pt x="106" y="547"/>
                    </a:lnTo>
                    <a:lnTo>
                      <a:pt x="53" y="609"/>
                    </a:lnTo>
                    <a:lnTo>
                      <a:pt x="9" y="671"/>
                    </a:lnTo>
                    <a:lnTo>
                      <a:pt x="0" y="688"/>
                    </a:lnTo>
                    <a:lnTo>
                      <a:pt x="79" y="741"/>
                    </a:lnTo>
                    <a:lnTo>
                      <a:pt x="97" y="724"/>
                    </a:lnTo>
                    <a:lnTo>
                      <a:pt x="141" y="671"/>
                    </a:lnTo>
                    <a:lnTo>
                      <a:pt x="176" y="635"/>
                    </a:lnTo>
                    <a:lnTo>
                      <a:pt x="212" y="591"/>
                    </a:lnTo>
                    <a:lnTo>
                      <a:pt x="229" y="565"/>
                    </a:lnTo>
                    <a:lnTo>
                      <a:pt x="238" y="556"/>
                    </a:lnTo>
                    <a:lnTo>
                      <a:pt x="291" y="477"/>
                    </a:lnTo>
                    <a:lnTo>
                      <a:pt x="397" y="300"/>
                    </a:lnTo>
                    <a:lnTo>
                      <a:pt x="397" y="291"/>
                    </a:lnTo>
                    <a:lnTo>
                      <a:pt x="406" y="274"/>
                    </a:lnTo>
                    <a:lnTo>
                      <a:pt x="468" y="185"/>
                    </a:lnTo>
                    <a:lnTo>
                      <a:pt x="476" y="168"/>
                    </a:lnTo>
                    <a:lnTo>
                      <a:pt x="538" y="88"/>
                    </a:lnTo>
                    <a:lnTo>
                      <a:pt x="547" y="71"/>
                    </a:lnTo>
                    <a:lnTo>
                      <a:pt x="538" y="62"/>
                    </a:lnTo>
                    <a:lnTo>
                      <a:pt x="503" y="35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" name="Freeform 13"/>
              <p:cNvSpPr>
                <a:spLocks noChangeArrowheads="1"/>
              </p:cNvSpPr>
              <p:nvPr/>
            </p:nvSpPr>
            <p:spPr bwMode="auto">
              <a:xfrm>
                <a:off x="5450812" y="1810804"/>
                <a:ext cx="553019" cy="834191"/>
              </a:xfrm>
              <a:custGeom>
                <a:avLst/>
                <a:gdLst>
                  <a:gd name="T0" fmla="*/ 565104184 w 531"/>
                  <a:gd name="T1" fmla="*/ 38754605 h 804"/>
                  <a:gd name="T2" fmla="*/ 565104184 w 531"/>
                  <a:gd name="T3" fmla="*/ 38754605 h 804"/>
                  <a:gd name="T4" fmla="*/ 535819172 w 531"/>
                  <a:gd name="T5" fmla="*/ 29065954 h 804"/>
                  <a:gd name="T6" fmla="*/ 535819172 w 531"/>
                  <a:gd name="T7" fmla="*/ 29065954 h 804"/>
                  <a:gd name="T8" fmla="*/ 507618327 w 531"/>
                  <a:gd name="T9" fmla="*/ 9688651 h 804"/>
                  <a:gd name="T10" fmla="*/ 497855615 w 531"/>
                  <a:gd name="T11" fmla="*/ 0 h 804"/>
                  <a:gd name="T12" fmla="*/ 488093945 w 531"/>
                  <a:gd name="T13" fmla="*/ 9688651 h 804"/>
                  <a:gd name="T14" fmla="*/ 488093945 w 531"/>
                  <a:gd name="T15" fmla="*/ 9688651 h 804"/>
                  <a:gd name="T16" fmla="*/ 430607047 w 531"/>
                  <a:gd name="T17" fmla="*/ 95809534 h 804"/>
                  <a:gd name="T18" fmla="*/ 430607047 w 531"/>
                  <a:gd name="T19" fmla="*/ 95809534 h 804"/>
                  <a:gd name="T20" fmla="*/ 382882861 w 531"/>
                  <a:gd name="T21" fmla="*/ 180854476 h 804"/>
                  <a:gd name="T22" fmla="*/ 382882861 w 531"/>
                  <a:gd name="T23" fmla="*/ 180854476 h 804"/>
                  <a:gd name="T24" fmla="*/ 373121190 w 531"/>
                  <a:gd name="T25" fmla="*/ 190543128 h 804"/>
                  <a:gd name="T26" fmla="*/ 373121190 w 531"/>
                  <a:gd name="T27" fmla="*/ 190543128 h 804"/>
                  <a:gd name="T28" fmla="*/ 373121190 w 531"/>
                  <a:gd name="T29" fmla="*/ 190543128 h 804"/>
                  <a:gd name="T30" fmla="*/ 373121190 w 531"/>
                  <a:gd name="T31" fmla="*/ 190543128 h 804"/>
                  <a:gd name="T32" fmla="*/ 354682016 w 531"/>
                  <a:gd name="T33" fmla="*/ 247598057 h 804"/>
                  <a:gd name="T34" fmla="*/ 354682016 w 531"/>
                  <a:gd name="T35" fmla="*/ 247598057 h 804"/>
                  <a:gd name="T36" fmla="*/ 297195118 w 531"/>
                  <a:gd name="T37" fmla="*/ 352019264 h 804"/>
                  <a:gd name="T38" fmla="*/ 297195118 w 531"/>
                  <a:gd name="T39" fmla="*/ 352019264 h 804"/>
                  <a:gd name="T40" fmla="*/ 229946550 w 531"/>
                  <a:gd name="T41" fmla="*/ 474741833 h 804"/>
                  <a:gd name="T42" fmla="*/ 229946550 w 531"/>
                  <a:gd name="T43" fmla="*/ 474741833 h 804"/>
                  <a:gd name="T44" fmla="*/ 172459652 w 531"/>
                  <a:gd name="T45" fmla="*/ 551174065 h 804"/>
                  <a:gd name="T46" fmla="*/ 152936311 w 531"/>
                  <a:gd name="T47" fmla="*/ 570551367 h 804"/>
                  <a:gd name="T48" fmla="*/ 152936311 w 531"/>
                  <a:gd name="T49" fmla="*/ 570551367 h 804"/>
                  <a:gd name="T50" fmla="*/ 95449413 w 531"/>
                  <a:gd name="T51" fmla="*/ 645907658 h 804"/>
                  <a:gd name="T52" fmla="*/ 95449413 w 531"/>
                  <a:gd name="T53" fmla="*/ 645907658 h 804"/>
                  <a:gd name="T54" fmla="*/ 37962515 w 531"/>
                  <a:gd name="T55" fmla="*/ 722339890 h 804"/>
                  <a:gd name="T56" fmla="*/ 37962515 w 531"/>
                  <a:gd name="T57" fmla="*/ 722339890 h 804"/>
                  <a:gd name="T58" fmla="*/ 19523341 w 531"/>
                  <a:gd name="T59" fmla="*/ 750328866 h 804"/>
                  <a:gd name="T60" fmla="*/ 0 w 531"/>
                  <a:gd name="T61" fmla="*/ 779394819 h 804"/>
                  <a:gd name="T62" fmla="*/ 0 w 531"/>
                  <a:gd name="T63" fmla="*/ 789083470 h 804"/>
                  <a:gd name="T64" fmla="*/ 86771910 w 531"/>
                  <a:gd name="T65" fmla="*/ 864438724 h 804"/>
                  <a:gd name="T66" fmla="*/ 95449413 w 531"/>
                  <a:gd name="T67" fmla="*/ 846138400 h 804"/>
                  <a:gd name="T68" fmla="*/ 95449413 w 531"/>
                  <a:gd name="T69" fmla="*/ 846138400 h 804"/>
                  <a:gd name="T70" fmla="*/ 172459652 w 531"/>
                  <a:gd name="T71" fmla="*/ 750328866 h 804"/>
                  <a:gd name="T72" fmla="*/ 239708221 w 531"/>
                  <a:gd name="T73" fmla="*/ 636219007 h 804"/>
                  <a:gd name="T74" fmla="*/ 239708221 w 531"/>
                  <a:gd name="T75" fmla="*/ 636219007 h 804"/>
                  <a:gd name="T76" fmla="*/ 258147395 w 531"/>
                  <a:gd name="T77" fmla="*/ 608228994 h 804"/>
                  <a:gd name="T78" fmla="*/ 258147395 w 531"/>
                  <a:gd name="T79" fmla="*/ 608228994 h 804"/>
                  <a:gd name="T80" fmla="*/ 277671777 w 531"/>
                  <a:gd name="T81" fmla="*/ 588851692 h 804"/>
                  <a:gd name="T82" fmla="*/ 335157634 w 531"/>
                  <a:gd name="T83" fmla="*/ 494119136 h 804"/>
                  <a:gd name="T84" fmla="*/ 335157634 w 531"/>
                  <a:gd name="T85" fmla="*/ 494119136 h 804"/>
                  <a:gd name="T86" fmla="*/ 335157634 w 531"/>
                  <a:gd name="T87" fmla="*/ 494119136 h 804"/>
                  <a:gd name="T88" fmla="*/ 354682016 w 531"/>
                  <a:gd name="T89" fmla="*/ 466130160 h 804"/>
                  <a:gd name="T90" fmla="*/ 354682016 w 531"/>
                  <a:gd name="T91" fmla="*/ 466130160 h 804"/>
                  <a:gd name="T92" fmla="*/ 382882861 w 531"/>
                  <a:gd name="T93" fmla="*/ 427375555 h 804"/>
                  <a:gd name="T94" fmla="*/ 440369759 w 531"/>
                  <a:gd name="T95" fmla="*/ 304652986 h 804"/>
                  <a:gd name="T96" fmla="*/ 440369759 w 531"/>
                  <a:gd name="T97" fmla="*/ 304652986 h 804"/>
                  <a:gd name="T98" fmla="*/ 459893100 w 531"/>
                  <a:gd name="T99" fmla="*/ 265898381 h 804"/>
                  <a:gd name="T100" fmla="*/ 459893100 w 531"/>
                  <a:gd name="T101" fmla="*/ 265898381 h 804"/>
                  <a:gd name="T102" fmla="*/ 469654771 w 531"/>
                  <a:gd name="T103" fmla="*/ 247598057 h 804"/>
                  <a:gd name="T104" fmla="*/ 469654771 w 531"/>
                  <a:gd name="T105" fmla="*/ 247598057 h 804"/>
                  <a:gd name="T106" fmla="*/ 517379998 w 531"/>
                  <a:gd name="T107" fmla="*/ 180854476 h 804"/>
                  <a:gd name="T108" fmla="*/ 517379998 w 531"/>
                  <a:gd name="T109" fmla="*/ 180854476 h 804"/>
                  <a:gd name="T110" fmla="*/ 555342513 w 531"/>
                  <a:gd name="T111" fmla="*/ 114109858 h 804"/>
                  <a:gd name="T112" fmla="*/ 574866896 w 531"/>
                  <a:gd name="T113" fmla="*/ 57054929 h 804"/>
                  <a:gd name="T114" fmla="*/ 574866896 w 531"/>
                  <a:gd name="T115" fmla="*/ 47366278 h 804"/>
                  <a:gd name="T116" fmla="*/ 565104184 w 531"/>
                  <a:gd name="T117" fmla="*/ 38754605 h 804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31" h="804">
                    <a:moveTo>
                      <a:pt x="521" y="36"/>
                    </a:moveTo>
                    <a:lnTo>
                      <a:pt x="521" y="36"/>
                    </a:lnTo>
                    <a:lnTo>
                      <a:pt x="494" y="27"/>
                    </a:lnTo>
                    <a:lnTo>
                      <a:pt x="468" y="9"/>
                    </a:lnTo>
                    <a:lnTo>
                      <a:pt x="459" y="0"/>
                    </a:lnTo>
                    <a:lnTo>
                      <a:pt x="450" y="9"/>
                    </a:lnTo>
                    <a:lnTo>
                      <a:pt x="397" y="89"/>
                    </a:lnTo>
                    <a:lnTo>
                      <a:pt x="353" y="168"/>
                    </a:lnTo>
                    <a:lnTo>
                      <a:pt x="344" y="177"/>
                    </a:lnTo>
                    <a:lnTo>
                      <a:pt x="327" y="230"/>
                    </a:lnTo>
                    <a:lnTo>
                      <a:pt x="274" y="327"/>
                    </a:lnTo>
                    <a:lnTo>
                      <a:pt x="212" y="441"/>
                    </a:lnTo>
                    <a:lnTo>
                      <a:pt x="159" y="512"/>
                    </a:lnTo>
                    <a:lnTo>
                      <a:pt x="141" y="530"/>
                    </a:lnTo>
                    <a:lnTo>
                      <a:pt x="88" y="600"/>
                    </a:lnTo>
                    <a:lnTo>
                      <a:pt x="35" y="671"/>
                    </a:lnTo>
                    <a:lnTo>
                      <a:pt x="18" y="697"/>
                    </a:lnTo>
                    <a:lnTo>
                      <a:pt x="0" y="724"/>
                    </a:lnTo>
                    <a:lnTo>
                      <a:pt x="0" y="733"/>
                    </a:lnTo>
                    <a:lnTo>
                      <a:pt x="80" y="803"/>
                    </a:lnTo>
                    <a:lnTo>
                      <a:pt x="88" y="786"/>
                    </a:lnTo>
                    <a:lnTo>
                      <a:pt x="159" y="697"/>
                    </a:lnTo>
                    <a:lnTo>
                      <a:pt x="221" y="591"/>
                    </a:lnTo>
                    <a:lnTo>
                      <a:pt x="238" y="565"/>
                    </a:lnTo>
                    <a:lnTo>
                      <a:pt x="256" y="547"/>
                    </a:lnTo>
                    <a:lnTo>
                      <a:pt x="309" y="459"/>
                    </a:lnTo>
                    <a:lnTo>
                      <a:pt x="327" y="433"/>
                    </a:lnTo>
                    <a:lnTo>
                      <a:pt x="353" y="397"/>
                    </a:lnTo>
                    <a:lnTo>
                      <a:pt x="406" y="283"/>
                    </a:lnTo>
                    <a:lnTo>
                      <a:pt x="424" y="247"/>
                    </a:lnTo>
                    <a:lnTo>
                      <a:pt x="433" y="230"/>
                    </a:lnTo>
                    <a:lnTo>
                      <a:pt x="477" y="168"/>
                    </a:lnTo>
                    <a:lnTo>
                      <a:pt x="512" y="106"/>
                    </a:lnTo>
                    <a:lnTo>
                      <a:pt x="530" y="53"/>
                    </a:lnTo>
                    <a:lnTo>
                      <a:pt x="530" y="44"/>
                    </a:lnTo>
                    <a:lnTo>
                      <a:pt x="521" y="36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7" name="Freeform 14"/>
            <p:cNvSpPr>
              <a:spLocks noChangeArrowheads="1"/>
            </p:cNvSpPr>
            <p:nvPr/>
          </p:nvSpPr>
          <p:spPr bwMode="auto">
            <a:xfrm>
              <a:off x="3744087" y="3422004"/>
              <a:ext cx="4253" cy="38287"/>
            </a:xfrm>
            <a:custGeom>
              <a:avLst/>
              <a:gdLst>
                <a:gd name="T0" fmla="*/ 0 w 1"/>
                <a:gd name="T1" fmla="*/ 38547766 h 37"/>
                <a:gd name="T2" fmla="*/ 0 w 1"/>
                <a:gd name="T3" fmla="*/ 38547766 h 37"/>
                <a:gd name="T4" fmla="*/ 0 w 1"/>
                <a:gd name="T5" fmla="*/ 0 h 37"/>
                <a:gd name="T6" fmla="*/ 0 w 1"/>
                <a:gd name="T7" fmla="*/ 0 h 37"/>
                <a:gd name="T8" fmla="*/ 0 w 1"/>
                <a:gd name="T9" fmla="*/ 3854776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37">
                  <a:moveTo>
                    <a:pt x="0" y="36"/>
                  </a:moveTo>
                  <a:lnTo>
                    <a:pt x="0" y="36"/>
                  </a:lnTo>
                  <a:lnTo>
                    <a:pt x="0" y="0"/>
                  </a:lnTo>
                  <a:lnTo>
                    <a:pt x="0" y="36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8" name="Freeform 15"/>
            <p:cNvSpPr>
              <a:spLocks noChangeArrowheads="1"/>
            </p:cNvSpPr>
            <p:nvPr/>
          </p:nvSpPr>
          <p:spPr bwMode="auto">
            <a:xfrm>
              <a:off x="3744087" y="3366704"/>
              <a:ext cx="4253" cy="21268"/>
            </a:xfrm>
            <a:custGeom>
              <a:avLst/>
              <a:gdLst>
                <a:gd name="T0" fmla="*/ 0 w 1"/>
                <a:gd name="T1" fmla="*/ 22554154 h 19"/>
                <a:gd name="T2" fmla="*/ 0 w 1"/>
                <a:gd name="T3" fmla="*/ 22554154 h 19"/>
                <a:gd name="T4" fmla="*/ 0 w 1"/>
                <a:gd name="T5" fmla="*/ 0 h 19"/>
                <a:gd name="T6" fmla="*/ 0 w 1"/>
                <a:gd name="T7" fmla="*/ 0 h 19"/>
                <a:gd name="T8" fmla="*/ 0 w 1"/>
                <a:gd name="T9" fmla="*/ 22554154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" h="19">
                  <a:moveTo>
                    <a:pt x="0" y="18"/>
                  </a:moveTo>
                  <a:lnTo>
                    <a:pt x="0" y="18"/>
                  </a:lnTo>
                  <a:lnTo>
                    <a:pt x="0" y="0"/>
                  </a:lnTo>
                  <a:lnTo>
                    <a:pt x="0" y="18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16"/>
            <p:cNvSpPr>
              <a:spLocks noChangeArrowheads="1"/>
            </p:cNvSpPr>
            <p:nvPr/>
          </p:nvSpPr>
          <p:spPr bwMode="auto">
            <a:xfrm>
              <a:off x="3301643" y="2898769"/>
              <a:ext cx="463715" cy="608314"/>
            </a:xfrm>
            <a:custGeom>
              <a:avLst/>
              <a:gdLst>
                <a:gd name="T0" fmla="*/ 466685084 w 442"/>
                <a:gd name="T1" fmla="*/ 593495721 h 584"/>
                <a:gd name="T2" fmla="*/ 388537566 w 442"/>
                <a:gd name="T3" fmla="*/ 622790623 h 584"/>
                <a:gd name="T4" fmla="*/ 340107675 w 442"/>
                <a:gd name="T5" fmla="*/ 632554896 h 584"/>
                <a:gd name="T6" fmla="*/ 291677784 w 442"/>
                <a:gd name="T7" fmla="*/ 613025309 h 584"/>
                <a:gd name="T8" fmla="*/ 261960157 w 442"/>
                <a:gd name="T9" fmla="*/ 593495721 h 584"/>
                <a:gd name="T10" fmla="*/ 233342017 w 442"/>
                <a:gd name="T11" fmla="*/ 575050474 h 584"/>
                <a:gd name="T12" fmla="*/ 58335767 w 442"/>
                <a:gd name="T13" fmla="*/ 517545010 h 584"/>
                <a:gd name="T14" fmla="*/ 19811751 w 442"/>
                <a:gd name="T15" fmla="*/ 488250108 h 584"/>
                <a:gd name="T16" fmla="*/ 0 w 442"/>
                <a:gd name="T17" fmla="*/ 460040587 h 584"/>
                <a:gd name="T18" fmla="*/ 0 w 442"/>
                <a:gd name="T19" fmla="*/ 440509958 h 584"/>
                <a:gd name="T20" fmla="*/ 38524015 w 442"/>
                <a:gd name="T21" fmla="*/ 402535123 h 584"/>
                <a:gd name="T22" fmla="*/ 78147518 w 442"/>
                <a:gd name="T23" fmla="*/ 402535123 h 584"/>
                <a:gd name="T24" fmla="*/ 106765658 w 442"/>
                <a:gd name="T25" fmla="*/ 412300438 h 584"/>
                <a:gd name="T26" fmla="*/ 184913176 w 442"/>
                <a:gd name="T27" fmla="*/ 420980370 h 584"/>
                <a:gd name="T28" fmla="*/ 58335767 w 442"/>
                <a:gd name="T29" fmla="*/ 172515350 h 584"/>
                <a:gd name="T30" fmla="*/ 0 w 442"/>
                <a:gd name="T31" fmla="*/ 67269737 h 584"/>
                <a:gd name="T32" fmla="*/ 9905876 w 442"/>
                <a:gd name="T33" fmla="*/ 29294902 h 584"/>
                <a:gd name="T34" fmla="*/ 38524015 w 442"/>
                <a:gd name="T35" fmla="*/ 19529588 h 584"/>
                <a:gd name="T36" fmla="*/ 78147518 w 442"/>
                <a:gd name="T37" fmla="*/ 9765315 h 584"/>
                <a:gd name="T38" fmla="*/ 136483285 w 442"/>
                <a:gd name="T39" fmla="*/ 0 h 584"/>
                <a:gd name="T40" fmla="*/ 165100375 w 442"/>
                <a:gd name="T41" fmla="*/ 29294902 h 584"/>
                <a:gd name="T42" fmla="*/ 165100375 w 442"/>
                <a:gd name="T43" fmla="*/ 29294902 h 584"/>
                <a:gd name="T44" fmla="*/ 165100375 w 442"/>
                <a:gd name="T45" fmla="*/ 47740149 h 584"/>
                <a:gd name="T46" fmla="*/ 175007300 w 442"/>
                <a:gd name="T47" fmla="*/ 86800366 h 584"/>
                <a:gd name="T48" fmla="*/ 184913176 w 442"/>
                <a:gd name="T49" fmla="*/ 134540516 h 584"/>
                <a:gd name="T50" fmla="*/ 261960157 w 442"/>
                <a:gd name="T51" fmla="*/ 277759922 h 584"/>
                <a:gd name="T52" fmla="*/ 291677784 w 442"/>
                <a:gd name="T53" fmla="*/ 345029659 h 584"/>
                <a:gd name="T54" fmla="*/ 320295924 w 442"/>
                <a:gd name="T55" fmla="*/ 364560289 h 584"/>
                <a:gd name="T56" fmla="*/ 330201800 w 442"/>
                <a:gd name="T57" fmla="*/ 325500072 h 584"/>
                <a:gd name="T58" fmla="*/ 368724766 w 442"/>
                <a:gd name="T59" fmla="*/ 287525237 h 584"/>
                <a:gd name="T60" fmla="*/ 388537566 w 442"/>
                <a:gd name="T61" fmla="*/ 277759922 h 584"/>
                <a:gd name="T62" fmla="*/ 436966408 w 442"/>
                <a:gd name="T63" fmla="*/ 287525237 h 584"/>
                <a:gd name="T64" fmla="*/ 446872284 w 442"/>
                <a:gd name="T65" fmla="*/ 287525237 h 584"/>
                <a:gd name="T66" fmla="*/ 456779208 w 442"/>
                <a:gd name="T67" fmla="*/ 297290552 h 584"/>
                <a:gd name="T68" fmla="*/ 485396299 w 442"/>
                <a:gd name="T69" fmla="*/ 345029659 h 584"/>
                <a:gd name="T70" fmla="*/ 485396299 w 442"/>
                <a:gd name="T71" fmla="*/ 354794974 h 584"/>
                <a:gd name="T72" fmla="*/ 485396299 w 442"/>
                <a:gd name="T73" fmla="*/ 402535123 h 584"/>
                <a:gd name="T74" fmla="*/ 485396299 w 442"/>
                <a:gd name="T75" fmla="*/ 440509958 h 584"/>
                <a:gd name="T76" fmla="*/ 485396299 w 442"/>
                <a:gd name="T77" fmla="*/ 460040587 h 584"/>
                <a:gd name="T78" fmla="*/ 485396299 w 442"/>
                <a:gd name="T79" fmla="*/ 527310324 h 584"/>
                <a:gd name="T80" fmla="*/ 466685084 w 442"/>
                <a:gd name="T81" fmla="*/ 593495721 h 58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442" h="584">
                  <a:moveTo>
                    <a:pt x="424" y="547"/>
                  </a:moveTo>
                  <a:lnTo>
                    <a:pt x="424" y="547"/>
                  </a:lnTo>
                  <a:lnTo>
                    <a:pt x="353" y="574"/>
                  </a:lnTo>
                  <a:lnTo>
                    <a:pt x="335" y="583"/>
                  </a:lnTo>
                  <a:lnTo>
                    <a:pt x="309" y="583"/>
                  </a:lnTo>
                  <a:lnTo>
                    <a:pt x="291" y="574"/>
                  </a:lnTo>
                  <a:lnTo>
                    <a:pt x="265" y="565"/>
                  </a:lnTo>
                  <a:lnTo>
                    <a:pt x="238" y="547"/>
                  </a:lnTo>
                  <a:lnTo>
                    <a:pt x="212" y="530"/>
                  </a:lnTo>
                  <a:lnTo>
                    <a:pt x="53" y="477"/>
                  </a:lnTo>
                  <a:lnTo>
                    <a:pt x="18" y="450"/>
                  </a:lnTo>
                  <a:lnTo>
                    <a:pt x="0" y="433"/>
                  </a:lnTo>
                  <a:lnTo>
                    <a:pt x="0" y="424"/>
                  </a:lnTo>
                  <a:lnTo>
                    <a:pt x="0" y="406"/>
                  </a:lnTo>
                  <a:lnTo>
                    <a:pt x="18" y="388"/>
                  </a:lnTo>
                  <a:lnTo>
                    <a:pt x="35" y="371"/>
                  </a:lnTo>
                  <a:lnTo>
                    <a:pt x="71" y="371"/>
                  </a:lnTo>
                  <a:lnTo>
                    <a:pt x="97" y="380"/>
                  </a:lnTo>
                  <a:lnTo>
                    <a:pt x="168" y="388"/>
                  </a:lnTo>
                  <a:lnTo>
                    <a:pt x="53" y="159"/>
                  </a:lnTo>
                  <a:lnTo>
                    <a:pt x="0" y="62"/>
                  </a:lnTo>
                  <a:lnTo>
                    <a:pt x="0" y="44"/>
                  </a:lnTo>
                  <a:lnTo>
                    <a:pt x="9" y="27"/>
                  </a:lnTo>
                  <a:lnTo>
                    <a:pt x="18" y="18"/>
                  </a:lnTo>
                  <a:lnTo>
                    <a:pt x="35" y="18"/>
                  </a:lnTo>
                  <a:lnTo>
                    <a:pt x="71" y="9"/>
                  </a:lnTo>
                  <a:lnTo>
                    <a:pt x="124" y="0"/>
                  </a:lnTo>
                  <a:lnTo>
                    <a:pt x="141" y="0"/>
                  </a:lnTo>
                  <a:lnTo>
                    <a:pt x="150" y="27"/>
                  </a:lnTo>
                  <a:lnTo>
                    <a:pt x="150" y="44"/>
                  </a:lnTo>
                  <a:lnTo>
                    <a:pt x="159" y="80"/>
                  </a:lnTo>
                  <a:lnTo>
                    <a:pt x="168" y="124"/>
                  </a:lnTo>
                  <a:lnTo>
                    <a:pt x="238" y="256"/>
                  </a:lnTo>
                  <a:lnTo>
                    <a:pt x="256" y="300"/>
                  </a:lnTo>
                  <a:lnTo>
                    <a:pt x="265" y="318"/>
                  </a:lnTo>
                  <a:lnTo>
                    <a:pt x="291" y="336"/>
                  </a:lnTo>
                  <a:lnTo>
                    <a:pt x="300" y="300"/>
                  </a:lnTo>
                  <a:lnTo>
                    <a:pt x="318" y="283"/>
                  </a:lnTo>
                  <a:lnTo>
                    <a:pt x="335" y="265"/>
                  </a:lnTo>
                  <a:lnTo>
                    <a:pt x="353" y="256"/>
                  </a:lnTo>
                  <a:lnTo>
                    <a:pt x="362" y="256"/>
                  </a:lnTo>
                  <a:lnTo>
                    <a:pt x="397" y="265"/>
                  </a:lnTo>
                  <a:lnTo>
                    <a:pt x="406" y="265"/>
                  </a:lnTo>
                  <a:lnTo>
                    <a:pt x="415" y="274"/>
                  </a:lnTo>
                  <a:lnTo>
                    <a:pt x="441" y="318"/>
                  </a:lnTo>
                  <a:lnTo>
                    <a:pt x="441" y="327"/>
                  </a:lnTo>
                  <a:lnTo>
                    <a:pt x="441" y="371"/>
                  </a:lnTo>
                  <a:lnTo>
                    <a:pt x="441" y="406"/>
                  </a:lnTo>
                  <a:lnTo>
                    <a:pt x="441" y="424"/>
                  </a:lnTo>
                  <a:lnTo>
                    <a:pt x="441" y="486"/>
                  </a:lnTo>
                  <a:lnTo>
                    <a:pt x="432" y="512"/>
                  </a:lnTo>
                  <a:lnTo>
                    <a:pt x="424" y="547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17"/>
            <p:cNvSpPr>
              <a:spLocks noChangeArrowheads="1"/>
            </p:cNvSpPr>
            <p:nvPr/>
          </p:nvSpPr>
          <p:spPr bwMode="auto">
            <a:xfrm>
              <a:off x="4480076" y="2460611"/>
              <a:ext cx="484988" cy="531745"/>
            </a:xfrm>
            <a:custGeom>
              <a:avLst/>
              <a:gdLst>
                <a:gd name="T0" fmla="*/ 500451775 w 469"/>
                <a:gd name="T1" fmla="*/ 189836081 h 512"/>
                <a:gd name="T2" fmla="*/ 500451775 w 469"/>
                <a:gd name="T3" fmla="*/ 189836081 h 512"/>
                <a:gd name="T4" fmla="*/ 481203232 w 469"/>
                <a:gd name="T5" fmla="*/ 380751230 h 512"/>
                <a:gd name="T6" fmla="*/ 490827504 w 469"/>
                <a:gd name="T7" fmla="*/ 428210510 h 512"/>
                <a:gd name="T8" fmla="*/ 490827504 w 469"/>
                <a:gd name="T9" fmla="*/ 428210510 h 512"/>
                <a:gd name="T10" fmla="*/ 490827504 w 469"/>
                <a:gd name="T11" fmla="*/ 465962328 h 512"/>
                <a:gd name="T12" fmla="*/ 481203232 w 469"/>
                <a:gd name="T13" fmla="*/ 495084713 h 512"/>
                <a:gd name="T14" fmla="*/ 453400701 w 469"/>
                <a:gd name="T15" fmla="*/ 523129069 h 512"/>
                <a:gd name="T16" fmla="*/ 415973897 w 469"/>
                <a:gd name="T17" fmla="*/ 542543993 h 512"/>
                <a:gd name="T18" fmla="*/ 349674280 w 469"/>
                <a:gd name="T19" fmla="*/ 551172387 h 512"/>
                <a:gd name="T20" fmla="*/ 292999968 w 469"/>
                <a:gd name="T21" fmla="*/ 532836531 h 512"/>
                <a:gd name="T22" fmla="*/ 95171398 w 469"/>
                <a:gd name="T23" fmla="*/ 446547404 h 512"/>
                <a:gd name="T24" fmla="*/ 48120323 w 469"/>
                <a:gd name="T25" fmla="*/ 428210510 h 512"/>
                <a:gd name="T26" fmla="*/ 28871780 w 469"/>
                <a:gd name="T27" fmla="*/ 380751230 h 512"/>
                <a:gd name="T28" fmla="*/ 19248543 w 469"/>
                <a:gd name="T29" fmla="*/ 351628844 h 512"/>
                <a:gd name="T30" fmla="*/ 48120323 w 469"/>
                <a:gd name="T31" fmla="*/ 323584488 h 512"/>
                <a:gd name="T32" fmla="*/ 66299618 w 469"/>
                <a:gd name="T33" fmla="*/ 313877026 h 512"/>
                <a:gd name="T34" fmla="*/ 132598201 w 469"/>
                <a:gd name="T35" fmla="*/ 323584488 h 512"/>
                <a:gd name="T36" fmla="*/ 170025004 w 469"/>
                <a:gd name="T37" fmla="*/ 333291950 h 512"/>
                <a:gd name="T38" fmla="*/ 170025004 w 469"/>
                <a:gd name="T39" fmla="*/ 323584488 h 512"/>
                <a:gd name="T40" fmla="*/ 132598201 w 469"/>
                <a:gd name="T41" fmla="*/ 256710284 h 512"/>
                <a:gd name="T42" fmla="*/ 95171398 w 469"/>
                <a:gd name="T43" fmla="*/ 199543543 h 512"/>
                <a:gd name="T44" fmla="*/ 38496052 w 469"/>
                <a:gd name="T45" fmla="*/ 132669339 h 512"/>
                <a:gd name="T46" fmla="*/ 38496052 w 469"/>
                <a:gd name="T47" fmla="*/ 132669339 h 512"/>
                <a:gd name="T48" fmla="*/ 9624271 w 469"/>
                <a:gd name="T49" fmla="*/ 85211098 h 512"/>
                <a:gd name="T50" fmla="*/ 9624271 w 469"/>
                <a:gd name="T51" fmla="*/ 85211098 h 512"/>
                <a:gd name="T52" fmla="*/ 0 w 469"/>
                <a:gd name="T53" fmla="*/ 57166742 h 512"/>
                <a:gd name="T54" fmla="*/ 0 w 469"/>
                <a:gd name="T55" fmla="*/ 57166742 h 512"/>
                <a:gd name="T56" fmla="*/ 66299618 w 469"/>
                <a:gd name="T57" fmla="*/ 0 h 512"/>
                <a:gd name="T58" fmla="*/ 85547126 w 469"/>
                <a:gd name="T59" fmla="*/ 0 h 512"/>
                <a:gd name="T60" fmla="*/ 113349658 w 469"/>
                <a:gd name="T61" fmla="*/ 18336894 h 512"/>
                <a:gd name="T62" fmla="*/ 142222472 w 469"/>
                <a:gd name="T63" fmla="*/ 57166742 h 512"/>
                <a:gd name="T64" fmla="*/ 179649276 w 469"/>
                <a:gd name="T65" fmla="*/ 94918560 h 512"/>
                <a:gd name="T66" fmla="*/ 198897819 w 469"/>
                <a:gd name="T67" fmla="*/ 114333484 h 512"/>
                <a:gd name="T68" fmla="*/ 245948893 w 469"/>
                <a:gd name="T69" fmla="*/ 180128619 h 512"/>
                <a:gd name="T70" fmla="*/ 283375696 w 469"/>
                <a:gd name="T71" fmla="*/ 227587899 h 512"/>
                <a:gd name="T72" fmla="*/ 330426771 w 469"/>
                <a:gd name="T73" fmla="*/ 284754640 h 512"/>
                <a:gd name="T74" fmla="*/ 330426771 w 469"/>
                <a:gd name="T75" fmla="*/ 276126247 h 512"/>
                <a:gd name="T76" fmla="*/ 340050008 w 469"/>
                <a:gd name="T77" fmla="*/ 180128619 h 512"/>
                <a:gd name="T78" fmla="*/ 340050008 w 469"/>
                <a:gd name="T79" fmla="*/ 171500225 h 512"/>
                <a:gd name="T80" fmla="*/ 340050008 w 469"/>
                <a:gd name="T81" fmla="*/ 171500225 h 512"/>
                <a:gd name="T82" fmla="*/ 340050008 w 469"/>
                <a:gd name="T83" fmla="*/ 171500225 h 512"/>
                <a:gd name="T84" fmla="*/ 349674280 w 469"/>
                <a:gd name="T85" fmla="*/ 161792763 h 512"/>
                <a:gd name="T86" fmla="*/ 387101083 w 469"/>
                <a:gd name="T87" fmla="*/ 152085301 h 512"/>
                <a:gd name="T88" fmla="*/ 434152158 w 469"/>
                <a:gd name="T89" fmla="*/ 152085301 h 512"/>
                <a:gd name="T90" fmla="*/ 481203232 w 469"/>
                <a:gd name="T91" fmla="*/ 171500225 h 512"/>
                <a:gd name="T92" fmla="*/ 481203232 w 469"/>
                <a:gd name="T93" fmla="*/ 171500225 h 512"/>
                <a:gd name="T94" fmla="*/ 481203232 w 469"/>
                <a:gd name="T95" fmla="*/ 171500225 h 512"/>
                <a:gd name="T96" fmla="*/ 500451775 w 469"/>
                <a:gd name="T97" fmla="*/ 189836081 h 512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469" h="512">
                  <a:moveTo>
                    <a:pt x="468" y="176"/>
                  </a:moveTo>
                  <a:lnTo>
                    <a:pt x="468" y="176"/>
                  </a:lnTo>
                  <a:lnTo>
                    <a:pt x="450" y="264"/>
                  </a:lnTo>
                  <a:lnTo>
                    <a:pt x="450" y="353"/>
                  </a:lnTo>
                  <a:lnTo>
                    <a:pt x="459" y="397"/>
                  </a:lnTo>
                  <a:lnTo>
                    <a:pt x="459" y="432"/>
                  </a:lnTo>
                  <a:lnTo>
                    <a:pt x="459" y="441"/>
                  </a:lnTo>
                  <a:lnTo>
                    <a:pt x="450" y="459"/>
                  </a:lnTo>
                  <a:lnTo>
                    <a:pt x="424" y="485"/>
                  </a:lnTo>
                  <a:lnTo>
                    <a:pt x="406" y="503"/>
                  </a:lnTo>
                  <a:lnTo>
                    <a:pt x="389" y="503"/>
                  </a:lnTo>
                  <a:lnTo>
                    <a:pt x="327" y="511"/>
                  </a:lnTo>
                  <a:lnTo>
                    <a:pt x="300" y="503"/>
                  </a:lnTo>
                  <a:lnTo>
                    <a:pt x="274" y="494"/>
                  </a:lnTo>
                  <a:lnTo>
                    <a:pt x="89" y="414"/>
                  </a:lnTo>
                  <a:lnTo>
                    <a:pt x="45" y="397"/>
                  </a:lnTo>
                  <a:lnTo>
                    <a:pt x="36" y="379"/>
                  </a:lnTo>
                  <a:lnTo>
                    <a:pt x="27" y="353"/>
                  </a:lnTo>
                  <a:lnTo>
                    <a:pt x="18" y="326"/>
                  </a:lnTo>
                  <a:lnTo>
                    <a:pt x="27" y="309"/>
                  </a:lnTo>
                  <a:lnTo>
                    <a:pt x="45" y="300"/>
                  </a:lnTo>
                  <a:lnTo>
                    <a:pt x="62" y="291"/>
                  </a:lnTo>
                  <a:lnTo>
                    <a:pt x="98" y="291"/>
                  </a:lnTo>
                  <a:lnTo>
                    <a:pt x="124" y="300"/>
                  </a:lnTo>
                  <a:lnTo>
                    <a:pt x="159" y="309"/>
                  </a:lnTo>
                  <a:lnTo>
                    <a:pt x="159" y="300"/>
                  </a:lnTo>
                  <a:lnTo>
                    <a:pt x="124" y="238"/>
                  </a:lnTo>
                  <a:lnTo>
                    <a:pt x="89" y="185"/>
                  </a:lnTo>
                  <a:lnTo>
                    <a:pt x="36" y="123"/>
                  </a:lnTo>
                  <a:lnTo>
                    <a:pt x="9" y="79"/>
                  </a:lnTo>
                  <a:lnTo>
                    <a:pt x="0" y="53"/>
                  </a:lnTo>
                  <a:lnTo>
                    <a:pt x="36" y="17"/>
                  </a:lnTo>
                  <a:lnTo>
                    <a:pt x="62" y="0"/>
                  </a:lnTo>
                  <a:lnTo>
                    <a:pt x="80" y="0"/>
                  </a:lnTo>
                  <a:lnTo>
                    <a:pt x="98" y="0"/>
                  </a:lnTo>
                  <a:lnTo>
                    <a:pt x="106" y="17"/>
                  </a:lnTo>
                  <a:lnTo>
                    <a:pt x="133" y="53"/>
                  </a:lnTo>
                  <a:lnTo>
                    <a:pt x="168" y="88"/>
                  </a:lnTo>
                  <a:lnTo>
                    <a:pt x="186" y="106"/>
                  </a:lnTo>
                  <a:lnTo>
                    <a:pt x="230" y="167"/>
                  </a:lnTo>
                  <a:lnTo>
                    <a:pt x="265" y="211"/>
                  </a:lnTo>
                  <a:lnTo>
                    <a:pt x="309" y="264"/>
                  </a:lnTo>
                  <a:lnTo>
                    <a:pt x="309" y="256"/>
                  </a:lnTo>
                  <a:lnTo>
                    <a:pt x="318" y="167"/>
                  </a:lnTo>
                  <a:lnTo>
                    <a:pt x="318" y="159"/>
                  </a:lnTo>
                  <a:lnTo>
                    <a:pt x="327" y="150"/>
                  </a:lnTo>
                  <a:lnTo>
                    <a:pt x="362" y="141"/>
                  </a:lnTo>
                  <a:lnTo>
                    <a:pt x="389" y="141"/>
                  </a:lnTo>
                  <a:lnTo>
                    <a:pt x="406" y="141"/>
                  </a:lnTo>
                  <a:lnTo>
                    <a:pt x="450" y="159"/>
                  </a:lnTo>
                  <a:lnTo>
                    <a:pt x="468" y="176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18"/>
            <p:cNvSpPr>
              <a:spLocks noChangeArrowheads="1"/>
            </p:cNvSpPr>
            <p:nvPr/>
          </p:nvSpPr>
          <p:spPr bwMode="auto">
            <a:xfrm>
              <a:off x="5645748" y="1848042"/>
              <a:ext cx="523277" cy="514729"/>
            </a:xfrm>
            <a:custGeom>
              <a:avLst/>
              <a:gdLst>
                <a:gd name="T0" fmla="*/ 104561958 w 504"/>
                <a:gd name="T1" fmla="*/ 0 h 495"/>
                <a:gd name="T2" fmla="*/ 47430284 w 504"/>
                <a:gd name="T3" fmla="*/ 38927031 h 495"/>
                <a:gd name="T4" fmla="*/ 9701389 w 504"/>
                <a:gd name="T5" fmla="*/ 76772610 h 495"/>
                <a:gd name="T6" fmla="*/ 9701389 w 504"/>
                <a:gd name="T7" fmla="*/ 124350208 h 495"/>
                <a:gd name="T8" fmla="*/ 66833063 w 504"/>
                <a:gd name="T9" fmla="*/ 171926765 h 495"/>
                <a:gd name="T10" fmla="*/ 275956978 w 504"/>
                <a:gd name="T11" fmla="*/ 334122552 h 495"/>
                <a:gd name="T12" fmla="*/ 303984484 w 504"/>
                <a:gd name="T13" fmla="*/ 371968132 h 495"/>
                <a:gd name="T14" fmla="*/ 246852810 w 504"/>
                <a:gd name="T15" fmla="*/ 371968132 h 495"/>
                <a:gd name="T16" fmla="*/ 199422526 w 504"/>
                <a:gd name="T17" fmla="*/ 363317565 h 495"/>
                <a:gd name="T18" fmla="*/ 161693631 w 504"/>
                <a:gd name="T19" fmla="*/ 410894123 h 495"/>
                <a:gd name="T20" fmla="*/ 161693631 w 504"/>
                <a:gd name="T21" fmla="*/ 458471720 h 495"/>
                <a:gd name="T22" fmla="*/ 181097448 w 504"/>
                <a:gd name="T23" fmla="*/ 496317300 h 495"/>
                <a:gd name="T24" fmla="*/ 209123915 w 504"/>
                <a:gd name="T25" fmla="*/ 525512313 h 495"/>
                <a:gd name="T26" fmla="*/ 228527733 w 504"/>
                <a:gd name="T27" fmla="*/ 534162879 h 495"/>
                <a:gd name="T28" fmla="*/ 295360796 w 504"/>
                <a:gd name="T29" fmla="*/ 534162879 h 495"/>
                <a:gd name="T30" fmla="*/ 295360796 w 504"/>
                <a:gd name="T31" fmla="*/ 534162879 h 495"/>
                <a:gd name="T32" fmla="*/ 504484711 w 504"/>
                <a:gd name="T33" fmla="*/ 506049317 h 495"/>
                <a:gd name="T34" fmla="*/ 542213606 w 504"/>
                <a:gd name="T35" fmla="*/ 468203738 h 495"/>
                <a:gd name="T36" fmla="*/ 542213606 w 504"/>
                <a:gd name="T37" fmla="*/ 448739702 h 495"/>
                <a:gd name="T38" fmla="*/ 542213606 w 504"/>
                <a:gd name="T39" fmla="*/ 420626140 h 495"/>
                <a:gd name="T40" fmla="*/ 542213606 w 504"/>
                <a:gd name="T41" fmla="*/ 391431127 h 495"/>
                <a:gd name="T42" fmla="*/ 532512216 w 504"/>
                <a:gd name="T43" fmla="*/ 334122552 h 495"/>
                <a:gd name="T44" fmla="*/ 504484711 w 504"/>
                <a:gd name="T45" fmla="*/ 143813203 h 495"/>
                <a:gd name="T46" fmla="*/ 504484711 w 504"/>
                <a:gd name="T47" fmla="*/ 134081185 h 495"/>
                <a:gd name="T48" fmla="*/ 494783321 w 504"/>
                <a:gd name="T49" fmla="*/ 124350208 h 495"/>
                <a:gd name="T50" fmla="*/ 465678115 w 504"/>
                <a:gd name="T51" fmla="*/ 114618190 h 495"/>
                <a:gd name="T52" fmla="*/ 457054427 w 504"/>
                <a:gd name="T53" fmla="*/ 114618190 h 495"/>
                <a:gd name="T54" fmla="*/ 390221364 w 504"/>
                <a:gd name="T55" fmla="*/ 162194747 h 495"/>
                <a:gd name="T56" fmla="*/ 390221364 w 504"/>
                <a:gd name="T57" fmla="*/ 181658783 h 495"/>
                <a:gd name="T58" fmla="*/ 427949220 w 504"/>
                <a:gd name="T59" fmla="*/ 276812937 h 495"/>
                <a:gd name="T60" fmla="*/ 295360796 w 504"/>
                <a:gd name="T61" fmla="*/ 171926765 h 495"/>
                <a:gd name="T62" fmla="*/ 238229122 w 504"/>
                <a:gd name="T63" fmla="*/ 124350208 h 495"/>
                <a:gd name="T64" fmla="*/ 104561958 w 504"/>
                <a:gd name="T65" fmla="*/ 0 h 49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495">
                  <a:moveTo>
                    <a:pt x="97" y="0"/>
                  </a:moveTo>
                  <a:lnTo>
                    <a:pt x="97" y="0"/>
                  </a:lnTo>
                  <a:lnTo>
                    <a:pt x="71" y="9"/>
                  </a:lnTo>
                  <a:lnTo>
                    <a:pt x="44" y="36"/>
                  </a:lnTo>
                  <a:lnTo>
                    <a:pt x="9" y="71"/>
                  </a:lnTo>
                  <a:lnTo>
                    <a:pt x="0" y="97"/>
                  </a:lnTo>
                  <a:lnTo>
                    <a:pt x="9" y="115"/>
                  </a:lnTo>
                  <a:lnTo>
                    <a:pt x="62" y="159"/>
                  </a:lnTo>
                  <a:lnTo>
                    <a:pt x="256" y="309"/>
                  </a:lnTo>
                  <a:lnTo>
                    <a:pt x="282" y="344"/>
                  </a:lnTo>
                  <a:lnTo>
                    <a:pt x="229" y="344"/>
                  </a:lnTo>
                  <a:lnTo>
                    <a:pt x="185" y="336"/>
                  </a:lnTo>
                  <a:lnTo>
                    <a:pt x="168" y="353"/>
                  </a:lnTo>
                  <a:lnTo>
                    <a:pt x="150" y="380"/>
                  </a:lnTo>
                  <a:lnTo>
                    <a:pt x="150" y="424"/>
                  </a:lnTo>
                  <a:lnTo>
                    <a:pt x="168" y="459"/>
                  </a:lnTo>
                  <a:lnTo>
                    <a:pt x="185" y="486"/>
                  </a:lnTo>
                  <a:lnTo>
                    <a:pt x="194" y="486"/>
                  </a:lnTo>
                  <a:lnTo>
                    <a:pt x="212" y="494"/>
                  </a:lnTo>
                  <a:lnTo>
                    <a:pt x="274" y="494"/>
                  </a:lnTo>
                  <a:lnTo>
                    <a:pt x="468" y="468"/>
                  </a:lnTo>
                  <a:lnTo>
                    <a:pt x="494" y="459"/>
                  </a:lnTo>
                  <a:lnTo>
                    <a:pt x="503" y="433"/>
                  </a:lnTo>
                  <a:lnTo>
                    <a:pt x="503" y="415"/>
                  </a:lnTo>
                  <a:lnTo>
                    <a:pt x="503" y="389"/>
                  </a:lnTo>
                  <a:lnTo>
                    <a:pt x="503" y="362"/>
                  </a:lnTo>
                  <a:lnTo>
                    <a:pt x="494" y="309"/>
                  </a:lnTo>
                  <a:lnTo>
                    <a:pt x="485" y="221"/>
                  </a:lnTo>
                  <a:lnTo>
                    <a:pt x="468" y="133"/>
                  </a:lnTo>
                  <a:lnTo>
                    <a:pt x="468" y="124"/>
                  </a:lnTo>
                  <a:lnTo>
                    <a:pt x="459" y="115"/>
                  </a:lnTo>
                  <a:lnTo>
                    <a:pt x="432" y="106"/>
                  </a:lnTo>
                  <a:lnTo>
                    <a:pt x="424" y="106"/>
                  </a:lnTo>
                  <a:lnTo>
                    <a:pt x="379" y="133"/>
                  </a:lnTo>
                  <a:lnTo>
                    <a:pt x="362" y="150"/>
                  </a:lnTo>
                  <a:lnTo>
                    <a:pt x="362" y="168"/>
                  </a:lnTo>
                  <a:lnTo>
                    <a:pt x="379" y="221"/>
                  </a:lnTo>
                  <a:lnTo>
                    <a:pt x="397" y="256"/>
                  </a:lnTo>
                  <a:lnTo>
                    <a:pt x="397" y="292"/>
                  </a:lnTo>
                  <a:lnTo>
                    <a:pt x="274" y="159"/>
                  </a:lnTo>
                  <a:lnTo>
                    <a:pt x="221" y="115"/>
                  </a:lnTo>
                  <a:lnTo>
                    <a:pt x="177" y="71"/>
                  </a:lnTo>
                  <a:lnTo>
                    <a:pt x="97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19"/>
            <p:cNvSpPr>
              <a:spLocks noChangeArrowheads="1"/>
            </p:cNvSpPr>
            <p:nvPr/>
          </p:nvSpPr>
          <p:spPr bwMode="auto">
            <a:xfrm>
              <a:off x="6105210" y="2358516"/>
              <a:ext cx="4256" cy="425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20"/>
            <p:cNvSpPr>
              <a:spLocks noChangeArrowheads="1"/>
            </p:cNvSpPr>
            <p:nvPr/>
          </p:nvSpPr>
          <p:spPr bwMode="auto">
            <a:xfrm>
              <a:off x="6105210" y="2358516"/>
              <a:ext cx="4256" cy="4255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6512" name="Group 22"/>
          <p:cNvGrpSpPr>
            <a:grpSpLocks/>
          </p:cNvGrpSpPr>
          <p:nvPr/>
        </p:nvGrpSpPr>
        <p:grpSpPr bwMode="auto">
          <a:xfrm>
            <a:off x="7312025" y="930275"/>
            <a:ext cx="1793875" cy="1114425"/>
            <a:chOff x="1371224" y="771381"/>
            <a:chExt cx="5955349" cy="3697335"/>
          </a:xfrm>
        </p:grpSpPr>
        <p:grpSp>
          <p:nvGrpSpPr>
            <p:cNvPr id="106631" name="Group 93"/>
            <p:cNvGrpSpPr>
              <a:grpSpLocks/>
            </p:cNvGrpSpPr>
            <p:nvPr/>
          </p:nvGrpSpPr>
          <p:grpSpPr bwMode="auto">
            <a:xfrm>
              <a:off x="1371224" y="771381"/>
              <a:ext cx="5955349" cy="3644747"/>
              <a:chOff x="2209801" y="1581150"/>
              <a:chExt cx="4365816" cy="2671826"/>
            </a:xfrm>
          </p:grpSpPr>
          <p:sp>
            <p:nvSpPr>
              <p:cNvPr id="95" name="Freeform 21"/>
              <p:cNvSpPr>
                <a:spLocks noChangeArrowheads="1"/>
              </p:cNvSpPr>
              <p:nvPr/>
            </p:nvSpPr>
            <p:spPr bwMode="auto">
              <a:xfrm>
                <a:off x="4323164" y="3619724"/>
                <a:ext cx="173861" cy="625472"/>
              </a:xfrm>
              <a:custGeom>
                <a:avLst/>
                <a:gdLst>
                  <a:gd name="T0" fmla="*/ 170287536 w 168"/>
                  <a:gd name="T1" fmla="*/ 572957329 h 601"/>
                  <a:gd name="T2" fmla="*/ 170287536 w 168"/>
                  <a:gd name="T3" fmla="*/ 572957329 h 601"/>
                  <a:gd name="T4" fmla="*/ 170287536 w 168"/>
                  <a:gd name="T5" fmla="*/ 554544932 h 601"/>
                  <a:gd name="T6" fmla="*/ 160648599 w 168"/>
                  <a:gd name="T7" fmla="*/ 535049147 h 601"/>
                  <a:gd name="T8" fmla="*/ 160648599 w 168"/>
                  <a:gd name="T9" fmla="*/ 535049147 h 601"/>
                  <a:gd name="T10" fmla="*/ 160648599 w 168"/>
                  <a:gd name="T11" fmla="*/ 487392552 h 601"/>
                  <a:gd name="T12" fmla="*/ 160648599 w 168"/>
                  <a:gd name="T13" fmla="*/ 487392552 h 601"/>
                  <a:gd name="T14" fmla="*/ 160648599 w 168"/>
                  <a:gd name="T15" fmla="*/ 401828814 h 601"/>
                  <a:gd name="T16" fmla="*/ 160648599 w 168"/>
                  <a:gd name="T17" fmla="*/ 401828814 h 601"/>
                  <a:gd name="T18" fmla="*/ 151009662 w 168"/>
                  <a:gd name="T19" fmla="*/ 257776681 h 601"/>
                  <a:gd name="T20" fmla="*/ 151009662 w 168"/>
                  <a:gd name="T21" fmla="*/ 124556348 h 601"/>
                  <a:gd name="T22" fmla="*/ 151009662 w 168"/>
                  <a:gd name="T23" fmla="*/ 114807935 h 601"/>
                  <a:gd name="T24" fmla="*/ 151009662 w 168"/>
                  <a:gd name="T25" fmla="*/ 114807935 h 601"/>
                  <a:gd name="T26" fmla="*/ 141370726 w 168"/>
                  <a:gd name="T27" fmla="*/ 57403968 h 601"/>
                  <a:gd name="T28" fmla="*/ 113525024 w 168"/>
                  <a:gd name="T29" fmla="*/ 9747372 h 601"/>
                  <a:gd name="T30" fmla="*/ 113525024 w 168"/>
                  <a:gd name="T31" fmla="*/ 0 h 601"/>
                  <a:gd name="T32" fmla="*/ 103886087 w 168"/>
                  <a:gd name="T33" fmla="*/ 0 h 601"/>
                  <a:gd name="T34" fmla="*/ 103886087 w 168"/>
                  <a:gd name="T35" fmla="*/ 0 h 601"/>
                  <a:gd name="T36" fmla="*/ 74969277 w 168"/>
                  <a:gd name="T37" fmla="*/ 9747372 h 601"/>
                  <a:gd name="T38" fmla="*/ 74969277 w 168"/>
                  <a:gd name="T39" fmla="*/ 9747372 h 601"/>
                  <a:gd name="T40" fmla="*/ 18206765 w 168"/>
                  <a:gd name="T41" fmla="*/ 19495785 h 601"/>
                  <a:gd name="T42" fmla="*/ 0 w 168"/>
                  <a:gd name="T43" fmla="*/ 19495785 h 601"/>
                  <a:gd name="T44" fmla="*/ 9638937 w 168"/>
                  <a:gd name="T45" fmla="*/ 29243158 h 601"/>
                  <a:gd name="T46" fmla="*/ 9638937 w 168"/>
                  <a:gd name="T47" fmla="*/ 29243158 h 601"/>
                  <a:gd name="T48" fmla="*/ 18206765 w 168"/>
                  <a:gd name="T49" fmla="*/ 172211903 h 601"/>
                  <a:gd name="T50" fmla="*/ 18206765 w 168"/>
                  <a:gd name="T51" fmla="*/ 172211903 h 601"/>
                  <a:gd name="T52" fmla="*/ 27845702 w 168"/>
                  <a:gd name="T53" fmla="*/ 277272466 h 601"/>
                  <a:gd name="T54" fmla="*/ 37484639 w 168"/>
                  <a:gd name="T55" fmla="*/ 382333029 h 601"/>
                  <a:gd name="T56" fmla="*/ 37484639 w 168"/>
                  <a:gd name="T57" fmla="*/ 382333029 h 601"/>
                  <a:gd name="T58" fmla="*/ 37484639 w 168"/>
                  <a:gd name="T59" fmla="*/ 382333029 h 601"/>
                  <a:gd name="T60" fmla="*/ 37484639 w 168"/>
                  <a:gd name="T61" fmla="*/ 382333029 h 601"/>
                  <a:gd name="T62" fmla="*/ 37484639 w 168"/>
                  <a:gd name="T63" fmla="*/ 420241212 h 601"/>
                  <a:gd name="T64" fmla="*/ 37484639 w 168"/>
                  <a:gd name="T65" fmla="*/ 420241212 h 601"/>
                  <a:gd name="T66" fmla="*/ 37484639 w 168"/>
                  <a:gd name="T67" fmla="*/ 459232782 h 601"/>
                  <a:gd name="T68" fmla="*/ 37484639 w 168"/>
                  <a:gd name="T69" fmla="*/ 459232782 h 601"/>
                  <a:gd name="T70" fmla="*/ 47123575 w 168"/>
                  <a:gd name="T71" fmla="*/ 506888337 h 601"/>
                  <a:gd name="T72" fmla="*/ 47123575 w 168"/>
                  <a:gd name="T73" fmla="*/ 506888337 h 601"/>
                  <a:gd name="T74" fmla="*/ 47123575 w 168"/>
                  <a:gd name="T75" fmla="*/ 525301775 h 601"/>
                  <a:gd name="T76" fmla="*/ 47123575 w 168"/>
                  <a:gd name="T77" fmla="*/ 525301775 h 601"/>
                  <a:gd name="T78" fmla="*/ 47123575 w 168"/>
                  <a:gd name="T79" fmla="*/ 572957329 h 601"/>
                  <a:gd name="T80" fmla="*/ 47123575 w 168"/>
                  <a:gd name="T81" fmla="*/ 572957329 h 601"/>
                  <a:gd name="T82" fmla="*/ 56762512 w 168"/>
                  <a:gd name="T83" fmla="*/ 611948900 h 601"/>
                  <a:gd name="T84" fmla="*/ 66401448 w 168"/>
                  <a:gd name="T85" fmla="*/ 640109710 h 601"/>
                  <a:gd name="T86" fmla="*/ 66401448 w 168"/>
                  <a:gd name="T87" fmla="*/ 640109710 h 601"/>
                  <a:gd name="T88" fmla="*/ 74969277 w 168"/>
                  <a:gd name="T89" fmla="*/ 640109710 h 601"/>
                  <a:gd name="T90" fmla="*/ 74969277 w 168"/>
                  <a:gd name="T91" fmla="*/ 640109710 h 601"/>
                  <a:gd name="T92" fmla="*/ 113525024 w 168"/>
                  <a:gd name="T93" fmla="*/ 640109710 h 601"/>
                  <a:gd name="T94" fmla="*/ 113525024 w 168"/>
                  <a:gd name="T95" fmla="*/ 640109710 h 601"/>
                  <a:gd name="T96" fmla="*/ 141370726 w 168"/>
                  <a:gd name="T97" fmla="*/ 649857082 h 601"/>
                  <a:gd name="T98" fmla="*/ 141370726 w 168"/>
                  <a:gd name="T99" fmla="*/ 630361297 h 601"/>
                  <a:gd name="T100" fmla="*/ 141370726 w 168"/>
                  <a:gd name="T101" fmla="*/ 630361297 h 601"/>
                  <a:gd name="T102" fmla="*/ 160648599 w 168"/>
                  <a:gd name="T103" fmla="*/ 630361297 h 601"/>
                  <a:gd name="T104" fmla="*/ 160648599 w 168"/>
                  <a:gd name="T105" fmla="*/ 630361297 h 601"/>
                  <a:gd name="T106" fmla="*/ 178855364 w 168"/>
                  <a:gd name="T107" fmla="*/ 630361297 h 601"/>
                  <a:gd name="T108" fmla="*/ 178855364 w 168"/>
                  <a:gd name="T109" fmla="*/ 630361297 h 601"/>
                  <a:gd name="T110" fmla="*/ 178855364 w 168"/>
                  <a:gd name="T111" fmla="*/ 602201528 h 601"/>
                  <a:gd name="T112" fmla="*/ 178855364 w 168"/>
                  <a:gd name="T113" fmla="*/ 602201528 h 601"/>
                  <a:gd name="T114" fmla="*/ 178855364 w 168"/>
                  <a:gd name="T115" fmla="*/ 592453115 h 601"/>
                  <a:gd name="T116" fmla="*/ 178855364 w 168"/>
                  <a:gd name="T117" fmla="*/ 592453115 h 601"/>
                  <a:gd name="T118" fmla="*/ 170287536 w 168"/>
                  <a:gd name="T119" fmla="*/ 572957329 h 60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68" h="601">
                    <a:moveTo>
                      <a:pt x="159" y="529"/>
                    </a:moveTo>
                    <a:lnTo>
                      <a:pt x="159" y="529"/>
                    </a:lnTo>
                    <a:lnTo>
                      <a:pt x="159" y="512"/>
                    </a:lnTo>
                    <a:lnTo>
                      <a:pt x="150" y="494"/>
                    </a:lnTo>
                    <a:lnTo>
                      <a:pt x="150" y="450"/>
                    </a:lnTo>
                    <a:lnTo>
                      <a:pt x="150" y="371"/>
                    </a:lnTo>
                    <a:lnTo>
                      <a:pt x="141" y="238"/>
                    </a:lnTo>
                    <a:lnTo>
                      <a:pt x="141" y="115"/>
                    </a:lnTo>
                    <a:lnTo>
                      <a:pt x="141" y="106"/>
                    </a:lnTo>
                    <a:lnTo>
                      <a:pt x="132" y="53"/>
                    </a:lnTo>
                    <a:lnTo>
                      <a:pt x="106" y="9"/>
                    </a:lnTo>
                    <a:lnTo>
                      <a:pt x="106" y="0"/>
                    </a:lnTo>
                    <a:lnTo>
                      <a:pt x="97" y="0"/>
                    </a:lnTo>
                    <a:lnTo>
                      <a:pt x="70" y="9"/>
                    </a:lnTo>
                    <a:lnTo>
                      <a:pt x="17" y="18"/>
                    </a:lnTo>
                    <a:lnTo>
                      <a:pt x="0" y="18"/>
                    </a:lnTo>
                    <a:lnTo>
                      <a:pt x="9" y="27"/>
                    </a:lnTo>
                    <a:lnTo>
                      <a:pt x="17" y="159"/>
                    </a:lnTo>
                    <a:lnTo>
                      <a:pt x="26" y="256"/>
                    </a:lnTo>
                    <a:lnTo>
                      <a:pt x="35" y="353"/>
                    </a:lnTo>
                    <a:lnTo>
                      <a:pt x="35" y="388"/>
                    </a:lnTo>
                    <a:lnTo>
                      <a:pt x="35" y="424"/>
                    </a:lnTo>
                    <a:lnTo>
                      <a:pt x="44" y="468"/>
                    </a:lnTo>
                    <a:lnTo>
                      <a:pt x="44" y="485"/>
                    </a:lnTo>
                    <a:lnTo>
                      <a:pt x="44" y="529"/>
                    </a:lnTo>
                    <a:lnTo>
                      <a:pt x="53" y="565"/>
                    </a:lnTo>
                    <a:lnTo>
                      <a:pt x="62" y="591"/>
                    </a:lnTo>
                    <a:lnTo>
                      <a:pt x="70" y="591"/>
                    </a:lnTo>
                    <a:lnTo>
                      <a:pt x="106" y="591"/>
                    </a:lnTo>
                    <a:lnTo>
                      <a:pt x="132" y="600"/>
                    </a:lnTo>
                    <a:lnTo>
                      <a:pt x="132" y="582"/>
                    </a:lnTo>
                    <a:lnTo>
                      <a:pt x="150" y="582"/>
                    </a:lnTo>
                    <a:lnTo>
                      <a:pt x="167" y="582"/>
                    </a:lnTo>
                    <a:lnTo>
                      <a:pt x="167" y="556"/>
                    </a:lnTo>
                    <a:lnTo>
                      <a:pt x="167" y="547"/>
                    </a:lnTo>
                    <a:lnTo>
                      <a:pt x="159" y="529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6" name="Freeform 22"/>
              <p:cNvSpPr>
                <a:spLocks noChangeArrowheads="1"/>
              </p:cNvSpPr>
              <p:nvPr/>
            </p:nvSpPr>
            <p:spPr bwMode="auto">
              <a:xfrm>
                <a:off x="2209801" y="1581150"/>
                <a:ext cx="4365816" cy="2671768"/>
              </a:xfrm>
              <a:custGeom>
                <a:avLst/>
                <a:gdLst>
                  <a:gd name="T0" fmla="*/ 1024990908 w 4192"/>
                  <a:gd name="T1" fmla="*/ 2147483646 h 2568"/>
                  <a:gd name="T2" fmla="*/ 1283137484 w 4192"/>
                  <a:gd name="T3" fmla="*/ 2147483646 h 2568"/>
                  <a:gd name="T4" fmla="*/ 1415463784 w 4192"/>
                  <a:gd name="T5" fmla="*/ 2147483646 h 2568"/>
                  <a:gd name="T6" fmla="*/ 1235412408 w 4192"/>
                  <a:gd name="T7" fmla="*/ 2147483646 h 2568"/>
                  <a:gd name="T8" fmla="*/ 1168164053 w 4192"/>
                  <a:gd name="T9" fmla="*/ 1842328653 h 2568"/>
                  <a:gd name="T10" fmla="*/ 1062953303 w 4192"/>
                  <a:gd name="T11" fmla="*/ 1852069994 h 2568"/>
                  <a:gd name="T12" fmla="*/ 1100916740 w 4192"/>
                  <a:gd name="T13" fmla="*/ 2147483646 h 2568"/>
                  <a:gd name="T14" fmla="*/ 938219274 w 4192"/>
                  <a:gd name="T15" fmla="*/ 2147483646 h 2568"/>
                  <a:gd name="T16" fmla="*/ 833008524 w 4192"/>
                  <a:gd name="T17" fmla="*/ 2147483646 h 2568"/>
                  <a:gd name="T18" fmla="*/ 813485245 w 4192"/>
                  <a:gd name="T19" fmla="*/ 1986294083 h 2568"/>
                  <a:gd name="T20" fmla="*/ 765760169 w 4192"/>
                  <a:gd name="T21" fmla="*/ 1699445247 h 2568"/>
                  <a:gd name="T22" fmla="*/ 680073740 w 4192"/>
                  <a:gd name="T23" fmla="*/ 1364968608 h 2568"/>
                  <a:gd name="T24" fmla="*/ 622587024 w 4192"/>
                  <a:gd name="T25" fmla="*/ 831320405 h 2568"/>
                  <a:gd name="T26" fmla="*/ 900256879 w 4192"/>
                  <a:gd name="T27" fmla="*/ 286848836 h 2568"/>
                  <a:gd name="T28" fmla="*/ 1387263029 w 4192"/>
                  <a:gd name="T29" fmla="*/ 152625787 h 2568"/>
                  <a:gd name="T30" fmla="*/ 2056489924 w 4192"/>
                  <a:gd name="T31" fmla="*/ 229479693 h 2568"/>
                  <a:gd name="T32" fmla="*/ 2147483646 w 4192"/>
                  <a:gd name="T33" fmla="*/ 286848836 h 2568"/>
                  <a:gd name="T34" fmla="*/ 2147483646 w 4192"/>
                  <a:gd name="T35" fmla="*/ 429732242 h 2568"/>
                  <a:gd name="T36" fmla="*/ 2147483646 w 4192"/>
                  <a:gd name="T37" fmla="*/ 811836683 h 2568"/>
                  <a:gd name="T38" fmla="*/ 2147483646 w 4192"/>
                  <a:gd name="T39" fmla="*/ 946060772 h 2568"/>
                  <a:gd name="T40" fmla="*/ 2147483646 w 4192"/>
                  <a:gd name="T41" fmla="*/ 878948207 h 2568"/>
                  <a:gd name="T42" fmla="*/ 2147483646 w 4192"/>
                  <a:gd name="T43" fmla="*/ 687354975 h 2568"/>
                  <a:gd name="T44" fmla="*/ 2147483646 w 4192"/>
                  <a:gd name="T45" fmla="*/ 372362059 h 2568"/>
                  <a:gd name="T46" fmla="*/ 2147483646 w 4192"/>
                  <a:gd name="T47" fmla="*/ 76853906 h 2568"/>
                  <a:gd name="T48" fmla="*/ 2147483646 w 4192"/>
                  <a:gd name="T49" fmla="*/ 200252549 h 2568"/>
                  <a:gd name="T50" fmla="*/ 2147483646 w 4192"/>
                  <a:gd name="T51" fmla="*/ 219737312 h 2568"/>
                  <a:gd name="T52" fmla="*/ 2147483646 w 4192"/>
                  <a:gd name="T53" fmla="*/ 631067856 h 2568"/>
                  <a:gd name="T54" fmla="*/ 2147483646 w 4192"/>
                  <a:gd name="T55" fmla="*/ 974203811 h 2568"/>
                  <a:gd name="T56" fmla="*/ 2147483646 w 4192"/>
                  <a:gd name="T57" fmla="*/ 1499191657 h 2568"/>
                  <a:gd name="T58" fmla="*/ 2147483646 w 4192"/>
                  <a:gd name="T59" fmla="*/ 1604189643 h 2568"/>
                  <a:gd name="T60" fmla="*/ 2147483646 w 4192"/>
                  <a:gd name="T61" fmla="*/ 1661558786 h 2568"/>
                  <a:gd name="T62" fmla="*/ 2147483646 w 4192"/>
                  <a:gd name="T63" fmla="*/ 1222085202 h 2568"/>
                  <a:gd name="T64" fmla="*/ 2147483646 w 4192"/>
                  <a:gd name="T65" fmla="*/ 1202600440 h 2568"/>
                  <a:gd name="T66" fmla="*/ 2147483646 w 4192"/>
                  <a:gd name="T67" fmla="*/ 1250228242 h 2568"/>
                  <a:gd name="T68" fmla="*/ 2147483646 w 4192"/>
                  <a:gd name="T69" fmla="*/ 1584704880 h 2568"/>
                  <a:gd name="T70" fmla="*/ 2147483646 w 4192"/>
                  <a:gd name="T71" fmla="*/ 1756814390 h 2568"/>
                  <a:gd name="T72" fmla="*/ 2147483646 w 4192"/>
                  <a:gd name="T73" fmla="*/ 1709186588 h 2568"/>
                  <a:gd name="T74" fmla="*/ 2147483646 w 4192"/>
                  <a:gd name="T75" fmla="*/ 1546819459 h 2568"/>
                  <a:gd name="T76" fmla="*/ 2147483646 w 4192"/>
                  <a:gd name="T77" fmla="*/ 1402854029 h 2568"/>
                  <a:gd name="T78" fmla="*/ 2147483646 w 4192"/>
                  <a:gd name="T79" fmla="*/ 1364968608 h 2568"/>
                  <a:gd name="T80" fmla="*/ 2147483646 w 4192"/>
                  <a:gd name="T81" fmla="*/ 1069459415 h 2568"/>
                  <a:gd name="T82" fmla="*/ 2147483646 w 4192"/>
                  <a:gd name="T83" fmla="*/ 534730228 h 2568"/>
                  <a:gd name="T84" fmla="*/ 2147483646 w 4192"/>
                  <a:gd name="T85" fmla="*/ 114739326 h 2568"/>
                  <a:gd name="T86" fmla="*/ 2147483646 w 4192"/>
                  <a:gd name="T87" fmla="*/ 86596287 h 2568"/>
                  <a:gd name="T88" fmla="*/ 2147483646 w 4192"/>
                  <a:gd name="T89" fmla="*/ 37885421 h 2568"/>
                  <a:gd name="T90" fmla="*/ 2147483646 w 4192"/>
                  <a:gd name="T91" fmla="*/ 181851891 h 2568"/>
                  <a:gd name="T92" fmla="*/ 2147483646 w 4192"/>
                  <a:gd name="T93" fmla="*/ 181851891 h 2568"/>
                  <a:gd name="T94" fmla="*/ 1492473779 w 4192"/>
                  <a:gd name="T95" fmla="*/ 67111524 h 2568"/>
                  <a:gd name="T96" fmla="*/ 804807769 w 4192"/>
                  <a:gd name="T97" fmla="*/ 286848836 h 2568"/>
                  <a:gd name="T98" fmla="*/ 603063745 w 4192"/>
                  <a:gd name="T99" fmla="*/ 239221034 h 2568"/>
                  <a:gd name="T100" fmla="*/ 220183140 w 4192"/>
                  <a:gd name="T101" fmla="*/ 200252549 h 2568"/>
                  <a:gd name="T102" fmla="*/ 86771634 w 4192"/>
                  <a:gd name="T103" fmla="*/ 124481708 h 2568"/>
                  <a:gd name="T104" fmla="*/ 47724034 w 4192"/>
                  <a:gd name="T105" fmla="*/ 334476638 h 2568"/>
                  <a:gd name="T106" fmla="*/ 105210750 w 4192"/>
                  <a:gd name="T107" fmla="*/ 411330544 h 2568"/>
                  <a:gd name="T108" fmla="*/ 267908216 w 4192"/>
                  <a:gd name="T109" fmla="*/ 344219020 h 2568"/>
                  <a:gd name="T110" fmla="*/ 699597019 w 4192"/>
                  <a:gd name="T111" fmla="*/ 382104440 h 2568"/>
                  <a:gd name="T112" fmla="*/ 536900595 w 4192"/>
                  <a:gd name="T113" fmla="*/ 831320405 h 2568"/>
                  <a:gd name="T114" fmla="*/ 680073740 w 4192"/>
                  <a:gd name="T115" fmla="*/ 1565221157 h 2568"/>
                  <a:gd name="T116" fmla="*/ 747322095 w 4192"/>
                  <a:gd name="T117" fmla="*/ 2147483646 h 2568"/>
                  <a:gd name="T118" fmla="*/ 765760169 w 4192"/>
                  <a:gd name="T119" fmla="*/ 2147483646 h 2568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4192" h="2568">
                    <a:moveTo>
                      <a:pt x="706" y="2523"/>
                    </a:moveTo>
                    <a:lnTo>
                      <a:pt x="706" y="2523"/>
                    </a:lnTo>
                    <a:lnTo>
                      <a:pt x="733" y="2540"/>
                    </a:lnTo>
                    <a:lnTo>
                      <a:pt x="768" y="2558"/>
                    </a:lnTo>
                    <a:lnTo>
                      <a:pt x="821" y="2558"/>
                    </a:lnTo>
                    <a:lnTo>
                      <a:pt x="900" y="2567"/>
                    </a:lnTo>
                    <a:lnTo>
                      <a:pt x="945" y="2567"/>
                    </a:lnTo>
                    <a:lnTo>
                      <a:pt x="1033" y="2558"/>
                    </a:lnTo>
                    <a:lnTo>
                      <a:pt x="1042" y="2558"/>
                    </a:lnTo>
                    <a:lnTo>
                      <a:pt x="1059" y="2558"/>
                    </a:lnTo>
                    <a:lnTo>
                      <a:pt x="1086" y="2540"/>
                    </a:lnTo>
                    <a:lnTo>
                      <a:pt x="1112" y="2540"/>
                    </a:lnTo>
                    <a:lnTo>
                      <a:pt x="1147" y="2540"/>
                    </a:lnTo>
                    <a:lnTo>
                      <a:pt x="1183" y="2549"/>
                    </a:lnTo>
                    <a:lnTo>
                      <a:pt x="1217" y="2567"/>
                    </a:lnTo>
                    <a:lnTo>
                      <a:pt x="1314" y="2567"/>
                    </a:lnTo>
                    <a:lnTo>
                      <a:pt x="1305" y="2540"/>
                    </a:lnTo>
                    <a:lnTo>
                      <a:pt x="1305" y="2532"/>
                    </a:lnTo>
                    <a:lnTo>
                      <a:pt x="1305" y="2523"/>
                    </a:lnTo>
                    <a:lnTo>
                      <a:pt x="1305" y="2514"/>
                    </a:lnTo>
                    <a:lnTo>
                      <a:pt x="1314" y="2505"/>
                    </a:lnTo>
                    <a:lnTo>
                      <a:pt x="1314" y="2496"/>
                    </a:lnTo>
                    <a:lnTo>
                      <a:pt x="1288" y="2496"/>
                    </a:lnTo>
                    <a:lnTo>
                      <a:pt x="1174" y="2496"/>
                    </a:lnTo>
                    <a:lnTo>
                      <a:pt x="1156" y="2496"/>
                    </a:lnTo>
                    <a:lnTo>
                      <a:pt x="1139" y="2487"/>
                    </a:lnTo>
                    <a:lnTo>
                      <a:pt x="1121" y="2452"/>
                    </a:lnTo>
                    <a:lnTo>
                      <a:pt x="1112" y="2373"/>
                    </a:lnTo>
                    <a:lnTo>
                      <a:pt x="1103" y="2285"/>
                    </a:lnTo>
                    <a:lnTo>
                      <a:pt x="1103" y="2108"/>
                    </a:lnTo>
                    <a:lnTo>
                      <a:pt x="1112" y="1985"/>
                    </a:lnTo>
                    <a:lnTo>
                      <a:pt x="1103" y="1861"/>
                    </a:lnTo>
                    <a:lnTo>
                      <a:pt x="1077" y="1702"/>
                    </a:lnTo>
                    <a:lnTo>
                      <a:pt x="1068" y="1640"/>
                    </a:lnTo>
                    <a:lnTo>
                      <a:pt x="1042" y="1623"/>
                    </a:lnTo>
                    <a:lnTo>
                      <a:pt x="1015" y="1623"/>
                    </a:lnTo>
                    <a:lnTo>
                      <a:pt x="1006" y="1632"/>
                    </a:lnTo>
                    <a:lnTo>
                      <a:pt x="989" y="1640"/>
                    </a:lnTo>
                    <a:lnTo>
                      <a:pt x="980" y="1658"/>
                    </a:lnTo>
                    <a:lnTo>
                      <a:pt x="971" y="1685"/>
                    </a:lnTo>
                    <a:lnTo>
                      <a:pt x="980" y="1711"/>
                    </a:lnTo>
                    <a:lnTo>
                      <a:pt x="997" y="1790"/>
                    </a:lnTo>
                    <a:lnTo>
                      <a:pt x="1006" y="1879"/>
                    </a:lnTo>
                    <a:lnTo>
                      <a:pt x="1006" y="1958"/>
                    </a:lnTo>
                    <a:lnTo>
                      <a:pt x="997" y="2046"/>
                    </a:lnTo>
                    <a:lnTo>
                      <a:pt x="997" y="2179"/>
                    </a:lnTo>
                    <a:lnTo>
                      <a:pt x="997" y="2240"/>
                    </a:lnTo>
                    <a:lnTo>
                      <a:pt x="1006" y="2302"/>
                    </a:lnTo>
                    <a:lnTo>
                      <a:pt x="1015" y="2364"/>
                    </a:lnTo>
                    <a:lnTo>
                      <a:pt x="1015" y="2408"/>
                    </a:lnTo>
                    <a:lnTo>
                      <a:pt x="1024" y="2452"/>
                    </a:lnTo>
                    <a:lnTo>
                      <a:pt x="1015" y="2479"/>
                    </a:lnTo>
                    <a:lnTo>
                      <a:pt x="997" y="2496"/>
                    </a:lnTo>
                    <a:lnTo>
                      <a:pt x="962" y="2496"/>
                    </a:lnTo>
                    <a:lnTo>
                      <a:pt x="865" y="2496"/>
                    </a:lnTo>
                    <a:lnTo>
                      <a:pt x="830" y="2496"/>
                    </a:lnTo>
                    <a:lnTo>
                      <a:pt x="812" y="2496"/>
                    </a:lnTo>
                    <a:lnTo>
                      <a:pt x="803" y="2496"/>
                    </a:lnTo>
                    <a:lnTo>
                      <a:pt x="786" y="2470"/>
                    </a:lnTo>
                    <a:lnTo>
                      <a:pt x="786" y="2417"/>
                    </a:lnTo>
                    <a:lnTo>
                      <a:pt x="777" y="2337"/>
                    </a:lnTo>
                    <a:lnTo>
                      <a:pt x="768" y="2267"/>
                    </a:lnTo>
                    <a:lnTo>
                      <a:pt x="777" y="2152"/>
                    </a:lnTo>
                    <a:lnTo>
                      <a:pt x="777" y="2090"/>
                    </a:lnTo>
                    <a:lnTo>
                      <a:pt x="777" y="2037"/>
                    </a:lnTo>
                    <a:lnTo>
                      <a:pt x="777" y="2002"/>
                    </a:lnTo>
                    <a:lnTo>
                      <a:pt x="768" y="1914"/>
                    </a:lnTo>
                    <a:lnTo>
                      <a:pt x="750" y="1835"/>
                    </a:lnTo>
                    <a:lnTo>
                      <a:pt x="742" y="1790"/>
                    </a:lnTo>
                    <a:lnTo>
                      <a:pt x="724" y="1746"/>
                    </a:lnTo>
                    <a:lnTo>
                      <a:pt x="715" y="1693"/>
                    </a:lnTo>
                    <a:lnTo>
                      <a:pt x="715" y="1667"/>
                    </a:lnTo>
                    <a:lnTo>
                      <a:pt x="724" y="1632"/>
                    </a:lnTo>
                    <a:lnTo>
                      <a:pt x="724" y="1614"/>
                    </a:lnTo>
                    <a:lnTo>
                      <a:pt x="724" y="1605"/>
                    </a:lnTo>
                    <a:lnTo>
                      <a:pt x="706" y="1570"/>
                    </a:lnTo>
                    <a:lnTo>
                      <a:pt x="689" y="1535"/>
                    </a:lnTo>
                    <a:lnTo>
                      <a:pt x="689" y="1490"/>
                    </a:lnTo>
                    <a:lnTo>
                      <a:pt x="680" y="1455"/>
                    </a:lnTo>
                    <a:lnTo>
                      <a:pt x="680" y="1429"/>
                    </a:lnTo>
                    <a:lnTo>
                      <a:pt x="680" y="1402"/>
                    </a:lnTo>
                    <a:lnTo>
                      <a:pt x="653" y="1349"/>
                    </a:lnTo>
                    <a:lnTo>
                      <a:pt x="627" y="1261"/>
                    </a:lnTo>
                    <a:lnTo>
                      <a:pt x="618" y="1217"/>
                    </a:lnTo>
                    <a:lnTo>
                      <a:pt x="592" y="1129"/>
                    </a:lnTo>
                    <a:lnTo>
                      <a:pt x="583" y="1068"/>
                    </a:lnTo>
                    <a:lnTo>
                      <a:pt x="574" y="944"/>
                    </a:lnTo>
                    <a:lnTo>
                      <a:pt x="565" y="856"/>
                    </a:lnTo>
                    <a:lnTo>
                      <a:pt x="574" y="768"/>
                    </a:lnTo>
                    <a:lnTo>
                      <a:pt x="583" y="688"/>
                    </a:lnTo>
                    <a:lnTo>
                      <a:pt x="609" y="609"/>
                    </a:lnTo>
                    <a:lnTo>
                      <a:pt x="636" y="547"/>
                    </a:lnTo>
                    <a:lnTo>
                      <a:pt x="671" y="477"/>
                    </a:lnTo>
                    <a:lnTo>
                      <a:pt x="750" y="353"/>
                    </a:lnTo>
                    <a:lnTo>
                      <a:pt x="768" y="327"/>
                    </a:lnTo>
                    <a:lnTo>
                      <a:pt x="795" y="300"/>
                    </a:lnTo>
                    <a:lnTo>
                      <a:pt x="830" y="265"/>
                    </a:lnTo>
                    <a:lnTo>
                      <a:pt x="856" y="247"/>
                    </a:lnTo>
                    <a:lnTo>
                      <a:pt x="874" y="230"/>
                    </a:lnTo>
                    <a:lnTo>
                      <a:pt x="909" y="221"/>
                    </a:lnTo>
                    <a:lnTo>
                      <a:pt x="962" y="203"/>
                    </a:lnTo>
                    <a:lnTo>
                      <a:pt x="1156" y="168"/>
                    </a:lnTo>
                    <a:lnTo>
                      <a:pt x="1279" y="141"/>
                    </a:lnTo>
                    <a:lnTo>
                      <a:pt x="1314" y="133"/>
                    </a:lnTo>
                    <a:lnTo>
                      <a:pt x="1367" y="124"/>
                    </a:lnTo>
                    <a:lnTo>
                      <a:pt x="1438" y="115"/>
                    </a:lnTo>
                    <a:lnTo>
                      <a:pt x="1526" y="124"/>
                    </a:lnTo>
                    <a:lnTo>
                      <a:pt x="1614" y="141"/>
                    </a:lnTo>
                    <a:lnTo>
                      <a:pt x="1694" y="168"/>
                    </a:lnTo>
                    <a:lnTo>
                      <a:pt x="1791" y="194"/>
                    </a:lnTo>
                    <a:lnTo>
                      <a:pt x="1896" y="212"/>
                    </a:lnTo>
                    <a:lnTo>
                      <a:pt x="2117" y="238"/>
                    </a:lnTo>
                    <a:lnTo>
                      <a:pt x="2223" y="256"/>
                    </a:lnTo>
                    <a:lnTo>
                      <a:pt x="2329" y="274"/>
                    </a:lnTo>
                    <a:lnTo>
                      <a:pt x="2426" y="274"/>
                    </a:lnTo>
                    <a:lnTo>
                      <a:pt x="2470" y="274"/>
                    </a:lnTo>
                    <a:lnTo>
                      <a:pt x="2497" y="265"/>
                    </a:lnTo>
                    <a:lnTo>
                      <a:pt x="2514" y="265"/>
                    </a:lnTo>
                    <a:lnTo>
                      <a:pt x="2541" y="265"/>
                    </a:lnTo>
                    <a:lnTo>
                      <a:pt x="2532" y="283"/>
                    </a:lnTo>
                    <a:lnTo>
                      <a:pt x="2523" y="300"/>
                    </a:lnTo>
                    <a:lnTo>
                      <a:pt x="2505" y="327"/>
                    </a:lnTo>
                    <a:lnTo>
                      <a:pt x="2488" y="362"/>
                    </a:lnTo>
                    <a:lnTo>
                      <a:pt x="2479" y="397"/>
                    </a:lnTo>
                    <a:lnTo>
                      <a:pt x="2470" y="441"/>
                    </a:lnTo>
                    <a:lnTo>
                      <a:pt x="2461" y="485"/>
                    </a:lnTo>
                    <a:lnTo>
                      <a:pt x="2470" y="574"/>
                    </a:lnTo>
                    <a:lnTo>
                      <a:pt x="2479" y="653"/>
                    </a:lnTo>
                    <a:lnTo>
                      <a:pt x="2497" y="680"/>
                    </a:lnTo>
                    <a:lnTo>
                      <a:pt x="2505" y="706"/>
                    </a:lnTo>
                    <a:lnTo>
                      <a:pt x="2532" y="724"/>
                    </a:lnTo>
                    <a:lnTo>
                      <a:pt x="2558" y="750"/>
                    </a:lnTo>
                    <a:lnTo>
                      <a:pt x="2629" y="785"/>
                    </a:lnTo>
                    <a:lnTo>
                      <a:pt x="2761" y="856"/>
                    </a:lnTo>
                    <a:lnTo>
                      <a:pt x="2797" y="865"/>
                    </a:lnTo>
                    <a:lnTo>
                      <a:pt x="2823" y="865"/>
                    </a:lnTo>
                    <a:lnTo>
                      <a:pt x="2841" y="865"/>
                    </a:lnTo>
                    <a:lnTo>
                      <a:pt x="2955" y="874"/>
                    </a:lnTo>
                    <a:lnTo>
                      <a:pt x="2964" y="874"/>
                    </a:lnTo>
                    <a:lnTo>
                      <a:pt x="3026" y="883"/>
                    </a:lnTo>
                    <a:lnTo>
                      <a:pt x="3061" y="874"/>
                    </a:lnTo>
                    <a:lnTo>
                      <a:pt x="3079" y="865"/>
                    </a:lnTo>
                    <a:lnTo>
                      <a:pt x="3088" y="847"/>
                    </a:lnTo>
                    <a:lnTo>
                      <a:pt x="3097" y="821"/>
                    </a:lnTo>
                    <a:lnTo>
                      <a:pt x="3079" y="812"/>
                    </a:lnTo>
                    <a:lnTo>
                      <a:pt x="3017" y="794"/>
                    </a:lnTo>
                    <a:lnTo>
                      <a:pt x="2947" y="785"/>
                    </a:lnTo>
                    <a:lnTo>
                      <a:pt x="2849" y="777"/>
                    </a:lnTo>
                    <a:lnTo>
                      <a:pt x="2761" y="750"/>
                    </a:lnTo>
                    <a:lnTo>
                      <a:pt x="2699" y="715"/>
                    </a:lnTo>
                    <a:lnTo>
                      <a:pt x="2638" y="680"/>
                    </a:lnTo>
                    <a:lnTo>
                      <a:pt x="2602" y="635"/>
                    </a:lnTo>
                    <a:lnTo>
                      <a:pt x="2594" y="609"/>
                    </a:lnTo>
                    <a:lnTo>
                      <a:pt x="2594" y="591"/>
                    </a:lnTo>
                    <a:lnTo>
                      <a:pt x="2585" y="574"/>
                    </a:lnTo>
                    <a:lnTo>
                      <a:pt x="2576" y="512"/>
                    </a:lnTo>
                    <a:lnTo>
                      <a:pt x="2576" y="459"/>
                    </a:lnTo>
                    <a:lnTo>
                      <a:pt x="2585" y="397"/>
                    </a:lnTo>
                    <a:lnTo>
                      <a:pt x="2611" y="344"/>
                    </a:lnTo>
                    <a:lnTo>
                      <a:pt x="2638" y="300"/>
                    </a:lnTo>
                    <a:lnTo>
                      <a:pt x="2664" y="256"/>
                    </a:lnTo>
                    <a:lnTo>
                      <a:pt x="2752" y="159"/>
                    </a:lnTo>
                    <a:lnTo>
                      <a:pt x="2770" y="141"/>
                    </a:lnTo>
                    <a:lnTo>
                      <a:pt x="2779" y="133"/>
                    </a:lnTo>
                    <a:lnTo>
                      <a:pt x="2814" y="106"/>
                    </a:lnTo>
                    <a:lnTo>
                      <a:pt x="2858" y="80"/>
                    </a:lnTo>
                    <a:lnTo>
                      <a:pt x="2894" y="71"/>
                    </a:lnTo>
                    <a:lnTo>
                      <a:pt x="2938" y="71"/>
                    </a:lnTo>
                    <a:lnTo>
                      <a:pt x="2973" y="80"/>
                    </a:lnTo>
                    <a:lnTo>
                      <a:pt x="3017" y="88"/>
                    </a:lnTo>
                    <a:lnTo>
                      <a:pt x="3052" y="115"/>
                    </a:lnTo>
                    <a:lnTo>
                      <a:pt x="3088" y="141"/>
                    </a:lnTo>
                    <a:lnTo>
                      <a:pt x="3114" y="168"/>
                    </a:lnTo>
                    <a:lnTo>
                      <a:pt x="3141" y="185"/>
                    </a:lnTo>
                    <a:lnTo>
                      <a:pt x="3176" y="194"/>
                    </a:lnTo>
                    <a:lnTo>
                      <a:pt x="3211" y="185"/>
                    </a:lnTo>
                    <a:lnTo>
                      <a:pt x="3264" y="177"/>
                    </a:lnTo>
                    <a:lnTo>
                      <a:pt x="3317" y="168"/>
                    </a:lnTo>
                    <a:lnTo>
                      <a:pt x="3370" y="177"/>
                    </a:lnTo>
                    <a:lnTo>
                      <a:pt x="3423" y="185"/>
                    </a:lnTo>
                    <a:lnTo>
                      <a:pt x="3432" y="185"/>
                    </a:lnTo>
                    <a:lnTo>
                      <a:pt x="3449" y="194"/>
                    </a:lnTo>
                    <a:lnTo>
                      <a:pt x="3467" y="203"/>
                    </a:lnTo>
                    <a:lnTo>
                      <a:pt x="3520" y="247"/>
                    </a:lnTo>
                    <a:lnTo>
                      <a:pt x="3564" y="291"/>
                    </a:lnTo>
                    <a:lnTo>
                      <a:pt x="3599" y="344"/>
                    </a:lnTo>
                    <a:lnTo>
                      <a:pt x="3626" y="406"/>
                    </a:lnTo>
                    <a:lnTo>
                      <a:pt x="3644" y="450"/>
                    </a:lnTo>
                    <a:lnTo>
                      <a:pt x="3652" y="503"/>
                    </a:lnTo>
                    <a:lnTo>
                      <a:pt x="3652" y="538"/>
                    </a:lnTo>
                    <a:lnTo>
                      <a:pt x="3661" y="583"/>
                    </a:lnTo>
                    <a:lnTo>
                      <a:pt x="3670" y="644"/>
                    </a:lnTo>
                    <a:lnTo>
                      <a:pt x="3679" y="715"/>
                    </a:lnTo>
                    <a:lnTo>
                      <a:pt x="3679" y="759"/>
                    </a:lnTo>
                    <a:lnTo>
                      <a:pt x="3670" y="803"/>
                    </a:lnTo>
                    <a:lnTo>
                      <a:pt x="3670" y="847"/>
                    </a:lnTo>
                    <a:lnTo>
                      <a:pt x="3661" y="900"/>
                    </a:lnTo>
                    <a:lnTo>
                      <a:pt x="3652" y="1024"/>
                    </a:lnTo>
                    <a:lnTo>
                      <a:pt x="3661" y="1102"/>
                    </a:lnTo>
                    <a:lnTo>
                      <a:pt x="3688" y="1173"/>
                    </a:lnTo>
                    <a:lnTo>
                      <a:pt x="3732" y="1226"/>
                    </a:lnTo>
                    <a:lnTo>
                      <a:pt x="3794" y="1287"/>
                    </a:lnTo>
                    <a:lnTo>
                      <a:pt x="3864" y="1340"/>
                    </a:lnTo>
                    <a:lnTo>
                      <a:pt x="3935" y="1385"/>
                    </a:lnTo>
                    <a:lnTo>
                      <a:pt x="3952" y="1385"/>
                    </a:lnTo>
                    <a:lnTo>
                      <a:pt x="3970" y="1376"/>
                    </a:lnTo>
                    <a:lnTo>
                      <a:pt x="4014" y="1367"/>
                    </a:lnTo>
                    <a:lnTo>
                      <a:pt x="4041" y="1367"/>
                    </a:lnTo>
                    <a:lnTo>
                      <a:pt x="4067" y="1385"/>
                    </a:lnTo>
                    <a:lnTo>
                      <a:pt x="4076" y="1393"/>
                    </a:lnTo>
                    <a:lnTo>
                      <a:pt x="4076" y="1402"/>
                    </a:lnTo>
                    <a:lnTo>
                      <a:pt x="4023" y="1482"/>
                    </a:lnTo>
                    <a:lnTo>
                      <a:pt x="3970" y="1526"/>
                    </a:lnTo>
                    <a:lnTo>
                      <a:pt x="3917" y="1552"/>
                    </a:lnTo>
                    <a:lnTo>
                      <a:pt x="3882" y="1561"/>
                    </a:lnTo>
                    <a:lnTo>
                      <a:pt x="3847" y="1561"/>
                    </a:lnTo>
                    <a:lnTo>
                      <a:pt x="3820" y="1561"/>
                    </a:lnTo>
                    <a:lnTo>
                      <a:pt x="3785" y="1552"/>
                    </a:lnTo>
                    <a:lnTo>
                      <a:pt x="3741" y="1543"/>
                    </a:lnTo>
                    <a:lnTo>
                      <a:pt x="3688" y="1535"/>
                    </a:lnTo>
                    <a:lnTo>
                      <a:pt x="3652" y="1517"/>
                    </a:lnTo>
                    <a:lnTo>
                      <a:pt x="3599" y="1482"/>
                    </a:lnTo>
                    <a:lnTo>
                      <a:pt x="3538" y="1437"/>
                    </a:lnTo>
                    <a:lnTo>
                      <a:pt x="3494" y="1376"/>
                    </a:lnTo>
                    <a:lnTo>
                      <a:pt x="3476" y="1349"/>
                    </a:lnTo>
                    <a:lnTo>
                      <a:pt x="3467" y="1305"/>
                    </a:lnTo>
                    <a:lnTo>
                      <a:pt x="3432" y="1208"/>
                    </a:lnTo>
                    <a:lnTo>
                      <a:pt x="3414" y="1129"/>
                    </a:lnTo>
                    <a:lnTo>
                      <a:pt x="3405" y="1111"/>
                    </a:lnTo>
                    <a:lnTo>
                      <a:pt x="3388" y="1093"/>
                    </a:lnTo>
                    <a:lnTo>
                      <a:pt x="3361" y="1085"/>
                    </a:lnTo>
                    <a:lnTo>
                      <a:pt x="3335" y="1077"/>
                    </a:lnTo>
                    <a:lnTo>
                      <a:pt x="3255" y="1077"/>
                    </a:lnTo>
                    <a:lnTo>
                      <a:pt x="3176" y="1093"/>
                    </a:lnTo>
                    <a:lnTo>
                      <a:pt x="3105" y="1111"/>
                    </a:lnTo>
                    <a:lnTo>
                      <a:pt x="3008" y="1137"/>
                    </a:lnTo>
                    <a:lnTo>
                      <a:pt x="3052" y="1155"/>
                    </a:lnTo>
                    <a:lnTo>
                      <a:pt x="3088" y="1190"/>
                    </a:lnTo>
                    <a:lnTo>
                      <a:pt x="3097" y="1182"/>
                    </a:lnTo>
                    <a:lnTo>
                      <a:pt x="3202" y="1155"/>
                    </a:lnTo>
                    <a:lnTo>
                      <a:pt x="3247" y="1155"/>
                    </a:lnTo>
                    <a:lnTo>
                      <a:pt x="3273" y="1155"/>
                    </a:lnTo>
                    <a:lnTo>
                      <a:pt x="3291" y="1173"/>
                    </a:lnTo>
                    <a:lnTo>
                      <a:pt x="3299" y="1217"/>
                    </a:lnTo>
                    <a:lnTo>
                      <a:pt x="3317" y="1261"/>
                    </a:lnTo>
                    <a:lnTo>
                      <a:pt x="3352" y="1358"/>
                    </a:lnTo>
                    <a:lnTo>
                      <a:pt x="3379" y="1402"/>
                    </a:lnTo>
                    <a:lnTo>
                      <a:pt x="3405" y="1437"/>
                    </a:lnTo>
                    <a:lnTo>
                      <a:pt x="3432" y="1464"/>
                    </a:lnTo>
                    <a:lnTo>
                      <a:pt x="3485" y="1517"/>
                    </a:lnTo>
                    <a:lnTo>
                      <a:pt x="3520" y="1552"/>
                    </a:lnTo>
                    <a:lnTo>
                      <a:pt x="3564" y="1579"/>
                    </a:lnTo>
                    <a:lnTo>
                      <a:pt x="3599" y="1587"/>
                    </a:lnTo>
                    <a:lnTo>
                      <a:pt x="3644" y="1596"/>
                    </a:lnTo>
                    <a:lnTo>
                      <a:pt x="3705" y="1614"/>
                    </a:lnTo>
                    <a:lnTo>
                      <a:pt x="3749" y="1623"/>
                    </a:lnTo>
                    <a:lnTo>
                      <a:pt x="3767" y="1632"/>
                    </a:lnTo>
                    <a:lnTo>
                      <a:pt x="3802" y="1632"/>
                    </a:lnTo>
                    <a:lnTo>
                      <a:pt x="3838" y="1632"/>
                    </a:lnTo>
                    <a:lnTo>
                      <a:pt x="3864" y="1632"/>
                    </a:lnTo>
                    <a:lnTo>
                      <a:pt x="3935" y="1614"/>
                    </a:lnTo>
                    <a:lnTo>
                      <a:pt x="3988" y="1596"/>
                    </a:lnTo>
                    <a:lnTo>
                      <a:pt x="4041" y="1579"/>
                    </a:lnTo>
                    <a:lnTo>
                      <a:pt x="4102" y="1535"/>
                    </a:lnTo>
                    <a:lnTo>
                      <a:pt x="4120" y="1517"/>
                    </a:lnTo>
                    <a:lnTo>
                      <a:pt x="4129" y="1499"/>
                    </a:lnTo>
                    <a:lnTo>
                      <a:pt x="4147" y="1464"/>
                    </a:lnTo>
                    <a:lnTo>
                      <a:pt x="4155" y="1464"/>
                    </a:lnTo>
                    <a:lnTo>
                      <a:pt x="4164" y="1446"/>
                    </a:lnTo>
                    <a:lnTo>
                      <a:pt x="4164" y="1429"/>
                    </a:lnTo>
                    <a:lnTo>
                      <a:pt x="4173" y="1411"/>
                    </a:lnTo>
                    <a:lnTo>
                      <a:pt x="4191" y="1367"/>
                    </a:lnTo>
                    <a:lnTo>
                      <a:pt x="4191" y="1349"/>
                    </a:lnTo>
                    <a:lnTo>
                      <a:pt x="4191" y="1332"/>
                    </a:lnTo>
                    <a:lnTo>
                      <a:pt x="4182" y="1323"/>
                    </a:lnTo>
                    <a:lnTo>
                      <a:pt x="4155" y="1314"/>
                    </a:lnTo>
                    <a:lnTo>
                      <a:pt x="4138" y="1296"/>
                    </a:lnTo>
                    <a:lnTo>
                      <a:pt x="4120" y="1287"/>
                    </a:lnTo>
                    <a:lnTo>
                      <a:pt x="4085" y="1261"/>
                    </a:lnTo>
                    <a:lnTo>
                      <a:pt x="4067" y="1252"/>
                    </a:lnTo>
                    <a:lnTo>
                      <a:pt x="4023" y="1252"/>
                    </a:lnTo>
                    <a:lnTo>
                      <a:pt x="4014" y="1252"/>
                    </a:lnTo>
                    <a:lnTo>
                      <a:pt x="3979" y="1261"/>
                    </a:lnTo>
                    <a:lnTo>
                      <a:pt x="3952" y="1261"/>
                    </a:lnTo>
                    <a:lnTo>
                      <a:pt x="3935" y="1252"/>
                    </a:lnTo>
                    <a:lnTo>
                      <a:pt x="3899" y="1235"/>
                    </a:lnTo>
                    <a:lnTo>
                      <a:pt x="3864" y="1208"/>
                    </a:lnTo>
                    <a:lnTo>
                      <a:pt x="3838" y="1173"/>
                    </a:lnTo>
                    <a:lnTo>
                      <a:pt x="3811" y="1137"/>
                    </a:lnTo>
                    <a:lnTo>
                      <a:pt x="3794" y="1068"/>
                    </a:lnTo>
                    <a:lnTo>
                      <a:pt x="3785" y="988"/>
                    </a:lnTo>
                    <a:lnTo>
                      <a:pt x="3785" y="918"/>
                    </a:lnTo>
                    <a:lnTo>
                      <a:pt x="3794" y="847"/>
                    </a:lnTo>
                    <a:lnTo>
                      <a:pt x="3802" y="777"/>
                    </a:lnTo>
                    <a:lnTo>
                      <a:pt x="3802" y="715"/>
                    </a:lnTo>
                    <a:lnTo>
                      <a:pt x="3785" y="635"/>
                    </a:lnTo>
                    <a:lnTo>
                      <a:pt x="3776" y="565"/>
                    </a:lnTo>
                    <a:lnTo>
                      <a:pt x="3767" y="494"/>
                    </a:lnTo>
                    <a:lnTo>
                      <a:pt x="3758" y="415"/>
                    </a:lnTo>
                    <a:lnTo>
                      <a:pt x="3732" y="344"/>
                    </a:lnTo>
                    <a:lnTo>
                      <a:pt x="3688" y="283"/>
                    </a:lnTo>
                    <a:lnTo>
                      <a:pt x="3644" y="230"/>
                    </a:lnTo>
                    <a:lnTo>
                      <a:pt x="3608" y="194"/>
                    </a:lnTo>
                    <a:lnTo>
                      <a:pt x="3573" y="168"/>
                    </a:lnTo>
                    <a:lnTo>
                      <a:pt x="3538" y="141"/>
                    </a:lnTo>
                    <a:lnTo>
                      <a:pt x="3494" y="124"/>
                    </a:lnTo>
                    <a:lnTo>
                      <a:pt x="3449" y="106"/>
                    </a:lnTo>
                    <a:lnTo>
                      <a:pt x="3397" y="97"/>
                    </a:lnTo>
                    <a:lnTo>
                      <a:pt x="3344" y="97"/>
                    </a:lnTo>
                    <a:lnTo>
                      <a:pt x="3291" y="97"/>
                    </a:lnTo>
                    <a:lnTo>
                      <a:pt x="3264" y="97"/>
                    </a:lnTo>
                    <a:lnTo>
                      <a:pt x="3211" y="106"/>
                    </a:lnTo>
                    <a:lnTo>
                      <a:pt x="3167" y="97"/>
                    </a:lnTo>
                    <a:lnTo>
                      <a:pt x="3141" y="80"/>
                    </a:lnTo>
                    <a:lnTo>
                      <a:pt x="3132" y="71"/>
                    </a:lnTo>
                    <a:lnTo>
                      <a:pt x="3105" y="44"/>
                    </a:lnTo>
                    <a:lnTo>
                      <a:pt x="3079" y="27"/>
                    </a:lnTo>
                    <a:lnTo>
                      <a:pt x="2999" y="9"/>
                    </a:lnTo>
                    <a:lnTo>
                      <a:pt x="2929" y="0"/>
                    </a:lnTo>
                    <a:lnTo>
                      <a:pt x="2858" y="9"/>
                    </a:lnTo>
                    <a:lnTo>
                      <a:pt x="2788" y="35"/>
                    </a:lnTo>
                    <a:lnTo>
                      <a:pt x="2735" y="71"/>
                    </a:lnTo>
                    <a:lnTo>
                      <a:pt x="2682" y="106"/>
                    </a:lnTo>
                    <a:lnTo>
                      <a:pt x="2655" y="133"/>
                    </a:lnTo>
                    <a:lnTo>
                      <a:pt x="2620" y="150"/>
                    </a:lnTo>
                    <a:lnTo>
                      <a:pt x="2576" y="168"/>
                    </a:lnTo>
                    <a:lnTo>
                      <a:pt x="2567" y="159"/>
                    </a:lnTo>
                    <a:lnTo>
                      <a:pt x="2523" y="168"/>
                    </a:lnTo>
                    <a:lnTo>
                      <a:pt x="2479" y="177"/>
                    </a:lnTo>
                    <a:lnTo>
                      <a:pt x="2435" y="185"/>
                    </a:lnTo>
                    <a:lnTo>
                      <a:pt x="2391" y="194"/>
                    </a:lnTo>
                    <a:lnTo>
                      <a:pt x="2347" y="194"/>
                    </a:lnTo>
                    <a:lnTo>
                      <a:pt x="2302" y="185"/>
                    </a:lnTo>
                    <a:lnTo>
                      <a:pt x="2196" y="177"/>
                    </a:lnTo>
                    <a:lnTo>
                      <a:pt x="2108" y="168"/>
                    </a:lnTo>
                    <a:lnTo>
                      <a:pt x="1967" y="168"/>
                    </a:lnTo>
                    <a:lnTo>
                      <a:pt x="1879" y="150"/>
                    </a:lnTo>
                    <a:lnTo>
                      <a:pt x="1799" y="133"/>
                    </a:lnTo>
                    <a:lnTo>
                      <a:pt x="1649" y="80"/>
                    </a:lnTo>
                    <a:lnTo>
                      <a:pt x="1588" y="71"/>
                    </a:lnTo>
                    <a:lnTo>
                      <a:pt x="1517" y="62"/>
                    </a:lnTo>
                    <a:lnTo>
                      <a:pt x="1438" y="53"/>
                    </a:lnTo>
                    <a:lnTo>
                      <a:pt x="1376" y="62"/>
                    </a:lnTo>
                    <a:lnTo>
                      <a:pt x="1226" y="88"/>
                    </a:lnTo>
                    <a:lnTo>
                      <a:pt x="1068" y="106"/>
                    </a:lnTo>
                    <a:lnTo>
                      <a:pt x="989" y="115"/>
                    </a:lnTo>
                    <a:lnTo>
                      <a:pt x="900" y="141"/>
                    </a:lnTo>
                    <a:lnTo>
                      <a:pt x="821" y="185"/>
                    </a:lnTo>
                    <a:lnTo>
                      <a:pt x="795" y="212"/>
                    </a:lnTo>
                    <a:lnTo>
                      <a:pt x="768" y="238"/>
                    </a:lnTo>
                    <a:lnTo>
                      <a:pt x="742" y="265"/>
                    </a:lnTo>
                    <a:lnTo>
                      <a:pt x="724" y="283"/>
                    </a:lnTo>
                    <a:lnTo>
                      <a:pt x="724" y="291"/>
                    </a:lnTo>
                    <a:lnTo>
                      <a:pt x="715" y="283"/>
                    </a:lnTo>
                    <a:lnTo>
                      <a:pt x="697" y="274"/>
                    </a:lnTo>
                    <a:lnTo>
                      <a:pt x="662" y="265"/>
                    </a:lnTo>
                    <a:lnTo>
                      <a:pt x="609" y="238"/>
                    </a:lnTo>
                    <a:lnTo>
                      <a:pt x="556" y="221"/>
                    </a:lnTo>
                    <a:lnTo>
                      <a:pt x="486" y="221"/>
                    </a:lnTo>
                    <a:lnTo>
                      <a:pt x="415" y="221"/>
                    </a:lnTo>
                    <a:lnTo>
                      <a:pt x="389" y="221"/>
                    </a:lnTo>
                    <a:lnTo>
                      <a:pt x="353" y="221"/>
                    </a:lnTo>
                    <a:lnTo>
                      <a:pt x="309" y="212"/>
                    </a:lnTo>
                    <a:lnTo>
                      <a:pt x="239" y="194"/>
                    </a:lnTo>
                    <a:lnTo>
                      <a:pt x="203" y="185"/>
                    </a:lnTo>
                    <a:lnTo>
                      <a:pt x="168" y="177"/>
                    </a:lnTo>
                    <a:lnTo>
                      <a:pt x="159" y="168"/>
                    </a:lnTo>
                    <a:lnTo>
                      <a:pt x="150" y="150"/>
                    </a:lnTo>
                    <a:lnTo>
                      <a:pt x="142" y="115"/>
                    </a:lnTo>
                    <a:lnTo>
                      <a:pt x="133" y="106"/>
                    </a:lnTo>
                    <a:lnTo>
                      <a:pt x="115" y="106"/>
                    </a:lnTo>
                    <a:lnTo>
                      <a:pt x="80" y="97"/>
                    </a:lnTo>
                    <a:lnTo>
                      <a:pt x="80" y="115"/>
                    </a:lnTo>
                    <a:lnTo>
                      <a:pt x="71" y="141"/>
                    </a:lnTo>
                    <a:lnTo>
                      <a:pt x="62" y="168"/>
                    </a:lnTo>
                    <a:lnTo>
                      <a:pt x="36" y="194"/>
                    </a:lnTo>
                    <a:lnTo>
                      <a:pt x="18" y="221"/>
                    </a:lnTo>
                    <a:lnTo>
                      <a:pt x="0" y="230"/>
                    </a:lnTo>
                    <a:lnTo>
                      <a:pt x="44" y="300"/>
                    </a:lnTo>
                    <a:lnTo>
                      <a:pt x="44" y="309"/>
                    </a:lnTo>
                    <a:lnTo>
                      <a:pt x="36" y="327"/>
                    </a:lnTo>
                    <a:lnTo>
                      <a:pt x="27" y="344"/>
                    </a:lnTo>
                    <a:lnTo>
                      <a:pt x="27" y="362"/>
                    </a:lnTo>
                    <a:lnTo>
                      <a:pt x="36" y="388"/>
                    </a:lnTo>
                    <a:lnTo>
                      <a:pt x="53" y="397"/>
                    </a:lnTo>
                    <a:lnTo>
                      <a:pt x="62" y="397"/>
                    </a:lnTo>
                    <a:lnTo>
                      <a:pt x="97" y="380"/>
                    </a:lnTo>
                    <a:lnTo>
                      <a:pt x="115" y="362"/>
                    </a:lnTo>
                    <a:lnTo>
                      <a:pt x="124" y="344"/>
                    </a:lnTo>
                    <a:lnTo>
                      <a:pt x="133" y="327"/>
                    </a:lnTo>
                    <a:lnTo>
                      <a:pt x="150" y="327"/>
                    </a:lnTo>
                    <a:lnTo>
                      <a:pt x="159" y="318"/>
                    </a:lnTo>
                    <a:lnTo>
                      <a:pt x="177" y="318"/>
                    </a:lnTo>
                    <a:lnTo>
                      <a:pt x="212" y="327"/>
                    </a:lnTo>
                    <a:lnTo>
                      <a:pt x="247" y="318"/>
                    </a:lnTo>
                    <a:lnTo>
                      <a:pt x="318" y="300"/>
                    </a:lnTo>
                    <a:lnTo>
                      <a:pt x="371" y="283"/>
                    </a:lnTo>
                    <a:lnTo>
                      <a:pt x="433" y="283"/>
                    </a:lnTo>
                    <a:lnTo>
                      <a:pt x="486" y="291"/>
                    </a:lnTo>
                    <a:lnTo>
                      <a:pt x="539" y="300"/>
                    </a:lnTo>
                    <a:lnTo>
                      <a:pt x="583" y="318"/>
                    </a:lnTo>
                    <a:lnTo>
                      <a:pt x="636" y="353"/>
                    </a:lnTo>
                    <a:lnTo>
                      <a:pt x="645" y="353"/>
                    </a:lnTo>
                    <a:lnTo>
                      <a:pt x="636" y="362"/>
                    </a:lnTo>
                    <a:lnTo>
                      <a:pt x="627" y="388"/>
                    </a:lnTo>
                    <a:lnTo>
                      <a:pt x="609" y="415"/>
                    </a:lnTo>
                    <a:lnTo>
                      <a:pt x="583" y="441"/>
                    </a:lnTo>
                    <a:lnTo>
                      <a:pt x="574" y="459"/>
                    </a:lnTo>
                    <a:lnTo>
                      <a:pt x="530" y="591"/>
                    </a:lnTo>
                    <a:lnTo>
                      <a:pt x="512" y="671"/>
                    </a:lnTo>
                    <a:lnTo>
                      <a:pt x="495" y="768"/>
                    </a:lnTo>
                    <a:lnTo>
                      <a:pt x="495" y="847"/>
                    </a:lnTo>
                    <a:lnTo>
                      <a:pt x="503" y="935"/>
                    </a:lnTo>
                    <a:lnTo>
                      <a:pt x="539" y="1137"/>
                    </a:lnTo>
                    <a:lnTo>
                      <a:pt x="556" y="1199"/>
                    </a:lnTo>
                    <a:lnTo>
                      <a:pt x="583" y="1270"/>
                    </a:lnTo>
                    <a:lnTo>
                      <a:pt x="609" y="1358"/>
                    </a:lnTo>
                    <a:lnTo>
                      <a:pt x="618" y="1402"/>
                    </a:lnTo>
                    <a:lnTo>
                      <a:pt x="627" y="1446"/>
                    </a:lnTo>
                    <a:lnTo>
                      <a:pt x="636" y="1570"/>
                    </a:lnTo>
                    <a:lnTo>
                      <a:pt x="645" y="1693"/>
                    </a:lnTo>
                    <a:lnTo>
                      <a:pt x="671" y="1870"/>
                    </a:lnTo>
                    <a:lnTo>
                      <a:pt x="671" y="1905"/>
                    </a:lnTo>
                    <a:lnTo>
                      <a:pt x="671" y="1949"/>
                    </a:lnTo>
                    <a:lnTo>
                      <a:pt x="680" y="1985"/>
                    </a:lnTo>
                    <a:lnTo>
                      <a:pt x="689" y="2011"/>
                    </a:lnTo>
                    <a:lnTo>
                      <a:pt x="697" y="2037"/>
                    </a:lnTo>
                    <a:lnTo>
                      <a:pt x="697" y="2082"/>
                    </a:lnTo>
                    <a:lnTo>
                      <a:pt x="697" y="2108"/>
                    </a:lnTo>
                    <a:lnTo>
                      <a:pt x="706" y="2143"/>
                    </a:lnTo>
                    <a:lnTo>
                      <a:pt x="706" y="2187"/>
                    </a:lnTo>
                    <a:lnTo>
                      <a:pt x="706" y="2311"/>
                    </a:lnTo>
                    <a:lnTo>
                      <a:pt x="697" y="2417"/>
                    </a:lnTo>
                    <a:lnTo>
                      <a:pt x="706" y="2523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7" name="Freeform 23"/>
              <p:cNvSpPr>
                <a:spLocks noChangeArrowheads="1"/>
              </p:cNvSpPr>
              <p:nvPr/>
            </p:nvSpPr>
            <p:spPr bwMode="auto">
              <a:xfrm>
                <a:off x="5064966" y="3500036"/>
                <a:ext cx="312949" cy="687247"/>
              </a:xfrm>
              <a:custGeom>
                <a:avLst/>
                <a:gdLst>
                  <a:gd name="T0" fmla="*/ 324291062 w 301"/>
                  <a:gd name="T1" fmla="*/ 332014934 h 663"/>
                  <a:gd name="T2" fmla="*/ 324291062 w 301"/>
                  <a:gd name="T3" fmla="*/ 332014934 h 663"/>
                  <a:gd name="T4" fmla="*/ 314562611 w 301"/>
                  <a:gd name="T5" fmla="*/ 199853086 h 663"/>
                  <a:gd name="T6" fmla="*/ 314562611 w 301"/>
                  <a:gd name="T7" fmla="*/ 199853086 h 663"/>
                  <a:gd name="T8" fmla="*/ 257271110 w 301"/>
                  <a:gd name="T9" fmla="*/ 161172379 h 663"/>
                  <a:gd name="T10" fmla="*/ 257271110 w 301"/>
                  <a:gd name="T11" fmla="*/ 161172379 h 663"/>
                  <a:gd name="T12" fmla="*/ 228084717 w 301"/>
                  <a:gd name="T13" fmla="*/ 123565559 h 663"/>
                  <a:gd name="T14" fmla="*/ 228084717 w 301"/>
                  <a:gd name="T15" fmla="*/ 123565559 h 663"/>
                  <a:gd name="T16" fmla="*/ 209708061 w 301"/>
                  <a:gd name="T17" fmla="*/ 104224169 h 663"/>
                  <a:gd name="T18" fmla="*/ 209708061 w 301"/>
                  <a:gd name="T19" fmla="*/ 104224169 h 663"/>
                  <a:gd name="T20" fmla="*/ 190251158 w 301"/>
                  <a:gd name="T21" fmla="*/ 85958740 h 663"/>
                  <a:gd name="T22" fmla="*/ 170793216 w 301"/>
                  <a:gd name="T23" fmla="*/ 56947173 h 663"/>
                  <a:gd name="T24" fmla="*/ 152416560 w 301"/>
                  <a:gd name="T25" fmla="*/ 0 h 663"/>
                  <a:gd name="T26" fmla="*/ 152416560 w 301"/>
                  <a:gd name="T27" fmla="*/ 0 h 663"/>
                  <a:gd name="T28" fmla="*/ 152416560 w 301"/>
                  <a:gd name="T29" fmla="*/ 38681744 h 663"/>
                  <a:gd name="T30" fmla="*/ 152416560 w 301"/>
                  <a:gd name="T31" fmla="*/ 38681744 h 663"/>
                  <a:gd name="T32" fmla="*/ 162146051 w 301"/>
                  <a:gd name="T33" fmla="*/ 142905913 h 663"/>
                  <a:gd name="T34" fmla="*/ 162146051 w 301"/>
                  <a:gd name="T35" fmla="*/ 142905913 h 663"/>
                  <a:gd name="T36" fmla="*/ 162146051 w 301"/>
                  <a:gd name="T37" fmla="*/ 142905913 h 663"/>
                  <a:gd name="T38" fmla="*/ 180522707 w 301"/>
                  <a:gd name="T39" fmla="*/ 275066725 h 663"/>
                  <a:gd name="T40" fmla="*/ 180522707 w 301"/>
                  <a:gd name="T41" fmla="*/ 332014934 h 663"/>
                  <a:gd name="T42" fmla="*/ 180522707 w 301"/>
                  <a:gd name="T43" fmla="*/ 388962107 h 663"/>
                  <a:gd name="T44" fmla="*/ 180522707 w 301"/>
                  <a:gd name="T45" fmla="*/ 388962107 h 663"/>
                  <a:gd name="T46" fmla="*/ 170793216 w 301"/>
                  <a:gd name="T47" fmla="*/ 436239103 h 663"/>
                  <a:gd name="T48" fmla="*/ 170793216 w 301"/>
                  <a:gd name="T49" fmla="*/ 436239103 h 663"/>
                  <a:gd name="T50" fmla="*/ 180522707 w 301"/>
                  <a:gd name="T51" fmla="*/ 474920847 h 663"/>
                  <a:gd name="T52" fmla="*/ 180522707 w 301"/>
                  <a:gd name="T53" fmla="*/ 474920847 h 663"/>
                  <a:gd name="T54" fmla="*/ 180522707 w 301"/>
                  <a:gd name="T55" fmla="*/ 493186276 h 663"/>
                  <a:gd name="T56" fmla="*/ 180522707 w 301"/>
                  <a:gd name="T57" fmla="*/ 493186276 h 663"/>
                  <a:gd name="T58" fmla="*/ 170793216 w 301"/>
                  <a:gd name="T59" fmla="*/ 559804663 h 663"/>
                  <a:gd name="T60" fmla="*/ 162146051 w 301"/>
                  <a:gd name="T61" fmla="*/ 587741305 h 663"/>
                  <a:gd name="T62" fmla="*/ 132959658 w 301"/>
                  <a:gd name="T63" fmla="*/ 616751836 h 663"/>
                  <a:gd name="T64" fmla="*/ 132959658 w 301"/>
                  <a:gd name="T65" fmla="*/ 626422012 h 663"/>
                  <a:gd name="T66" fmla="*/ 123231207 w 301"/>
                  <a:gd name="T67" fmla="*/ 626422012 h 663"/>
                  <a:gd name="T68" fmla="*/ 123231207 w 301"/>
                  <a:gd name="T69" fmla="*/ 626422012 h 663"/>
                  <a:gd name="T70" fmla="*/ 85396608 w 301"/>
                  <a:gd name="T71" fmla="*/ 626422012 h 663"/>
                  <a:gd name="T72" fmla="*/ 85396608 w 301"/>
                  <a:gd name="T73" fmla="*/ 626422012 h 663"/>
                  <a:gd name="T74" fmla="*/ 18376656 w 301"/>
                  <a:gd name="T75" fmla="*/ 626422012 h 663"/>
                  <a:gd name="T76" fmla="*/ 18376656 w 301"/>
                  <a:gd name="T77" fmla="*/ 626422012 h 663"/>
                  <a:gd name="T78" fmla="*/ 8648205 w 301"/>
                  <a:gd name="T79" fmla="*/ 664028832 h 663"/>
                  <a:gd name="T80" fmla="*/ 0 w 301"/>
                  <a:gd name="T81" fmla="*/ 711305828 h 663"/>
                  <a:gd name="T82" fmla="*/ 0 w 301"/>
                  <a:gd name="T83" fmla="*/ 711305828 h 663"/>
                  <a:gd name="T84" fmla="*/ 47563050 w 301"/>
                  <a:gd name="T85" fmla="*/ 711305828 h 663"/>
                  <a:gd name="T86" fmla="*/ 47563050 w 301"/>
                  <a:gd name="T87" fmla="*/ 711305828 h 663"/>
                  <a:gd name="T88" fmla="*/ 113501716 w 301"/>
                  <a:gd name="T89" fmla="*/ 701635651 h 663"/>
                  <a:gd name="T90" fmla="*/ 113501716 w 301"/>
                  <a:gd name="T91" fmla="*/ 701635651 h 663"/>
                  <a:gd name="T92" fmla="*/ 162146051 w 301"/>
                  <a:gd name="T93" fmla="*/ 701635651 h 663"/>
                  <a:gd name="T94" fmla="*/ 162146051 w 301"/>
                  <a:gd name="T95" fmla="*/ 701635651 h 663"/>
                  <a:gd name="T96" fmla="*/ 180522707 w 301"/>
                  <a:gd name="T97" fmla="*/ 701635651 h 663"/>
                  <a:gd name="T98" fmla="*/ 180522707 w 301"/>
                  <a:gd name="T99" fmla="*/ 701635651 h 663"/>
                  <a:gd name="T100" fmla="*/ 180522707 w 301"/>
                  <a:gd name="T101" fmla="*/ 701635651 h 663"/>
                  <a:gd name="T102" fmla="*/ 180522707 w 301"/>
                  <a:gd name="T103" fmla="*/ 701635651 h 663"/>
                  <a:gd name="T104" fmla="*/ 190251158 w 301"/>
                  <a:gd name="T105" fmla="*/ 701635651 h 663"/>
                  <a:gd name="T106" fmla="*/ 209708061 w 301"/>
                  <a:gd name="T107" fmla="*/ 691965474 h 663"/>
                  <a:gd name="T108" fmla="*/ 209708061 w 301"/>
                  <a:gd name="T109" fmla="*/ 691965474 h 663"/>
                  <a:gd name="T110" fmla="*/ 266999561 w 301"/>
                  <a:gd name="T111" fmla="*/ 636092189 h 663"/>
                  <a:gd name="T112" fmla="*/ 304834160 w 301"/>
                  <a:gd name="T113" fmla="*/ 587741305 h 663"/>
                  <a:gd name="T114" fmla="*/ 324291062 w 301"/>
                  <a:gd name="T115" fmla="*/ 530793095 h 663"/>
                  <a:gd name="T116" fmla="*/ 324291062 w 301"/>
                  <a:gd name="T117" fmla="*/ 474920847 h 663"/>
                  <a:gd name="T118" fmla="*/ 324291062 w 301"/>
                  <a:gd name="T119" fmla="*/ 474920847 h 663"/>
                  <a:gd name="T120" fmla="*/ 314562611 w 301"/>
                  <a:gd name="T121" fmla="*/ 408302461 h 663"/>
                  <a:gd name="T122" fmla="*/ 314562611 w 301"/>
                  <a:gd name="T123" fmla="*/ 408302461 h 663"/>
                  <a:gd name="T124" fmla="*/ 324291062 w 301"/>
                  <a:gd name="T125" fmla="*/ 332014934 h 663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01" h="663">
                    <a:moveTo>
                      <a:pt x="300" y="309"/>
                    </a:moveTo>
                    <a:lnTo>
                      <a:pt x="300" y="309"/>
                    </a:lnTo>
                    <a:lnTo>
                      <a:pt x="291" y="186"/>
                    </a:lnTo>
                    <a:lnTo>
                      <a:pt x="238" y="150"/>
                    </a:lnTo>
                    <a:lnTo>
                      <a:pt x="211" y="115"/>
                    </a:lnTo>
                    <a:lnTo>
                      <a:pt x="194" y="97"/>
                    </a:lnTo>
                    <a:lnTo>
                      <a:pt x="176" y="80"/>
                    </a:lnTo>
                    <a:lnTo>
                      <a:pt x="158" y="53"/>
                    </a:lnTo>
                    <a:lnTo>
                      <a:pt x="141" y="0"/>
                    </a:lnTo>
                    <a:lnTo>
                      <a:pt x="141" y="36"/>
                    </a:lnTo>
                    <a:lnTo>
                      <a:pt x="150" y="133"/>
                    </a:lnTo>
                    <a:lnTo>
                      <a:pt x="167" y="256"/>
                    </a:lnTo>
                    <a:lnTo>
                      <a:pt x="167" y="309"/>
                    </a:lnTo>
                    <a:lnTo>
                      <a:pt x="167" y="362"/>
                    </a:lnTo>
                    <a:lnTo>
                      <a:pt x="158" y="406"/>
                    </a:lnTo>
                    <a:lnTo>
                      <a:pt x="167" y="442"/>
                    </a:lnTo>
                    <a:lnTo>
                      <a:pt x="167" y="459"/>
                    </a:lnTo>
                    <a:lnTo>
                      <a:pt x="158" y="521"/>
                    </a:lnTo>
                    <a:lnTo>
                      <a:pt x="150" y="547"/>
                    </a:lnTo>
                    <a:lnTo>
                      <a:pt x="123" y="574"/>
                    </a:lnTo>
                    <a:lnTo>
                      <a:pt x="123" y="583"/>
                    </a:lnTo>
                    <a:lnTo>
                      <a:pt x="114" y="583"/>
                    </a:lnTo>
                    <a:lnTo>
                      <a:pt x="79" y="583"/>
                    </a:lnTo>
                    <a:lnTo>
                      <a:pt x="17" y="583"/>
                    </a:lnTo>
                    <a:lnTo>
                      <a:pt x="8" y="618"/>
                    </a:lnTo>
                    <a:lnTo>
                      <a:pt x="0" y="662"/>
                    </a:lnTo>
                    <a:lnTo>
                      <a:pt x="44" y="662"/>
                    </a:lnTo>
                    <a:lnTo>
                      <a:pt x="105" y="653"/>
                    </a:lnTo>
                    <a:lnTo>
                      <a:pt x="150" y="653"/>
                    </a:lnTo>
                    <a:lnTo>
                      <a:pt x="167" y="653"/>
                    </a:lnTo>
                    <a:lnTo>
                      <a:pt x="176" y="653"/>
                    </a:lnTo>
                    <a:lnTo>
                      <a:pt x="194" y="644"/>
                    </a:lnTo>
                    <a:lnTo>
                      <a:pt x="247" y="592"/>
                    </a:lnTo>
                    <a:lnTo>
                      <a:pt x="282" y="547"/>
                    </a:lnTo>
                    <a:lnTo>
                      <a:pt x="300" y="494"/>
                    </a:lnTo>
                    <a:lnTo>
                      <a:pt x="300" y="442"/>
                    </a:lnTo>
                    <a:lnTo>
                      <a:pt x="291" y="380"/>
                    </a:lnTo>
                    <a:lnTo>
                      <a:pt x="300" y="309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8" name="Freeform 24"/>
              <p:cNvSpPr>
                <a:spLocks noChangeArrowheads="1"/>
              </p:cNvSpPr>
              <p:nvPr/>
            </p:nvSpPr>
            <p:spPr bwMode="auto">
              <a:xfrm>
                <a:off x="5644499" y="2268397"/>
                <a:ext cx="108180" cy="84941"/>
              </a:xfrm>
              <a:custGeom>
                <a:avLst/>
                <a:gdLst>
                  <a:gd name="T0" fmla="*/ 0 w 107"/>
                  <a:gd name="T1" fmla="*/ 29311016 h 80"/>
                  <a:gd name="T2" fmla="*/ 0 w 107"/>
                  <a:gd name="T3" fmla="*/ 29311016 h 80"/>
                  <a:gd name="T4" fmla="*/ 27599043 w 107"/>
                  <a:gd name="T5" fmla="*/ 10146202 h 80"/>
                  <a:gd name="T6" fmla="*/ 54174926 w 107"/>
                  <a:gd name="T7" fmla="*/ 0 h 80"/>
                  <a:gd name="T8" fmla="*/ 81773970 w 107"/>
                  <a:gd name="T9" fmla="*/ 0 h 80"/>
                  <a:gd name="T10" fmla="*/ 100173669 w 107"/>
                  <a:gd name="T11" fmla="*/ 20292405 h 80"/>
                  <a:gd name="T12" fmla="*/ 100173669 w 107"/>
                  <a:gd name="T13" fmla="*/ 20292405 h 80"/>
                  <a:gd name="T14" fmla="*/ 108350864 w 107"/>
                  <a:gd name="T15" fmla="*/ 39457218 h 80"/>
                  <a:gd name="T16" fmla="*/ 100173669 w 107"/>
                  <a:gd name="T17" fmla="*/ 59748561 h 80"/>
                  <a:gd name="T18" fmla="*/ 100173669 w 107"/>
                  <a:gd name="T19" fmla="*/ 80040966 h 80"/>
                  <a:gd name="T20" fmla="*/ 90973314 w 107"/>
                  <a:gd name="T21" fmla="*/ 89059577 h 80"/>
                  <a:gd name="T22" fmla="*/ 90973314 w 107"/>
                  <a:gd name="T23" fmla="*/ 89059577 h 80"/>
                  <a:gd name="T24" fmla="*/ 72574626 w 107"/>
                  <a:gd name="T25" fmla="*/ 89059577 h 80"/>
                  <a:gd name="T26" fmla="*/ 54174926 w 107"/>
                  <a:gd name="T27" fmla="*/ 89059577 h 80"/>
                  <a:gd name="T28" fmla="*/ 36798387 w 107"/>
                  <a:gd name="T29" fmla="*/ 69894764 h 80"/>
                  <a:gd name="T30" fmla="*/ 18399699 w 107"/>
                  <a:gd name="T31" fmla="*/ 49603420 h 80"/>
                  <a:gd name="T32" fmla="*/ 0 w 107"/>
                  <a:gd name="T33" fmla="*/ 29311016 h 8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07" h="80">
                    <a:moveTo>
                      <a:pt x="0" y="26"/>
                    </a:moveTo>
                    <a:lnTo>
                      <a:pt x="0" y="26"/>
                    </a:lnTo>
                    <a:lnTo>
                      <a:pt x="27" y="9"/>
                    </a:lnTo>
                    <a:lnTo>
                      <a:pt x="53" y="0"/>
                    </a:lnTo>
                    <a:lnTo>
                      <a:pt x="80" y="0"/>
                    </a:lnTo>
                    <a:lnTo>
                      <a:pt x="98" y="18"/>
                    </a:lnTo>
                    <a:lnTo>
                      <a:pt x="106" y="35"/>
                    </a:lnTo>
                    <a:lnTo>
                      <a:pt x="98" y="53"/>
                    </a:lnTo>
                    <a:lnTo>
                      <a:pt x="98" y="71"/>
                    </a:lnTo>
                    <a:lnTo>
                      <a:pt x="89" y="79"/>
                    </a:lnTo>
                    <a:lnTo>
                      <a:pt x="71" y="79"/>
                    </a:lnTo>
                    <a:lnTo>
                      <a:pt x="53" y="79"/>
                    </a:lnTo>
                    <a:lnTo>
                      <a:pt x="36" y="62"/>
                    </a:lnTo>
                    <a:lnTo>
                      <a:pt x="18" y="44"/>
                    </a:lnTo>
                    <a:lnTo>
                      <a:pt x="0" y="26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6632" name="Group 3"/>
            <p:cNvGrpSpPr>
              <a:grpSpLocks/>
            </p:cNvGrpSpPr>
            <p:nvPr/>
          </p:nvGrpSpPr>
          <p:grpSpPr bwMode="auto">
            <a:xfrm>
              <a:off x="2828831" y="2289415"/>
              <a:ext cx="3394217" cy="2179301"/>
              <a:chOff x="3265677" y="2692115"/>
              <a:chExt cx="2488195" cy="1597586"/>
            </a:xfrm>
          </p:grpSpPr>
          <p:sp>
            <p:nvSpPr>
              <p:cNvPr id="100" name="Freeform 25"/>
              <p:cNvSpPr>
                <a:spLocks noChangeArrowheads="1"/>
              </p:cNvSpPr>
              <p:nvPr/>
            </p:nvSpPr>
            <p:spPr bwMode="auto">
              <a:xfrm>
                <a:off x="3267320" y="2691252"/>
                <a:ext cx="2488051" cy="1598449"/>
              </a:xfrm>
              <a:custGeom>
                <a:avLst/>
                <a:gdLst>
                  <a:gd name="T0" fmla="*/ 2147483646 w 2391"/>
                  <a:gd name="T1" fmla="*/ 850153064 h 1535"/>
                  <a:gd name="T2" fmla="*/ 2147483646 w 2391"/>
                  <a:gd name="T3" fmla="*/ 821958923 h 1535"/>
                  <a:gd name="T4" fmla="*/ 2147483646 w 2391"/>
                  <a:gd name="T5" fmla="*/ 448932993 h 1535"/>
                  <a:gd name="T6" fmla="*/ 2024888496 w 2391"/>
                  <a:gd name="T7" fmla="*/ 74821992 h 1535"/>
                  <a:gd name="T8" fmla="*/ 1900363156 w 2391"/>
                  <a:gd name="T9" fmla="*/ 27109070 h 1535"/>
                  <a:gd name="T10" fmla="*/ 1575514851 w 2391"/>
                  <a:gd name="T11" fmla="*/ 104100163 h 1535"/>
                  <a:gd name="T12" fmla="*/ 1183530793 w 2391"/>
                  <a:gd name="T13" fmla="*/ 94340772 h 1535"/>
                  <a:gd name="T14" fmla="*/ 553325477 w 2391"/>
                  <a:gd name="T15" fmla="*/ 74821992 h 1535"/>
                  <a:gd name="T16" fmla="*/ 256630338 w 2391"/>
                  <a:gd name="T17" fmla="*/ 104100163 h 1535"/>
                  <a:gd name="T18" fmla="*/ 57389586 w 2391"/>
                  <a:gd name="T19" fmla="*/ 27109070 h 1535"/>
                  <a:gd name="T20" fmla="*/ 57389586 w 2391"/>
                  <a:gd name="T21" fmla="*/ 247237886 h 1535"/>
                  <a:gd name="T22" fmla="*/ 266375464 w 2391"/>
                  <a:gd name="T23" fmla="*/ 189766616 h 1535"/>
                  <a:gd name="T24" fmla="*/ 238222298 w 2391"/>
                  <a:gd name="T25" fmla="*/ 725449050 h 1535"/>
                  <a:gd name="T26" fmla="*/ 295611885 w 2391"/>
                  <a:gd name="T27" fmla="*/ 1385835498 h 1535"/>
                  <a:gd name="T28" fmla="*/ 361664384 w 2391"/>
                  <a:gd name="T29" fmla="*/ 1645001875 h 1535"/>
                  <a:gd name="T30" fmla="*/ 581478643 w 2391"/>
                  <a:gd name="T31" fmla="*/ 1653677235 h 1535"/>
                  <a:gd name="T32" fmla="*/ 878173782 w 2391"/>
                  <a:gd name="T33" fmla="*/ 1645001875 h 1535"/>
                  <a:gd name="T34" fmla="*/ 878173782 w 2391"/>
                  <a:gd name="T35" fmla="*/ 1443307810 h 1535"/>
                  <a:gd name="T36" fmla="*/ 1155377627 w 2391"/>
                  <a:gd name="T37" fmla="*/ 1003050178 h 1535"/>
                  <a:gd name="T38" fmla="*/ 1203022087 w 2391"/>
                  <a:gd name="T39" fmla="*/ 1530057251 h 1535"/>
                  <a:gd name="T40" fmla="*/ 1270156799 w 2391"/>
                  <a:gd name="T41" fmla="*/ 1653677235 h 1535"/>
                  <a:gd name="T42" fmla="*/ 1575514851 w 2391"/>
                  <a:gd name="T43" fmla="*/ 1625483094 h 1535"/>
                  <a:gd name="T44" fmla="*/ 1842972529 w 2391"/>
                  <a:gd name="T45" fmla="*/ 1482345371 h 1535"/>
                  <a:gd name="T46" fmla="*/ 1862463823 w 2391"/>
                  <a:gd name="T47" fmla="*/ 831718313 h 1535"/>
                  <a:gd name="T48" fmla="*/ 2005397202 w 2391"/>
                  <a:gd name="T49" fmla="*/ 850153064 h 1535"/>
                  <a:gd name="T50" fmla="*/ 2147483646 w 2391"/>
                  <a:gd name="T51" fmla="*/ 1099560050 h 1535"/>
                  <a:gd name="T52" fmla="*/ 2147483646 w 2391"/>
                  <a:gd name="T53" fmla="*/ 994374817 h 1535"/>
                  <a:gd name="T54" fmla="*/ 1747683610 w 2391"/>
                  <a:gd name="T55" fmla="*/ 850153064 h 1535"/>
                  <a:gd name="T56" fmla="*/ 1737938483 w 2391"/>
                  <a:gd name="T57" fmla="*/ 1424873059 h 1535"/>
                  <a:gd name="T58" fmla="*/ 1595005104 w 2391"/>
                  <a:gd name="T59" fmla="*/ 1491019690 h 1535"/>
                  <a:gd name="T60" fmla="*/ 1547360645 w 2391"/>
                  <a:gd name="T61" fmla="*/ 1147271931 h 1535"/>
                  <a:gd name="T62" fmla="*/ 1470479765 w 2391"/>
                  <a:gd name="T63" fmla="*/ 1424873059 h 1535"/>
                  <a:gd name="T64" fmla="*/ 1317801259 w 2391"/>
                  <a:gd name="T65" fmla="*/ 1453067200 h 1535"/>
                  <a:gd name="T66" fmla="*/ 1308056132 w 2391"/>
                  <a:gd name="T67" fmla="*/ 1070281880 h 1535"/>
                  <a:gd name="T68" fmla="*/ 1222512340 w 2391"/>
                  <a:gd name="T69" fmla="*/ 859912454 h 1535"/>
                  <a:gd name="T70" fmla="*/ 1097987000 w 2391"/>
                  <a:gd name="T71" fmla="*/ 907624334 h 1535"/>
                  <a:gd name="T72" fmla="*/ 906326948 w 2391"/>
                  <a:gd name="T73" fmla="*/ 917383724 h 1535"/>
                  <a:gd name="T74" fmla="*/ 782884862 w 2391"/>
                  <a:gd name="T75" fmla="*/ 936902505 h 1535"/>
                  <a:gd name="T76" fmla="*/ 763393569 w 2391"/>
                  <a:gd name="T77" fmla="*/ 1568010782 h 1535"/>
                  <a:gd name="T78" fmla="*/ 638868229 w 2391"/>
                  <a:gd name="T79" fmla="*/ 1117993760 h 1535"/>
                  <a:gd name="T80" fmla="*/ 524089056 w 2391"/>
                  <a:gd name="T81" fmla="*/ 1060521448 h 1535"/>
                  <a:gd name="T82" fmla="*/ 543579310 w 2391"/>
                  <a:gd name="T83" fmla="*/ 1558251392 h 1535"/>
                  <a:gd name="T84" fmla="*/ 410392098 w 2391"/>
                  <a:gd name="T85" fmla="*/ 1558251392 h 1535"/>
                  <a:gd name="T86" fmla="*/ 390900804 w 2391"/>
                  <a:gd name="T87" fmla="*/ 1157031321 h 1535"/>
                  <a:gd name="T88" fmla="*/ 343256344 w 2391"/>
                  <a:gd name="T89" fmla="*/ 821958923 h 1535"/>
                  <a:gd name="T90" fmla="*/ 419053970 w 2391"/>
                  <a:gd name="T91" fmla="*/ 362182510 h 1535"/>
                  <a:gd name="T92" fmla="*/ 820783155 w 2391"/>
                  <a:gd name="T93" fmla="*/ 123618943 h 1535"/>
                  <a:gd name="T94" fmla="*/ 1336209298 w 2391"/>
                  <a:gd name="T95" fmla="*/ 209285396 h 1535"/>
                  <a:gd name="T96" fmla="*/ 1480225932 w 2391"/>
                  <a:gd name="T97" fmla="*/ 448932993 h 1535"/>
                  <a:gd name="T98" fmla="*/ 1728193357 w 2391"/>
                  <a:gd name="T99" fmla="*/ 611589497 h 1535"/>
                  <a:gd name="T100" fmla="*/ 1919853409 w 2391"/>
                  <a:gd name="T101" fmla="*/ 544357795 h 1535"/>
                  <a:gd name="T102" fmla="*/ 1613413144 w 2391"/>
                  <a:gd name="T103" fmla="*/ 419654822 h 1535"/>
                  <a:gd name="T104" fmla="*/ 1757429777 w 2391"/>
                  <a:gd name="T105" fmla="*/ 113859553 h 1535"/>
                  <a:gd name="T106" fmla="*/ 2100686121 w 2391"/>
                  <a:gd name="T107" fmla="*/ 181091255 h 1535"/>
                  <a:gd name="T108" fmla="*/ 2147483646 w 2391"/>
                  <a:gd name="T109" fmla="*/ 419654822 h 1535"/>
                  <a:gd name="T110" fmla="*/ 2147483646 w 2391"/>
                  <a:gd name="T111" fmla="*/ 802440142 h 1535"/>
                  <a:gd name="T112" fmla="*/ 2147483646 w 2391"/>
                  <a:gd name="T113" fmla="*/ 974856036 h 1535"/>
                  <a:gd name="T114" fmla="*/ 2139667668 w 2391"/>
                  <a:gd name="T115" fmla="*/ 869671844 h 1535"/>
                  <a:gd name="T116" fmla="*/ 1880871862 w 2391"/>
                  <a:gd name="T117" fmla="*/ 716773689 h 1535"/>
                  <a:gd name="T118" fmla="*/ 629123102 w 2391"/>
                  <a:gd name="T119" fmla="*/ 1117993760 h 1535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2391" h="1535">
                    <a:moveTo>
                      <a:pt x="2382" y="828"/>
                    </a:moveTo>
                    <a:lnTo>
                      <a:pt x="2382" y="828"/>
                    </a:lnTo>
                    <a:lnTo>
                      <a:pt x="2373" y="819"/>
                    </a:lnTo>
                    <a:lnTo>
                      <a:pt x="2364" y="819"/>
                    </a:lnTo>
                    <a:lnTo>
                      <a:pt x="2355" y="811"/>
                    </a:lnTo>
                    <a:lnTo>
                      <a:pt x="2346" y="811"/>
                    </a:lnTo>
                    <a:lnTo>
                      <a:pt x="2337" y="802"/>
                    </a:lnTo>
                    <a:lnTo>
                      <a:pt x="2320" y="784"/>
                    </a:lnTo>
                    <a:lnTo>
                      <a:pt x="2311" y="784"/>
                    </a:lnTo>
                    <a:lnTo>
                      <a:pt x="2284" y="775"/>
                    </a:lnTo>
                    <a:lnTo>
                      <a:pt x="2276" y="775"/>
                    </a:lnTo>
                    <a:lnTo>
                      <a:pt x="2267" y="775"/>
                    </a:lnTo>
                    <a:lnTo>
                      <a:pt x="2249" y="784"/>
                    </a:lnTo>
                    <a:lnTo>
                      <a:pt x="2240" y="775"/>
                    </a:lnTo>
                    <a:lnTo>
                      <a:pt x="2187" y="758"/>
                    </a:lnTo>
                    <a:lnTo>
                      <a:pt x="2161" y="740"/>
                    </a:lnTo>
                    <a:lnTo>
                      <a:pt x="2152" y="722"/>
                    </a:lnTo>
                    <a:lnTo>
                      <a:pt x="2143" y="687"/>
                    </a:lnTo>
                    <a:lnTo>
                      <a:pt x="2143" y="643"/>
                    </a:lnTo>
                    <a:lnTo>
                      <a:pt x="2143" y="617"/>
                    </a:lnTo>
                    <a:lnTo>
                      <a:pt x="2152" y="546"/>
                    </a:lnTo>
                    <a:lnTo>
                      <a:pt x="2152" y="502"/>
                    </a:lnTo>
                    <a:lnTo>
                      <a:pt x="2161" y="458"/>
                    </a:lnTo>
                    <a:lnTo>
                      <a:pt x="2152" y="414"/>
                    </a:lnTo>
                    <a:lnTo>
                      <a:pt x="2143" y="334"/>
                    </a:lnTo>
                    <a:lnTo>
                      <a:pt x="2134" y="281"/>
                    </a:lnTo>
                    <a:lnTo>
                      <a:pt x="2117" y="237"/>
                    </a:lnTo>
                    <a:lnTo>
                      <a:pt x="2099" y="202"/>
                    </a:lnTo>
                    <a:lnTo>
                      <a:pt x="2064" y="158"/>
                    </a:lnTo>
                    <a:lnTo>
                      <a:pt x="2029" y="122"/>
                    </a:lnTo>
                    <a:lnTo>
                      <a:pt x="1993" y="96"/>
                    </a:lnTo>
                    <a:lnTo>
                      <a:pt x="1949" y="78"/>
                    </a:lnTo>
                    <a:lnTo>
                      <a:pt x="1896" y="69"/>
                    </a:lnTo>
                    <a:lnTo>
                      <a:pt x="1870" y="69"/>
                    </a:lnTo>
                    <a:lnTo>
                      <a:pt x="1852" y="69"/>
                    </a:lnTo>
                    <a:lnTo>
                      <a:pt x="1826" y="69"/>
                    </a:lnTo>
                    <a:lnTo>
                      <a:pt x="1817" y="69"/>
                    </a:lnTo>
                    <a:lnTo>
                      <a:pt x="1799" y="69"/>
                    </a:lnTo>
                    <a:lnTo>
                      <a:pt x="1799" y="61"/>
                    </a:lnTo>
                    <a:lnTo>
                      <a:pt x="1782" y="43"/>
                    </a:lnTo>
                    <a:lnTo>
                      <a:pt x="1755" y="25"/>
                    </a:lnTo>
                    <a:lnTo>
                      <a:pt x="1702" y="17"/>
                    </a:lnTo>
                    <a:lnTo>
                      <a:pt x="1649" y="9"/>
                    </a:lnTo>
                    <a:lnTo>
                      <a:pt x="1605" y="9"/>
                    </a:lnTo>
                    <a:lnTo>
                      <a:pt x="1570" y="25"/>
                    </a:lnTo>
                    <a:lnTo>
                      <a:pt x="1499" y="69"/>
                    </a:lnTo>
                    <a:lnTo>
                      <a:pt x="1499" y="78"/>
                    </a:lnTo>
                    <a:lnTo>
                      <a:pt x="1482" y="87"/>
                    </a:lnTo>
                    <a:lnTo>
                      <a:pt x="1473" y="96"/>
                    </a:lnTo>
                    <a:lnTo>
                      <a:pt x="1455" y="96"/>
                    </a:lnTo>
                    <a:lnTo>
                      <a:pt x="1437" y="96"/>
                    </a:lnTo>
                    <a:lnTo>
                      <a:pt x="1393" y="105"/>
                    </a:lnTo>
                    <a:lnTo>
                      <a:pt x="1340" y="114"/>
                    </a:lnTo>
                    <a:lnTo>
                      <a:pt x="1296" y="105"/>
                    </a:lnTo>
                    <a:lnTo>
                      <a:pt x="1234" y="96"/>
                    </a:lnTo>
                    <a:lnTo>
                      <a:pt x="1181" y="96"/>
                    </a:lnTo>
                    <a:lnTo>
                      <a:pt x="1093" y="87"/>
                    </a:lnTo>
                    <a:lnTo>
                      <a:pt x="1005" y="69"/>
                    </a:lnTo>
                    <a:lnTo>
                      <a:pt x="917" y="43"/>
                    </a:lnTo>
                    <a:lnTo>
                      <a:pt x="864" y="25"/>
                    </a:lnTo>
                    <a:lnTo>
                      <a:pt x="820" y="17"/>
                    </a:lnTo>
                    <a:lnTo>
                      <a:pt x="784" y="25"/>
                    </a:lnTo>
                    <a:lnTo>
                      <a:pt x="758" y="25"/>
                    </a:lnTo>
                    <a:lnTo>
                      <a:pt x="687" y="34"/>
                    </a:lnTo>
                    <a:lnTo>
                      <a:pt x="617" y="43"/>
                    </a:lnTo>
                    <a:lnTo>
                      <a:pt x="555" y="52"/>
                    </a:lnTo>
                    <a:lnTo>
                      <a:pt x="511" y="69"/>
                    </a:lnTo>
                    <a:lnTo>
                      <a:pt x="476" y="96"/>
                    </a:lnTo>
                    <a:lnTo>
                      <a:pt x="440" y="122"/>
                    </a:lnTo>
                    <a:lnTo>
                      <a:pt x="431" y="140"/>
                    </a:lnTo>
                    <a:lnTo>
                      <a:pt x="414" y="131"/>
                    </a:lnTo>
                    <a:lnTo>
                      <a:pt x="343" y="105"/>
                    </a:lnTo>
                    <a:lnTo>
                      <a:pt x="273" y="96"/>
                    </a:lnTo>
                    <a:lnTo>
                      <a:pt x="255" y="96"/>
                    </a:lnTo>
                    <a:lnTo>
                      <a:pt x="237" y="96"/>
                    </a:lnTo>
                    <a:lnTo>
                      <a:pt x="202" y="87"/>
                    </a:lnTo>
                    <a:lnTo>
                      <a:pt x="168" y="78"/>
                    </a:lnTo>
                    <a:lnTo>
                      <a:pt x="150" y="69"/>
                    </a:lnTo>
                    <a:lnTo>
                      <a:pt x="141" y="52"/>
                    </a:lnTo>
                    <a:lnTo>
                      <a:pt x="132" y="25"/>
                    </a:lnTo>
                    <a:lnTo>
                      <a:pt x="124" y="9"/>
                    </a:lnTo>
                    <a:lnTo>
                      <a:pt x="106" y="9"/>
                    </a:lnTo>
                    <a:lnTo>
                      <a:pt x="80" y="0"/>
                    </a:lnTo>
                    <a:lnTo>
                      <a:pt x="62" y="0"/>
                    </a:lnTo>
                    <a:lnTo>
                      <a:pt x="62" y="9"/>
                    </a:lnTo>
                    <a:lnTo>
                      <a:pt x="53" y="25"/>
                    </a:lnTo>
                    <a:lnTo>
                      <a:pt x="44" y="52"/>
                    </a:lnTo>
                    <a:lnTo>
                      <a:pt x="27" y="78"/>
                    </a:lnTo>
                    <a:lnTo>
                      <a:pt x="9" y="87"/>
                    </a:lnTo>
                    <a:lnTo>
                      <a:pt x="0" y="96"/>
                    </a:lnTo>
                    <a:lnTo>
                      <a:pt x="27" y="140"/>
                    </a:lnTo>
                    <a:lnTo>
                      <a:pt x="18" y="158"/>
                    </a:lnTo>
                    <a:lnTo>
                      <a:pt x="18" y="184"/>
                    </a:lnTo>
                    <a:lnTo>
                      <a:pt x="27" y="202"/>
                    </a:lnTo>
                    <a:lnTo>
                      <a:pt x="44" y="219"/>
                    </a:lnTo>
                    <a:lnTo>
                      <a:pt x="53" y="228"/>
                    </a:lnTo>
                    <a:lnTo>
                      <a:pt x="62" y="219"/>
                    </a:lnTo>
                    <a:lnTo>
                      <a:pt x="71" y="219"/>
                    </a:lnTo>
                    <a:lnTo>
                      <a:pt x="97" y="202"/>
                    </a:lnTo>
                    <a:lnTo>
                      <a:pt x="115" y="193"/>
                    </a:lnTo>
                    <a:lnTo>
                      <a:pt x="124" y="175"/>
                    </a:lnTo>
                    <a:lnTo>
                      <a:pt x="177" y="184"/>
                    </a:lnTo>
                    <a:lnTo>
                      <a:pt x="229" y="175"/>
                    </a:lnTo>
                    <a:lnTo>
                      <a:pt x="246" y="175"/>
                    </a:lnTo>
                    <a:lnTo>
                      <a:pt x="264" y="175"/>
                    </a:lnTo>
                    <a:lnTo>
                      <a:pt x="326" y="193"/>
                    </a:lnTo>
                    <a:lnTo>
                      <a:pt x="370" y="211"/>
                    </a:lnTo>
                    <a:lnTo>
                      <a:pt x="308" y="281"/>
                    </a:lnTo>
                    <a:lnTo>
                      <a:pt x="273" y="343"/>
                    </a:lnTo>
                    <a:lnTo>
                      <a:pt x="246" y="387"/>
                    </a:lnTo>
                    <a:lnTo>
                      <a:pt x="229" y="431"/>
                    </a:lnTo>
                    <a:lnTo>
                      <a:pt x="220" y="502"/>
                    </a:lnTo>
                    <a:lnTo>
                      <a:pt x="220" y="572"/>
                    </a:lnTo>
                    <a:lnTo>
                      <a:pt x="220" y="669"/>
                    </a:lnTo>
                    <a:lnTo>
                      <a:pt x="220" y="714"/>
                    </a:lnTo>
                    <a:lnTo>
                      <a:pt x="229" y="749"/>
                    </a:lnTo>
                    <a:lnTo>
                      <a:pt x="237" y="784"/>
                    </a:lnTo>
                    <a:lnTo>
                      <a:pt x="246" y="811"/>
                    </a:lnTo>
                    <a:lnTo>
                      <a:pt x="255" y="961"/>
                    </a:lnTo>
                    <a:lnTo>
                      <a:pt x="264" y="1067"/>
                    </a:lnTo>
                    <a:lnTo>
                      <a:pt x="273" y="1234"/>
                    </a:lnTo>
                    <a:lnTo>
                      <a:pt x="273" y="1252"/>
                    </a:lnTo>
                    <a:lnTo>
                      <a:pt x="273" y="1278"/>
                    </a:lnTo>
                    <a:lnTo>
                      <a:pt x="281" y="1419"/>
                    </a:lnTo>
                    <a:lnTo>
                      <a:pt x="273" y="1419"/>
                    </a:lnTo>
                    <a:lnTo>
                      <a:pt x="273" y="1428"/>
                    </a:lnTo>
                    <a:lnTo>
                      <a:pt x="264" y="1437"/>
                    </a:lnTo>
                    <a:lnTo>
                      <a:pt x="273" y="1437"/>
                    </a:lnTo>
                    <a:lnTo>
                      <a:pt x="273" y="1455"/>
                    </a:lnTo>
                    <a:lnTo>
                      <a:pt x="281" y="1481"/>
                    </a:lnTo>
                    <a:lnTo>
                      <a:pt x="308" y="1508"/>
                    </a:lnTo>
                    <a:lnTo>
                      <a:pt x="334" y="1517"/>
                    </a:lnTo>
                    <a:lnTo>
                      <a:pt x="379" y="1525"/>
                    </a:lnTo>
                    <a:lnTo>
                      <a:pt x="440" y="1525"/>
                    </a:lnTo>
                    <a:lnTo>
                      <a:pt x="449" y="1525"/>
                    </a:lnTo>
                    <a:lnTo>
                      <a:pt x="476" y="1525"/>
                    </a:lnTo>
                    <a:lnTo>
                      <a:pt x="493" y="1525"/>
                    </a:lnTo>
                    <a:lnTo>
                      <a:pt x="529" y="1525"/>
                    </a:lnTo>
                    <a:lnTo>
                      <a:pt x="537" y="1525"/>
                    </a:lnTo>
                    <a:lnTo>
                      <a:pt x="546" y="1525"/>
                    </a:lnTo>
                    <a:lnTo>
                      <a:pt x="555" y="1517"/>
                    </a:lnTo>
                    <a:lnTo>
                      <a:pt x="573" y="1517"/>
                    </a:lnTo>
                    <a:lnTo>
                      <a:pt x="608" y="1525"/>
                    </a:lnTo>
                    <a:lnTo>
                      <a:pt x="634" y="1534"/>
                    </a:lnTo>
                    <a:lnTo>
                      <a:pt x="687" y="1534"/>
                    </a:lnTo>
                    <a:lnTo>
                      <a:pt x="740" y="1534"/>
                    </a:lnTo>
                    <a:lnTo>
                      <a:pt x="776" y="1525"/>
                    </a:lnTo>
                    <a:lnTo>
                      <a:pt x="802" y="1517"/>
                    </a:lnTo>
                    <a:lnTo>
                      <a:pt x="811" y="1517"/>
                    </a:lnTo>
                    <a:lnTo>
                      <a:pt x="811" y="1508"/>
                    </a:lnTo>
                    <a:lnTo>
                      <a:pt x="820" y="1499"/>
                    </a:lnTo>
                    <a:lnTo>
                      <a:pt x="820" y="1490"/>
                    </a:lnTo>
                    <a:lnTo>
                      <a:pt x="811" y="1481"/>
                    </a:lnTo>
                    <a:lnTo>
                      <a:pt x="820" y="1455"/>
                    </a:lnTo>
                    <a:lnTo>
                      <a:pt x="811" y="1428"/>
                    </a:lnTo>
                    <a:lnTo>
                      <a:pt x="811" y="1419"/>
                    </a:lnTo>
                    <a:lnTo>
                      <a:pt x="811" y="1358"/>
                    </a:lnTo>
                    <a:lnTo>
                      <a:pt x="811" y="1331"/>
                    </a:lnTo>
                    <a:lnTo>
                      <a:pt x="811" y="1261"/>
                    </a:lnTo>
                    <a:lnTo>
                      <a:pt x="811" y="934"/>
                    </a:lnTo>
                    <a:lnTo>
                      <a:pt x="837" y="943"/>
                    </a:lnTo>
                    <a:lnTo>
                      <a:pt x="855" y="943"/>
                    </a:lnTo>
                    <a:lnTo>
                      <a:pt x="873" y="943"/>
                    </a:lnTo>
                    <a:lnTo>
                      <a:pt x="881" y="943"/>
                    </a:lnTo>
                    <a:lnTo>
                      <a:pt x="996" y="934"/>
                    </a:lnTo>
                    <a:lnTo>
                      <a:pt x="1067" y="925"/>
                    </a:lnTo>
                    <a:lnTo>
                      <a:pt x="1084" y="917"/>
                    </a:lnTo>
                    <a:lnTo>
                      <a:pt x="1102" y="952"/>
                    </a:lnTo>
                    <a:lnTo>
                      <a:pt x="1102" y="996"/>
                    </a:lnTo>
                    <a:lnTo>
                      <a:pt x="1102" y="1005"/>
                    </a:lnTo>
                    <a:lnTo>
                      <a:pt x="1102" y="1128"/>
                    </a:lnTo>
                    <a:lnTo>
                      <a:pt x="1102" y="1261"/>
                    </a:lnTo>
                    <a:lnTo>
                      <a:pt x="1111" y="1340"/>
                    </a:lnTo>
                    <a:lnTo>
                      <a:pt x="1111" y="1384"/>
                    </a:lnTo>
                    <a:lnTo>
                      <a:pt x="1111" y="1411"/>
                    </a:lnTo>
                    <a:lnTo>
                      <a:pt x="1120" y="1419"/>
                    </a:lnTo>
                    <a:lnTo>
                      <a:pt x="1120" y="1437"/>
                    </a:lnTo>
                    <a:lnTo>
                      <a:pt x="1111" y="1455"/>
                    </a:lnTo>
                    <a:lnTo>
                      <a:pt x="1120" y="1481"/>
                    </a:lnTo>
                    <a:lnTo>
                      <a:pt x="1137" y="1508"/>
                    </a:lnTo>
                    <a:lnTo>
                      <a:pt x="1137" y="1517"/>
                    </a:lnTo>
                    <a:lnTo>
                      <a:pt x="1146" y="1517"/>
                    </a:lnTo>
                    <a:lnTo>
                      <a:pt x="1173" y="1525"/>
                    </a:lnTo>
                    <a:lnTo>
                      <a:pt x="1181" y="1525"/>
                    </a:lnTo>
                    <a:lnTo>
                      <a:pt x="1243" y="1534"/>
                    </a:lnTo>
                    <a:lnTo>
                      <a:pt x="1367" y="1534"/>
                    </a:lnTo>
                    <a:lnTo>
                      <a:pt x="1402" y="1517"/>
                    </a:lnTo>
                    <a:lnTo>
                      <a:pt x="1429" y="1490"/>
                    </a:lnTo>
                    <a:lnTo>
                      <a:pt x="1437" y="1472"/>
                    </a:lnTo>
                    <a:lnTo>
                      <a:pt x="1446" y="1490"/>
                    </a:lnTo>
                    <a:lnTo>
                      <a:pt x="1455" y="1499"/>
                    </a:lnTo>
                    <a:lnTo>
                      <a:pt x="1499" y="1517"/>
                    </a:lnTo>
                    <a:lnTo>
                      <a:pt x="1543" y="1517"/>
                    </a:lnTo>
                    <a:lnTo>
                      <a:pt x="1570" y="1525"/>
                    </a:lnTo>
                    <a:lnTo>
                      <a:pt x="1579" y="1525"/>
                    </a:lnTo>
                    <a:lnTo>
                      <a:pt x="1605" y="1517"/>
                    </a:lnTo>
                    <a:lnTo>
                      <a:pt x="1632" y="1508"/>
                    </a:lnTo>
                    <a:lnTo>
                      <a:pt x="1667" y="1472"/>
                    </a:lnTo>
                    <a:lnTo>
                      <a:pt x="1693" y="1446"/>
                    </a:lnTo>
                    <a:lnTo>
                      <a:pt x="1702" y="1411"/>
                    </a:lnTo>
                    <a:lnTo>
                      <a:pt x="1702" y="1367"/>
                    </a:lnTo>
                    <a:lnTo>
                      <a:pt x="1702" y="1340"/>
                    </a:lnTo>
                    <a:lnTo>
                      <a:pt x="1702" y="1296"/>
                    </a:lnTo>
                    <a:lnTo>
                      <a:pt x="1702" y="1199"/>
                    </a:lnTo>
                    <a:lnTo>
                      <a:pt x="1702" y="1172"/>
                    </a:lnTo>
                    <a:lnTo>
                      <a:pt x="1693" y="1075"/>
                    </a:lnTo>
                    <a:lnTo>
                      <a:pt x="1693" y="934"/>
                    </a:lnTo>
                    <a:lnTo>
                      <a:pt x="1711" y="819"/>
                    </a:lnTo>
                    <a:lnTo>
                      <a:pt x="1720" y="767"/>
                    </a:lnTo>
                    <a:lnTo>
                      <a:pt x="1720" y="758"/>
                    </a:lnTo>
                    <a:lnTo>
                      <a:pt x="1755" y="749"/>
                    </a:lnTo>
                    <a:lnTo>
                      <a:pt x="1817" y="740"/>
                    </a:lnTo>
                    <a:lnTo>
                      <a:pt x="1834" y="731"/>
                    </a:lnTo>
                    <a:lnTo>
                      <a:pt x="1843" y="758"/>
                    </a:lnTo>
                    <a:lnTo>
                      <a:pt x="1852" y="784"/>
                    </a:lnTo>
                    <a:lnTo>
                      <a:pt x="1870" y="837"/>
                    </a:lnTo>
                    <a:lnTo>
                      <a:pt x="1887" y="872"/>
                    </a:lnTo>
                    <a:lnTo>
                      <a:pt x="1905" y="899"/>
                    </a:lnTo>
                    <a:lnTo>
                      <a:pt x="1914" y="917"/>
                    </a:lnTo>
                    <a:lnTo>
                      <a:pt x="1949" y="943"/>
                    </a:lnTo>
                    <a:lnTo>
                      <a:pt x="1993" y="978"/>
                    </a:lnTo>
                    <a:lnTo>
                      <a:pt x="2020" y="996"/>
                    </a:lnTo>
                    <a:lnTo>
                      <a:pt x="2055" y="1005"/>
                    </a:lnTo>
                    <a:lnTo>
                      <a:pt x="2090" y="1014"/>
                    </a:lnTo>
                    <a:lnTo>
                      <a:pt x="2117" y="1014"/>
                    </a:lnTo>
                    <a:lnTo>
                      <a:pt x="2126" y="1022"/>
                    </a:lnTo>
                    <a:lnTo>
                      <a:pt x="2161" y="1022"/>
                    </a:lnTo>
                    <a:lnTo>
                      <a:pt x="2170" y="1022"/>
                    </a:lnTo>
                    <a:lnTo>
                      <a:pt x="2249" y="1005"/>
                    </a:lnTo>
                    <a:lnTo>
                      <a:pt x="2284" y="996"/>
                    </a:lnTo>
                    <a:lnTo>
                      <a:pt x="2320" y="969"/>
                    </a:lnTo>
                    <a:lnTo>
                      <a:pt x="2337" y="952"/>
                    </a:lnTo>
                    <a:lnTo>
                      <a:pt x="2346" y="934"/>
                    </a:lnTo>
                    <a:lnTo>
                      <a:pt x="2355" y="917"/>
                    </a:lnTo>
                    <a:lnTo>
                      <a:pt x="2364" y="899"/>
                    </a:lnTo>
                    <a:lnTo>
                      <a:pt x="2364" y="890"/>
                    </a:lnTo>
                    <a:lnTo>
                      <a:pt x="2373" y="881"/>
                    </a:lnTo>
                    <a:lnTo>
                      <a:pt x="2382" y="855"/>
                    </a:lnTo>
                    <a:lnTo>
                      <a:pt x="2390" y="837"/>
                    </a:lnTo>
                    <a:lnTo>
                      <a:pt x="2382" y="828"/>
                    </a:lnTo>
                    <a:close/>
                    <a:moveTo>
                      <a:pt x="1614" y="784"/>
                    </a:moveTo>
                    <a:lnTo>
                      <a:pt x="1614" y="784"/>
                    </a:lnTo>
                    <a:lnTo>
                      <a:pt x="1614" y="811"/>
                    </a:lnTo>
                    <a:lnTo>
                      <a:pt x="1605" y="837"/>
                    </a:lnTo>
                    <a:lnTo>
                      <a:pt x="1587" y="925"/>
                    </a:lnTo>
                    <a:lnTo>
                      <a:pt x="1596" y="1022"/>
                    </a:lnTo>
                    <a:lnTo>
                      <a:pt x="1596" y="1084"/>
                    </a:lnTo>
                    <a:lnTo>
                      <a:pt x="1587" y="1128"/>
                    </a:lnTo>
                    <a:lnTo>
                      <a:pt x="1596" y="1181"/>
                    </a:lnTo>
                    <a:lnTo>
                      <a:pt x="1596" y="1190"/>
                    </a:lnTo>
                    <a:lnTo>
                      <a:pt x="1605" y="1252"/>
                    </a:lnTo>
                    <a:lnTo>
                      <a:pt x="1605" y="1314"/>
                    </a:lnTo>
                    <a:lnTo>
                      <a:pt x="1596" y="1349"/>
                    </a:lnTo>
                    <a:lnTo>
                      <a:pt x="1596" y="1358"/>
                    </a:lnTo>
                    <a:lnTo>
                      <a:pt x="1587" y="1393"/>
                    </a:lnTo>
                    <a:lnTo>
                      <a:pt x="1561" y="1428"/>
                    </a:lnTo>
                    <a:lnTo>
                      <a:pt x="1526" y="1419"/>
                    </a:lnTo>
                    <a:lnTo>
                      <a:pt x="1508" y="1419"/>
                    </a:lnTo>
                    <a:lnTo>
                      <a:pt x="1490" y="1419"/>
                    </a:lnTo>
                    <a:lnTo>
                      <a:pt x="1482" y="1411"/>
                    </a:lnTo>
                    <a:lnTo>
                      <a:pt x="1473" y="1375"/>
                    </a:lnTo>
                    <a:lnTo>
                      <a:pt x="1473" y="1367"/>
                    </a:lnTo>
                    <a:lnTo>
                      <a:pt x="1464" y="1349"/>
                    </a:lnTo>
                    <a:lnTo>
                      <a:pt x="1464" y="1305"/>
                    </a:lnTo>
                    <a:lnTo>
                      <a:pt x="1455" y="1225"/>
                    </a:lnTo>
                    <a:lnTo>
                      <a:pt x="1455" y="1155"/>
                    </a:lnTo>
                    <a:lnTo>
                      <a:pt x="1455" y="1093"/>
                    </a:lnTo>
                    <a:lnTo>
                      <a:pt x="1437" y="1067"/>
                    </a:lnTo>
                    <a:lnTo>
                      <a:pt x="1429" y="1058"/>
                    </a:lnTo>
                    <a:lnTo>
                      <a:pt x="1429" y="1049"/>
                    </a:lnTo>
                    <a:lnTo>
                      <a:pt x="1411" y="1049"/>
                    </a:lnTo>
                    <a:lnTo>
                      <a:pt x="1384" y="1058"/>
                    </a:lnTo>
                    <a:lnTo>
                      <a:pt x="1358" y="1075"/>
                    </a:lnTo>
                    <a:lnTo>
                      <a:pt x="1349" y="1093"/>
                    </a:lnTo>
                    <a:lnTo>
                      <a:pt x="1349" y="1128"/>
                    </a:lnTo>
                    <a:lnTo>
                      <a:pt x="1349" y="1217"/>
                    </a:lnTo>
                    <a:lnTo>
                      <a:pt x="1349" y="1278"/>
                    </a:lnTo>
                    <a:lnTo>
                      <a:pt x="1358" y="1314"/>
                    </a:lnTo>
                    <a:lnTo>
                      <a:pt x="1358" y="1367"/>
                    </a:lnTo>
                    <a:lnTo>
                      <a:pt x="1349" y="1393"/>
                    </a:lnTo>
                    <a:lnTo>
                      <a:pt x="1340" y="1419"/>
                    </a:lnTo>
                    <a:lnTo>
                      <a:pt x="1323" y="1437"/>
                    </a:lnTo>
                    <a:lnTo>
                      <a:pt x="1296" y="1446"/>
                    </a:lnTo>
                    <a:lnTo>
                      <a:pt x="1234" y="1446"/>
                    </a:lnTo>
                    <a:lnTo>
                      <a:pt x="1226" y="1446"/>
                    </a:lnTo>
                    <a:lnTo>
                      <a:pt x="1226" y="1419"/>
                    </a:lnTo>
                    <a:lnTo>
                      <a:pt x="1217" y="1340"/>
                    </a:lnTo>
                    <a:lnTo>
                      <a:pt x="1208" y="1243"/>
                    </a:lnTo>
                    <a:lnTo>
                      <a:pt x="1199" y="1199"/>
                    </a:lnTo>
                    <a:lnTo>
                      <a:pt x="1199" y="1172"/>
                    </a:lnTo>
                    <a:lnTo>
                      <a:pt x="1199" y="1102"/>
                    </a:lnTo>
                    <a:lnTo>
                      <a:pt x="1208" y="1067"/>
                    </a:lnTo>
                    <a:lnTo>
                      <a:pt x="1208" y="1049"/>
                    </a:lnTo>
                    <a:lnTo>
                      <a:pt x="1208" y="987"/>
                    </a:lnTo>
                    <a:lnTo>
                      <a:pt x="1208" y="943"/>
                    </a:lnTo>
                    <a:lnTo>
                      <a:pt x="1199" y="934"/>
                    </a:lnTo>
                    <a:lnTo>
                      <a:pt x="1199" y="908"/>
                    </a:lnTo>
                    <a:lnTo>
                      <a:pt x="1190" y="855"/>
                    </a:lnTo>
                    <a:lnTo>
                      <a:pt x="1181" y="828"/>
                    </a:lnTo>
                    <a:lnTo>
                      <a:pt x="1164" y="802"/>
                    </a:lnTo>
                    <a:lnTo>
                      <a:pt x="1146" y="793"/>
                    </a:lnTo>
                    <a:lnTo>
                      <a:pt x="1129" y="793"/>
                    </a:lnTo>
                    <a:lnTo>
                      <a:pt x="1111" y="793"/>
                    </a:lnTo>
                    <a:lnTo>
                      <a:pt x="1084" y="802"/>
                    </a:lnTo>
                    <a:lnTo>
                      <a:pt x="1076" y="819"/>
                    </a:lnTo>
                    <a:lnTo>
                      <a:pt x="1058" y="828"/>
                    </a:lnTo>
                    <a:lnTo>
                      <a:pt x="1040" y="828"/>
                    </a:lnTo>
                    <a:lnTo>
                      <a:pt x="1023" y="837"/>
                    </a:lnTo>
                    <a:lnTo>
                      <a:pt x="1014" y="837"/>
                    </a:lnTo>
                    <a:lnTo>
                      <a:pt x="987" y="846"/>
                    </a:lnTo>
                    <a:lnTo>
                      <a:pt x="943" y="855"/>
                    </a:lnTo>
                    <a:lnTo>
                      <a:pt x="934" y="846"/>
                    </a:lnTo>
                    <a:lnTo>
                      <a:pt x="864" y="855"/>
                    </a:lnTo>
                    <a:lnTo>
                      <a:pt x="855" y="855"/>
                    </a:lnTo>
                    <a:lnTo>
                      <a:pt x="846" y="855"/>
                    </a:lnTo>
                    <a:lnTo>
                      <a:pt x="837" y="846"/>
                    </a:lnTo>
                    <a:lnTo>
                      <a:pt x="829" y="837"/>
                    </a:lnTo>
                    <a:lnTo>
                      <a:pt x="820" y="837"/>
                    </a:lnTo>
                    <a:lnTo>
                      <a:pt x="811" y="837"/>
                    </a:lnTo>
                    <a:lnTo>
                      <a:pt x="767" y="837"/>
                    </a:lnTo>
                    <a:lnTo>
                      <a:pt x="758" y="837"/>
                    </a:lnTo>
                    <a:lnTo>
                      <a:pt x="749" y="846"/>
                    </a:lnTo>
                    <a:lnTo>
                      <a:pt x="740" y="855"/>
                    </a:lnTo>
                    <a:lnTo>
                      <a:pt x="723" y="864"/>
                    </a:lnTo>
                    <a:lnTo>
                      <a:pt x="705" y="872"/>
                    </a:lnTo>
                    <a:lnTo>
                      <a:pt x="696" y="908"/>
                    </a:lnTo>
                    <a:lnTo>
                      <a:pt x="696" y="934"/>
                    </a:lnTo>
                    <a:lnTo>
                      <a:pt x="714" y="1067"/>
                    </a:lnTo>
                    <a:lnTo>
                      <a:pt x="723" y="1190"/>
                    </a:lnTo>
                    <a:lnTo>
                      <a:pt x="723" y="1367"/>
                    </a:lnTo>
                    <a:lnTo>
                      <a:pt x="714" y="1428"/>
                    </a:lnTo>
                    <a:lnTo>
                      <a:pt x="714" y="1446"/>
                    </a:lnTo>
                    <a:lnTo>
                      <a:pt x="705" y="1446"/>
                    </a:lnTo>
                    <a:lnTo>
                      <a:pt x="652" y="1446"/>
                    </a:lnTo>
                    <a:lnTo>
                      <a:pt x="617" y="1446"/>
                    </a:lnTo>
                    <a:lnTo>
                      <a:pt x="608" y="1446"/>
                    </a:lnTo>
                    <a:lnTo>
                      <a:pt x="608" y="1437"/>
                    </a:lnTo>
                    <a:lnTo>
                      <a:pt x="599" y="1393"/>
                    </a:lnTo>
                    <a:lnTo>
                      <a:pt x="590" y="1340"/>
                    </a:lnTo>
                    <a:lnTo>
                      <a:pt x="599" y="1243"/>
                    </a:lnTo>
                    <a:lnTo>
                      <a:pt x="599" y="1164"/>
                    </a:lnTo>
                    <a:lnTo>
                      <a:pt x="599" y="1093"/>
                    </a:lnTo>
                    <a:lnTo>
                      <a:pt x="590" y="1031"/>
                    </a:lnTo>
                    <a:lnTo>
                      <a:pt x="581" y="943"/>
                    </a:lnTo>
                    <a:lnTo>
                      <a:pt x="581" y="934"/>
                    </a:lnTo>
                    <a:lnTo>
                      <a:pt x="581" y="925"/>
                    </a:lnTo>
                    <a:lnTo>
                      <a:pt x="555" y="917"/>
                    </a:lnTo>
                    <a:lnTo>
                      <a:pt x="537" y="917"/>
                    </a:lnTo>
                    <a:lnTo>
                      <a:pt x="520" y="917"/>
                    </a:lnTo>
                    <a:lnTo>
                      <a:pt x="502" y="925"/>
                    </a:lnTo>
                    <a:lnTo>
                      <a:pt x="493" y="943"/>
                    </a:lnTo>
                    <a:lnTo>
                      <a:pt x="484" y="961"/>
                    </a:lnTo>
                    <a:lnTo>
                      <a:pt x="484" y="978"/>
                    </a:lnTo>
                    <a:lnTo>
                      <a:pt x="484" y="996"/>
                    </a:lnTo>
                    <a:lnTo>
                      <a:pt x="502" y="1040"/>
                    </a:lnTo>
                    <a:lnTo>
                      <a:pt x="502" y="1093"/>
                    </a:lnTo>
                    <a:lnTo>
                      <a:pt x="493" y="1208"/>
                    </a:lnTo>
                    <a:lnTo>
                      <a:pt x="493" y="1278"/>
                    </a:lnTo>
                    <a:lnTo>
                      <a:pt x="493" y="1384"/>
                    </a:lnTo>
                    <a:lnTo>
                      <a:pt x="493" y="1393"/>
                    </a:lnTo>
                    <a:lnTo>
                      <a:pt x="493" y="1419"/>
                    </a:lnTo>
                    <a:lnTo>
                      <a:pt x="502" y="1437"/>
                    </a:lnTo>
                    <a:lnTo>
                      <a:pt x="484" y="1446"/>
                    </a:lnTo>
                    <a:lnTo>
                      <a:pt x="476" y="1446"/>
                    </a:lnTo>
                    <a:lnTo>
                      <a:pt x="440" y="1446"/>
                    </a:lnTo>
                    <a:lnTo>
                      <a:pt x="414" y="1446"/>
                    </a:lnTo>
                    <a:lnTo>
                      <a:pt x="405" y="1446"/>
                    </a:lnTo>
                    <a:lnTo>
                      <a:pt x="387" y="1446"/>
                    </a:lnTo>
                    <a:lnTo>
                      <a:pt x="379" y="1437"/>
                    </a:lnTo>
                    <a:lnTo>
                      <a:pt x="370" y="1411"/>
                    </a:lnTo>
                    <a:lnTo>
                      <a:pt x="370" y="1367"/>
                    </a:lnTo>
                    <a:lnTo>
                      <a:pt x="370" y="1322"/>
                    </a:lnTo>
                    <a:lnTo>
                      <a:pt x="370" y="1269"/>
                    </a:lnTo>
                    <a:lnTo>
                      <a:pt x="370" y="1190"/>
                    </a:lnTo>
                    <a:lnTo>
                      <a:pt x="370" y="1146"/>
                    </a:lnTo>
                    <a:lnTo>
                      <a:pt x="370" y="1111"/>
                    </a:lnTo>
                    <a:lnTo>
                      <a:pt x="361" y="1067"/>
                    </a:lnTo>
                    <a:lnTo>
                      <a:pt x="361" y="1031"/>
                    </a:lnTo>
                    <a:lnTo>
                      <a:pt x="361" y="1005"/>
                    </a:lnTo>
                    <a:lnTo>
                      <a:pt x="352" y="978"/>
                    </a:lnTo>
                    <a:lnTo>
                      <a:pt x="343" y="943"/>
                    </a:lnTo>
                    <a:lnTo>
                      <a:pt x="326" y="837"/>
                    </a:lnTo>
                    <a:lnTo>
                      <a:pt x="326" y="811"/>
                    </a:lnTo>
                    <a:lnTo>
                      <a:pt x="317" y="784"/>
                    </a:lnTo>
                    <a:lnTo>
                      <a:pt x="317" y="758"/>
                    </a:lnTo>
                    <a:lnTo>
                      <a:pt x="317" y="740"/>
                    </a:lnTo>
                    <a:lnTo>
                      <a:pt x="317" y="705"/>
                    </a:lnTo>
                    <a:lnTo>
                      <a:pt x="317" y="669"/>
                    </a:lnTo>
                    <a:lnTo>
                      <a:pt x="326" y="590"/>
                    </a:lnTo>
                    <a:lnTo>
                      <a:pt x="326" y="528"/>
                    </a:lnTo>
                    <a:lnTo>
                      <a:pt x="334" y="484"/>
                    </a:lnTo>
                    <a:lnTo>
                      <a:pt x="370" y="387"/>
                    </a:lnTo>
                    <a:lnTo>
                      <a:pt x="387" y="334"/>
                    </a:lnTo>
                    <a:lnTo>
                      <a:pt x="414" y="290"/>
                    </a:lnTo>
                    <a:lnTo>
                      <a:pt x="440" y="255"/>
                    </a:lnTo>
                    <a:lnTo>
                      <a:pt x="476" y="211"/>
                    </a:lnTo>
                    <a:lnTo>
                      <a:pt x="520" y="167"/>
                    </a:lnTo>
                    <a:lnTo>
                      <a:pt x="555" y="140"/>
                    </a:lnTo>
                    <a:lnTo>
                      <a:pt x="670" y="122"/>
                    </a:lnTo>
                    <a:lnTo>
                      <a:pt x="731" y="114"/>
                    </a:lnTo>
                    <a:lnTo>
                      <a:pt x="758" y="114"/>
                    </a:lnTo>
                    <a:lnTo>
                      <a:pt x="784" y="105"/>
                    </a:lnTo>
                    <a:lnTo>
                      <a:pt x="802" y="105"/>
                    </a:lnTo>
                    <a:lnTo>
                      <a:pt x="855" y="114"/>
                    </a:lnTo>
                    <a:lnTo>
                      <a:pt x="908" y="122"/>
                    </a:lnTo>
                    <a:lnTo>
                      <a:pt x="926" y="131"/>
                    </a:lnTo>
                    <a:lnTo>
                      <a:pt x="1049" y="167"/>
                    </a:lnTo>
                    <a:lnTo>
                      <a:pt x="1181" y="184"/>
                    </a:lnTo>
                    <a:lnTo>
                      <a:pt x="1234" y="193"/>
                    </a:lnTo>
                    <a:lnTo>
                      <a:pt x="1305" y="202"/>
                    </a:lnTo>
                    <a:lnTo>
                      <a:pt x="1340" y="211"/>
                    </a:lnTo>
                    <a:lnTo>
                      <a:pt x="1367" y="211"/>
                    </a:lnTo>
                    <a:lnTo>
                      <a:pt x="1384" y="211"/>
                    </a:lnTo>
                    <a:lnTo>
                      <a:pt x="1393" y="211"/>
                    </a:lnTo>
                    <a:lnTo>
                      <a:pt x="1367" y="255"/>
                    </a:lnTo>
                    <a:lnTo>
                      <a:pt x="1358" y="308"/>
                    </a:lnTo>
                    <a:lnTo>
                      <a:pt x="1358" y="361"/>
                    </a:lnTo>
                    <a:lnTo>
                      <a:pt x="1367" y="414"/>
                    </a:lnTo>
                    <a:lnTo>
                      <a:pt x="1376" y="431"/>
                    </a:lnTo>
                    <a:lnTo>
                      <a:pt x="1384" y="449"/>
                    </a:lnTo>
                    <a:lnTo>
                      <a:pt x="1429" y="484"/>
                    </a:lnTo>
                    <a:lnTo>
                      <a:pt x="1464" y="511"/>
                    </a:lnTo>
                    <a:lnTo>
                      <a:pt x="1543" y="555"/>
                    </a:lnTo>
                    <a:lnTo>
                      <a:pt x="1561" y="555"/>
                    </a:lnTo>
                    <a:lnTo>
                      <a:pt x="1587" y="564"/>
                    </a:lnTo>
                    <a:lnTo>
                      <a:pt x="1596" y="564"/>
                    </a:lnTo>
                    <a:lnTo>
                      <a:pt x="1658" y="572"/>
                    </a:lnTo>
                    <a:lnTo>
                      <a:pt x="1667" y="572"/>
                    </a:lnTo>
                    <a:lnTo>
                      <a:pt x="1693" y="572"/>
                    </a:lnTo>
                    <a:lnTo>
                      <a:pt x="1711" y="572"/>
                    </a:lnTo>
                    <a:lnTo>
                      <a:pt x="1729" y="564"/>
                    </a:lnTo>
                    <a:lnTo>
                      <a:pt x="1755" y="555"/>
                    </a:lnTo>
                    <a:lnTo>
                      <a:pt x="1764" y="537"/>
                    </a:lnTo>
                    <a:lnTo>
                      <a:pt x="1773" y="511"/>
                    </a:lnTo>
                    <a:lnTo>
                      <a:pt x="1773" y="502"/>
                    </a:lnTo>
                    <a:lnTo>
                      <a:pt x="1764" y="493"/>
                    </a:lnTo>
                    <a:lnTo>
                      <a:pt x="1746" y="484"/>
                    </a:lnTo>
                    <a:lnTo>
                      <a:pt x="1711" y="475"/>
                    </a:lnTo>
                    <a:lnTo>
                      <a:pt x="1667" y="467"/>
                    </a:lnTo>
                    <a:lnTo>
                      <a:pt x="1614" y="458"/>
                    </a:lnTo>
                    <a:lnTo>
                      <a:pt x="1570" y="449"/>
                    </a:lnTo>
                    <a:lnTo>
                      <a:pt x="1534" y="431"/>
                    </a:lnTo>
                    <a:lnTo>
                      <a:pt x="1517" y="414"/>
                    </a:lnTo>
                    <a:lnTo>
                      <a:pt x="1490" y="387"/>
                    </a:lnTo>
                    <a:lnTo>
                      <a:pt x="1490" y="369"/>
                    </a:lnTo>
                    <a:lnTo>
                      <a:pt x="1490" y="361"/>
                    </a:lnTo>
                    <a:lnTo>
                      <a:pt x="1482" y="299"/>
                    </a:lnTo>
                    <a:lnTo>
                      <a:pt x="1499" y="237"/>
                    </a:lnTo>
                    <a:lnTo>
                      <a:pt x="1526" y="184"/>
                    </a:lnTo>
                    <a:lnTo>
                      <a:pt x="1570" y="140"/>
                    </a:lnTo>
                    <a:lnTo>
                      <a:pt x="1579" y="131"/>
                    </a:lnTo>
                    <a:lnTo>
                      <a:pt x="1587" y="122"/>
                    </a:lnTo>
                    <a:lnTo>
                      <a:pt x="1623" y="105"/>
                    </a:lnTo>
                    <a:lnTo>
                      <a:pt x="1658" y="96"/>
                    </a:lnTo>
                    <a:lnTo>
                      <a:pt x="1667" y="96"/>
                    </a:lnTo>
                    <a:lnTo>
                      <a:pt x="1702" y="105"/>
                    </a:lnTo>
                    <a:lnTo>
                      <a:pt x="1729" y="131"/>
                    </a:lnTo>
                    <a:lnTo>
                      <a:pt x="1764" y="158"/>
                    </a:lnTo>
                    <a:lnTo>
                      <a:pt x="1808" y="167"/>
                    </a:lnTo>
                    <a:lnTo>
                      <a:pt x="1826" y="167"/>
                    </a:lnTo>
                    <a:lnTo>
                      <a:pt x="1879" y="158"/>
                    </a:lnTo>
                    <a:lnTo>
                      <a:pt x="1940" y="167"/>
                    </a:lnTo>
                    <a:lnTo>
                      <a:pt x="1949" y="175"/>
                    </a:lnTo>
                    <a:lnTo>
                      <a:pt x="1958" y="175"/>
                    </a:lnTo>
                    <a:lnTo>
                      <a:pt x="2011" y="228"/>
                    </a:lnTo>
                    <a:lnTo>
                      <a:pt x="2029" y="255"/>
                    </a:lnTo>
                    <a:lnTo>
                      <a:pt x="2046" y="281"/>
                    </a:lnTo>
                    <a:lnTo>
                      <a:pt x="2055" y="334"/>
                    </a:lnTo>
                    <a:lnTo>
                      <a:pt x="2055" y="361"/>
                    </a:lnTo>
                    <a:lnTo>
                      <a:pt x="2055" y="387"/>
                    </a:lnTo>
                    <a:lnTo>
                      <a:pt x="2064" y="458"/>
                    </a:lnTo>
                    <a:lnTo>
                      <a:pt x="2064" y="511"/>
                    </a:lnTo>
                    <a:lnTo>
                      <a:pt x="2055" y="528"/>
                    </a:lnTo>
                    <a:lnTo>
                      <a:pt x="2055" y="564"/>
                    </a:lnTo>
                    <a:lnTo>
                      <a:pt x="2046" y="643"/>
                    </a:lnTo>
                    <a:lnTo>
                      <a:pt x="2046" y="687"/>
                    </a:lnTo>
                    <a:lnTo>
                      <a:pt x="2055" y="740"/>
                    </a:lnTo>
                    <a:lnTo>
                      <a:pt x="2073" y="784"/>
                    </a:lnTo>
                    <a:lnTo>
                      <a:pt x="2099" y="828"/>
                    </a:lnTo>
                    <a:lnTo>
                      <a:pt x="2134" y="846"/>
                    </a:lnTo>
                    <a:lnTo>
                      <a:pt x="2170" y="855"/>
                    </a:lnTo>
                    <a:lnTo>
                      <a:pt x="2223" y="872"/>
                    </a:lnTo>
                    <a:lnTo>
                      <a:pt x="2232" y="881"/>
                    </a:lnTo>
                    <a:lnTo>
                      <a:pt x="2258" y="872"/>
                    </a:lnTo>
                    <a:lnTo>
                      <a:pt x="2284" y="872"/>
                    </a:lnTo>
                    <a:lnTo>
                      <a:pt x="2267" y="899"/>
                    </a:lnTo>
                    <a:lnTo>
                      <a:pt x="2223" y="925"/>
                    </a:lnTo>
                    <a:lnTo>
                      <a:pt x="2179" y="934"/>
                    </a:lnTo>
                    <a:lnTo>
                      <a:pt x="2143" y="934"/>
                    </a:lnTo>
                    <a:lnTo>
                      <a:pt x="2117" y="925"/>
                    </a:lnTo>
                    <a:lnTo>
                      <a:pt x="2090" y="917"/>
                    </a:lnTo>
                    <a:lnTo>
                      <a:pt x="2073" y="908"/>
                    </a:lnTo>
                    <a:lnTo>
                      <a:pt x="2011" y="864"/>
                    </a:lnTo>
                    <a:lnTo>
                      <a:pt x="1993" y="837"/>
                    </a:lnTo>
                    <a:lnTo>
                      <a:pt x="1976" y="802"/>
                    </a:lnTo>
                    <a:lnTo>
                      <a:pt x="1967" y="740"/>
                    </a:lnTo>
                    <a:lnTo>
                      <a:pt x="1949" y="696"/>
                    </a:lnTo>
                    <a:lnTo>
                      <a:pt x="1940" y="678"/>
                    </a:lnTo>
                    <a:lnTo>
                      <a:pt x="1923" y="661"/>
                    </a:lnTo>
                    <a:lnTo>
                      <a:pt x="1905" y="652"/>
                    </a:lnTo>
                    <a:lnTo>
                      <a:pt x="1879" y="643"/>
                    </a:lnTo>
                    <a:lnTo>
                      <a:pt x="1861" y="643"/>
                    </a:lnTo>
                    <a:lnTo>
                      <a:pt x="1817" y="643"/>
                    </a:lnTo>
                    <a:lnTo>
                      <a:pt x="1782" y="652"/>
                    </a:lnTo>
                    <a:lnTo>
                      <a:pt x="1737" y="661"/>
                    </a:lnTo>
                    <a:lnTo>
                      <a:pt x="1667" y="678"/>
                    </a:lnTo>
                    <a:lnTo>
                      <a:pt x="1658" y="678"/>
                    </a:lnTo>
                    <a:lnTo>
                      <a:pt x="1649" y="687"/>
                    </a:lnTo>
                    <a:lnTo>
                      <a:pt x="1649" y="696"/>
                    </a:lnTo>
                    <a:lnTo>
                      <a:pt x="1632" y="714"/>
                    </a:lnTo>
                    <a:lnTo>
                      <a:pt x="1614" y="731"/>
                    </a:lnTo>
                    <a:lnTo>
                      <a:pt x="1605" y="775"/>
                    </a:lnTo>
                    <a:lnTo>
                      <a:pt x="1605" y="784"/>
                    </a:lnTo>
                    <a:lnTo>
                      <a:pt x="1614" y="784"/>
                    </a:lnTo>
                    <a:close/>
                    <a:moveTo>
                      <a:pt x="581" y="1031"/>
                    </a:moveTo>
                    <a:lnTo>
                      <a:pt x="581" y="1031"/>
                    </a:lnTo>
                    <a:close/>
                  </a:path>
                </a:pathLst>
              </a:custGeom>
              <a:solidFill>
                <a:srgbClr val="221F1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1" name="Freeform 26"/>
              <p:cNvSpPr>
                <a:spLocks noChangeArrowheads="1"/>
              </p:cNvSpPr>
              <p:nvPr/>
            </p:nvSpPr>
            <p:spPr bwMode="auto">
              <a:xfrm>
                <a:off x="5175856" y="3115960"/>
                <a:ext cx="100449" cy="69498"/>
              </a:xfrm>
              <a:custGeom>
                <a:avLst/>
                <a:gdLst>
                  <a:gd name="T0" fmla="*/ 37061622 w 99"/>
                  <a:gd name="T1" fmla="*/ 50781503 h 71"/>
                  <a:gd name="T2" fmla="*/ 37061622 w 99"/>
                  <a:gd name="T3" fmla="*/ 50781503 h 71"/>
                  <a:gd name="T4" fmla="*/ 46327282 w 99"/>
                  <a:gd name="T5" fmla="*/ 59404150 h 71"/>
                  <a:gd name="T6" fmla="*/ 63827730 w 99"/>
                  <a:gd name="T7" fmla="*/ 67069485 h 71"/>
                  <a:gd name="T8" fmla="*/ 63827730 w 99"/>
                  <a:gd name="T9" fmla="*/ 67069485 h 71"/>
                  <a:gd name="T10" fmla="*/ 82359048 w 99"/>
                  <a:gd name="T11" fmla="*/ 59404150 h 71"/>
                  <a:gd name="T12" fmla="*/ 82359048 w 99"/>
                  <a:gd name="T13" fmla="*/ 59404150 h 71"/>
                  <a:gd name="T14" fmla="*/ 91624708 w 99"/>
                  <a:gd name="T15" fmla="*/ 50781503 h 71"/>
                  <a:gd name="T16" fmla="*/ 91624708 w 99"/>
                  <a:gd name="T17" fmla="*/ 42157878 h 71"/>
                  <a:gd name="T18" fmla="*/ 91624708 w 99"/>
                  <a:gd name="T19" fmla="*/ 42157878 h 71"/>
                  <a:gd name="T20" fmla="*/ 100889352 w 99"/>
                  <a:gd name="T21" fmla="*/ 24911607 h 71"/>
                  <a:gd name="T22" fmla="*/ 91624708 w 99"/>
                  <a:gd name="T23" fmla="*/ 16287982 h 71"/>
                  <a:gd name="T24" fmla="*/ 91624708 w 99"/>
                  <a:gd name="T25" fmla="*/ 16287982 h 71"/>
                  <a:gd name="T26" fmla="*/ 82359048 w 99"/>
                  <a:gd name="T27" fmla="*/ 8623625 h 71"/>
                  <a:gd name="T28" fmla="*/ 63827730 w 99"/>
                  <a:gd name="T29" fmla="*/ 0 h 71"/>
                  <a:gd name="T30" fmla="*/ 63827730 w 99"/>
                  <a:gd name="T31" fmla="*/ 0 h 71"/>
                  <a:gd name="T32" fmla="*/ 46327282 w 99"/>
                  <a:gd name="T33" fmla="*/ 8623625 h 71"/>
                  <a:gd name="T34" fmla="*/ 18530304 w 99"/>
                  <a:gd name="T35" fmla="*/ 16287982 h 71"/>
                  <a:gd name="T36" fmla="*/ 0 w 99"/>
                  <a:gd name="T37" fmla="*/ 33535232 h 71"/>
                  <a:gd name="T38" fmla="*/ 27795963 w 99"/>
                  <a:gd name="T39" fmla="*/ 42157878 h 71"/>
                  <a:gd name="T40" fmla="*/ 27795963 w 99"/>
                  <a:gd name="T41" fmla="*/ 42157878 h 71"/>
                  <a:gd name="T42" fmla="*/ 37061622 w 99"/>
                  <a:gd name="T43" fmla="*/ 50781503 h 7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99" h="71">
                    <a:moveTo>
                      <a:pt x="36" y="53"/>
                    </a:moveTo>
                    <a:lnTo>
                      <a:pt x="36" y="53"/>
                    </a:lnTo>
                    <a:lnTo>
                      <a:pt x="45" y="62"/>
                    </a:lnTo>
                    <a:lnTo>
                      <a:pt x="62" y="70"/>
                    </a:lnTo>
                    <a:lnTo>
                      <a:pt x="80" y="62"/>
                    </a:lnTo>
                    <a:lnTo>
                      <a:pt x="89" y="53"/>
                    </a:lnTo>
                    <a:lnTo>
                      <a:pt x="89" y="44"/>
                    </a:lnTo>
                    <a:lnTo>
                      <a:pt x="98" y="26"/>
                    </a:lnTo>
                    <a:lnTo>
                      <a:pt x="89" y="17"/>
                    </a:lnTo>
                    <a:lnTo>
                      <a:pt x="80" y="9"/>
                    </a:lnTo>
                    <a:lnTo>
                      <a:pt x="62" y="0"/>
                    </a:lnTo>
                    <a:lnTo>
                      <a:pt x="45" y="9"/>
                    </a:lnTo>
                    <a:lnTo>
                      <a:pt x="18" y="17"/>
                    </a:lnTo>
                    <a:lnTo>
                      <a:pt x="0" y="35"/>
                    </a:lnTo>
                    <a:lnTo>
                      <a:pt x="27" y="44"/>
                    </a:lnTo>
                    <a:lnTo>
                      <a:pt x="36" y="53"/>
                    </a:lnTo>
                  </a:path>
                </a:pathLst>
              </a:custGeom>
              <a:solidFill>
                <a:srgbClr val="221F1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06513" name="Group 23"/>
          <p:cNvGrpSpPr>
            <a:grpSpLocks/>
          </p:cNvGrpSpPr>
          <p:nvPr/>
        </p:nvGrpSpPr>
        <p:grpSpPr bwMode="auto">
          <a:xfrm>
            <a:off x="311944" y="1425575"/>
            <a:ext cx="1404937" cy="635000"/>
            <a:chOff x="2057400" y="1495089"/>
            <a:chExt cx="5313363" cy="2403475"/>
          </a:xfrm>
        </p:grpSpPr>
        <p:grpSp>
          <p:nvGrpSpPr>
            <p:cNvPr id="106609" name="Group 101"/>
            <p:cNvGrpSpPr>
              <a:grpSpLocks/>
            </p:cNvGrpSpPr>
            <p:nvPr/>
          </p:nvGrpSpPr>
          <p:grpSpPr bwMode="auto">
            <a:xfrm>
              <a:off x="2659063" y="1495089"/>
              <a:ext cx="4217987" cy="2403475"/>
              <a:chOff x="2889234" y="1995994"/>
              <a:chExt cx="3222717" cy="1836306"/>
            </a:xfrm>
          </p:grpSpPr>
          <p:sp>
            <p:nvSpPr>
              <p:cNvPr id="103" name="Freeform 9"/>
              <p:cNvSpPr>
                <a:spLocks noChangeArrowheads="1"/>
              </p:cNvSpPr>
              <p:nvPr/>
            </p:nvSpPr>
            <p:spPr bwMode="auto">
              <a:xfrm>
                <a:off x="4250638" y="3116141"/>
                <a:ext cx="4589" cy="459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EF4137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4" name="Freeform 10"/>
              <p:cNvSpPr>
                <a:spLocks noChangeArrowheads="1"/>
              </p:cNvSpPr>
              <p:nvPr/>
            </p:nvSpPr>
            <p:spPr bwMode="auto">
              <a:xfrm>
                <a:off x="4250638" y="3116141"/>
                <a:ext cx="4589" cy="459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9ABE2"/>
              </a:solidFill>
              <a:ln w="12600" cap="flat">
                <a:solidFill>
                  <a:srgbClr val="29ABE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5" name="Freeform 14"/>
              <p:cNvSpPr>
                <a:spLocks noChangeArrowheads="1"/>
              </p:cNvSpPr>
              <p:nvPr/>
            </p:nvSpPr>
            <p:spPr bwMode="auto">
              <a:xfrm>
                <a:off x="3746051" y="3538491"/>
                <a:ext cx="4589" cy="36726"/>
              </a:xfrm>
              <a:custGeom>
                <a:avLst/>
                <a:gdLst>
                  <a:gd name="T0" fmla="*/ 0 w 1"/>
                  <a:gd name="T1" fmla="*/ 35468383 h 37"/>
                  <a:gd name="T2" fmla="*/ 0 w 1"/>
                  <a:gd name="T3" fmla="*/ 35468383 h 37"/>
                  <a:gd name="T4" fmla="*/ 0 w 1"/>
                  <a:gd name="T5" fmla="*/ 0 h 37"/>
                  <a:gd name="T6" fmla="*/ 0 w 1"/>
                  <a:gd name="T7" fmla="*/ 0 h 37"/>
                  <a:gd name="T8" fmla="*/ 0 w 1"/>
                  <a:gd name="T9" fmla="*/ 35468383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37">
                    <a:moveTo>
                      <a:pt x="0" y="36"/>
                    </a:moveTo>
                    <a:lnTo>
                      <a:pt x="0" y="36"/>
                    </a:lnTo>
                    <a:lnTo>
                      <a:pt x="0" y="0"/>
                    </a:lnTo>
                    <a:lnTo>
                      <a:pt x="0" y="36"/>
                    </a:lnTo>
                  </a:path>
                </a:pathLst>
              </a:custGeom>
              <a:solidFill>
                <a:srgbClr val="E0E1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6" name="Freeform 15"/>
              <p:cNvSpPr>
                <a:spLocks noChangeArrowheads="1"/>
              </p:cNvSpPr>
              <p:nvPr/>
            </p:nvSpPr>
            <p:spPr bwMode="auto">
              <a:xfrm>
                <a:off x="3746051" y="3483402"/>
                <a:ext cx="4589" cy="18363"/>
              </a:xfrm>
              <a:custGeom>
                <a:avLst/>
                <a:gdLst>
                  <a:gd name="T0" fmla="*/ 0 w 1"/>
                  <a:gd name="T1" fmla="*/ 16813743 h 19"/>
                  <a:gd name="T2" fmla="*/ 0 w 1"/>
                  <a:gd name="T3" fmla="*/ 16813743 h 19"/>
                  <a:gd name="T4" fmla="*/ 0 w 1"/>
                  <a:gd name="T5" fmla="*/ 0 h 19"/>
                  <a:gd name="T6" fmla="*/ 0 w 1"/>
                  <a:gd name="T7" fmla="*/ 0 h 19"/>
                  <a:gd name="T8" fmla="*/ 0 w 1"/>
                  <a:gd name="T9" fmla="*/ 1681374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19">
                    <a:moveTo>
                      <a:pt x="0" y="18"/>
                    </a:moveTo>
                    <a:lnTo>
                      <a:pt x="0" y="18"/>
                    </a:ln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solidFill>
                <a:srgbClr val="E0E1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7" name="Freeform 19"/>
              <p:cNvSpPr>
                <a:spLocks noChangeArrowheads="1"/>
              </p:cNvSpPr>
              <p:nvPr/>
            </p:nvSpPr>
            <p:spPr bwMode="auto">
              <a:xfrm>
                <a:off x="6103849" y="2473434"/>
                <a:ext cx="4589" cy="459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8" name="Freeform 20"/>
              <p:cNvSpPr>
                <a:spLocks noChangeArrowheads="1"/>
              </p:cNvSpPr>
              <p:nvPr/>
            </p:nvSpPr>
            <p:spPr bwMode="auto">
              <a:xfrm>
                <a:off x="6103849" y="2473434"/>
                <a:ext cx="4589" cy="459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9" name="Freeform 27"/>
              <p:cNvSpPr>
                <a:spLocks noChangeArrowheads="1"/>
              </p:cNvSpPr>
              <p:nvPr/>
            </p:nvSpPr>
            <p:spPr bwMode="auto">
              <a:xfrm>
                <a:off x="4328621" y="2482615"/>
                <a:ext cx="766053" cy="743704"/>
              </a:xfrm>
              <a:custGeom>
                <a:avLst/>
                <a:gdLst>
                  <a:gd name="T0" fmla="*/ 567953575 w 733"/>
                  <a:gd name="T1" fmla="*/ 742271643 h 716"/>
                  <a:gd name="T2" fmla="*/ 385553534 w 733"/>
                  <a:gd name="T3" fmla="*/ 761691042 h 716"/>
                  <a:gd name="T4" fmla="*/ 365893249 w 733"/>
                  <a:gd name="T5" fmla="*/ 771400742 h 716"/>
                  <a:gd name="T6" fmla="*/ 356063107 w 733"/>
                  <a:gd name="T7" fmla="*/ 751981342 h 716"/>
                  <a:gd name="T8" fmla="*/ 269778157 w 733"/>
                  <a:gd name="T9" fmla="*/ 704509968 h 716"/>
                  <a:gd name="T10" fmla="*/ 250117872 w 733"/>
                  <a:gd name="T11" fmla="*/ 694800269 h 716"/>
                  <a:gd name="T12" fmla="*/ 221720611 w 733"/>
                  <a:gd name="T13" fmla="*/ 647329933 h 716"/>
                  <a:gd name="T14" fmla="*/ 211890469 w 733"/>
                  <a:gd name="T15" fmla="*/ 637619195 h 716"/>
                  <a:gd name="T16" fmla="*/ 211890469 w 733"/>
                  <a:gd name="T17" fmla="*/ 599858559 h 716"/>
                  <a:gd name="T18" fmla="*/ 192230184 w 733"/>
                  <a:gd name="T19" fmla="*/ 504916849 h 716"/>
                  <a:gd name="T20" fmla="*/ 163832923 w 733"/>
                  <a:gd name="T21" fmla="*/ 447735775 h 716"/>
                  <a:gd name="T22" fmla="*/ 76454807 w 733"/>
                  <a:gd name="T23" fmla="*/ 333374666 h 716"/>
                  <a:gd name="T24" fmla="*/ 18568163 w 733"/>
                  <a:gd name="T25" fmla="*/ 294534829 h 716"/>
                  <a:gd name="T26" fmla="*/ 18568163 w 733"/>
                  <a:gd name="T27" fmla="*/ 294534829 h 716"/>
                  <a:gd name="T28" fmla="*/ 0 w 733"/>
                  <a:gd name="T29" fmla="*/ 266483893 h 716"/>
                  <a:gd name="T30" fmla="*/ 0 w 733"/>
                  <a:gd name="T31" fmla="*/ 238432957 h 716"/>
                  <a:gd name="T32" fmla="*/ 18568163 w 733"/>
                  <a:gd name="T33" fmla="*/ 152122784 h 716"/>
                  <a:gd name="T34" fmla="*/ 28397261 w 733"/>
                  <a:gd name="T35" fmla="*/ 94941710 h 716"/>
                  <a:gd name="T36" fmla="*/ 57887688 w 733"/>
                  <a:gd name="T37" fmla="*/ 47470335 h 716"/>
                  <a:gd name="T38" fmla="*/ 105945234 w 733"/>
                  <a:gd name="T39" fmla="*/ 28050936 h 716"/>
                  <a:gd name="T40" fmla="*/ 192230184 w 733"/>
                  <a:gd name="T41" fmla="*/ 9709700 h 716"/>
                  <a:gd name="T42" fmla="*/ 279608300 w 733"/>
                  <a:gd name="T43" fmla="*/ 0 h 716"/>
                  <a:gd name="T44" fmla="*/ 394290510 w 733"/>
                  <a:gd name="T45" fmla="*/ 28050936 h 716"/>
                  <a:gd name="T46" fmla="*/ 567953575 w 733"/>
                  <a:gd name="T47" fmla="*/ 104651409 h 716"/>
                  <a:gd name="T48" fmla="*/ 655331692 w 733"/>
                  <a:gd name="T49" fmla="*/ 152122784 h 716"/>
                  <a:gd name="T50" fmla="*/ 721956356 w 733"/>
                  <a:gd name="T51" fmla="*/ 219013557 h 716"/>
                  <a:gd name="T52" fmla="*/ 771106024 w 733"/>
                  <a:gd name="T53" fmla="*/ 276193592 h 716"/>
                  <a:gd name="T54" fmla="*/ 799504329 w 733"/>
                  <a:gd name="T55" fmla="*/ 343084366 h 716"/>
                  <a:gd name="T56" fmla="*/ 799504329 w 733"/>
                  <a:gd name="T57" fmla="*/ 390555740 h 716"/>
                  <a:gd name="T58" fmla="*/ 789674187 w 733"/>
                  <a:gd name="T59" fmla="*/ 438026076 h 716"/>
                  <a:gd name="T60" fmla="*/ 789674187 w 733"/>
                  <a:gd name="T61" fmla="*/ 542677485 h 716"/>
                  <a:gd name="T62" fmla="*/ 779844044 w 733"/>
                  <a:gd name="T63" fmla="*/ 599858559 h 716"/>
                  <a:gd name="T64" fmla="*/ 771106024 w 733"/>
                  <a:gd name="T65" fmla="*/ 647329933 h 716"/>
                  <a:gd name="T66" fmla="*/ 721956356 w 733"/>
                  <a:gd name="T67" fmla="*/ 694800269 h 716"/>
                  <a:gd name="T68" fmla="*/ 673898810 w 733"/>
                  <a:gd name="T69" fmla="*/ 723930406 h 716"/>
                  <a:gd name="T70" fmla="*/ 616011121 w 733"/>
                  <a:gd name="T71" fmla="*/ 732560904 h 71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733" h="716">
                    <a:moveTo>
                      <a:pt x="520" y="688"/>
                    </a:moveTo>
                    <a:lnTo>
                      <a:pt x="520" y="688"/>
                    </a:lnTo>
                    <a:lnTo>
                      <a:pt x="441" y="688"/>
                    </a:lnTo>
                    <a:lnTo>
                      <a:pt x="353" y="706"/>
                    </a:lnTo>
                    <a:lnTo>
                      <a:pt x="335" y="715"/>
                    </a:lnTo>
                    <a:lnTo>
                      <a:pt x="326" y="697"/>
                    </a:lnTo>
                    <a:lnTo>
                      <a:pt x="291" y="671"/>
                    </a:lnTo>
                    <a:lnTo>
                      <a:pt x="247" y="653"/>
                    </a:lnTo>
                    <a:lnTo>
                      <a:pt x="229" y="644"/>
                    </a:lnTo>
                    <a:lnTo>
                      <a:pt x="203" y="600"/>
                    </a:lnTo>
                    <a:lnTo>
                      <a:pt x="194" y="591"/>
                    </a:lnTo>
                    <a:lnTo>
                      <a:pt x="194" y="556"/>
                    </a:lnTo>
                    <a:lnTo>
                      <a:pt x="194" y="529"/>
                    </a:lnTo>
                    <a:lnTo>
                      <a:pt x="176" y="468"/>
                    </a:lnTo>
                    <a:lnTo>
                      <a:pt x="150" y="415"/>
                    </a:lnTo>
                    <a:lnTo>
                      <a:pt x="114" y="362"/>
                    </a:lnTo>
                    <a:lnTo>
                      <a:pt x="70" y="309"/>
                    </a:lnTo>
                    <a:lnTo>
                      <a:pt x="17" y="273"/>
                    </a:lnTo>
                    <a:lnTo>
                      <a:pt x="0" y="265"/>
                    </a:lnTo>
                    <a:lnTo>
                      <a:pt x="0" y="247"/>
                    </a:lnTo>
                    <a:lnTo>
                      <a:pt x="0" y="221"/>
                    </a:lnTo>
                    <a:lnTo>
                      <a:pt x="17" y="141"/>
                    </a:lnTo>
                    <a:lnTo>
                      <a:pt x="26" y="88"/>
                    </a:lnTo>
                    <a:lnTo>
                      <a:pt x="44" y="62"/>
                    </a:lnTo>
                    <a:lnTo>
                      <a:pt x="53" y="44"/>
                    </a:lnTo>
                    <a:lnTo>
                      <a:pt x="70" y="35"/>
                    </a:lnTo>
                    <a:lnTo>
                      <a:pt x="97" y="26"/>
                    </a:lnTo>
                    <a:lnTo>
                      <a:pt x="176" y="9"/>
                    </a:lnTo>
                    <a:lnTo>
                      <a:pt x="256" y="0"/>
                    </a:lnTo>
                    <a:lnTo>
                      <a:pt x="309" y="9"/>
                    </a:lnTo>
                    <a:lnTo>
                      <a:pt x="361" y="26"/>
                    </a:lnTo>
                    <a:lnTo>
                      <a:pt x="520" y="97"/>
                    </a:lnTo>
                    <a:lnTo>
                      <a:pt x="600" y="141"/>
                    </a:lnTo>
                    <a:lnTo>
                      <a:pt x="635" y="168"/>
                    </a:lnTo>
                    <a:lnTo>
                      <a:pt x="661" y="203"/>
                    </a:lnTo>
                    <a:lnTo>
                      <a:pt x="706" y="256"/>
                    </a:lnTo>
                    <a:lnTo>
                      <a:pt x="723" y="282"/>
                    </a:lnTo>
                    <a:lnTo>
                      <a:pt x="732" y="318"/>
                    </a:lnTo>
                    <a:lnTo>
                      <a:pt x="732" y="362"/>
                    </a:lnTo>
                    <a:lnTo>
                      <a:pt x="723" y="406"/>
                    </a:lnTo>
                    <a:lnTo>
                      <a:pt x="723" y="459"/>
                    </a:lnTo>
                    <a:lnTo>
                      <a:pt x="723" y="503"/>
                    </a:lnTo>
                    <a:lnTo>
                      <a:pt x="714" y="556"/>
                    </a:lnTo>
                    <a:lnTo>
                      <a:pt x="706" y="600"/>
                    </a:lnTo>
                    <a:lnTo>
                      <a:pt x="688" y="618"/>
                    </a:lnTo>
                    <a:lnTo>
                      <a:pt x="661" y="644"/>
                    </a:lnTo>
                    <a:lnTo>
                      <a:pt x="617" y="671"/>
                    </a:lnTo>
                    <a:lnTo>
                      <a:pt x="564" y="679"/>
                    </a:lnTo>
                    <a:lnTo>
                      <a:pt x="520" y="688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0" name="Freeform 28"/>
              <p:cNvSpPr>
                <a:spLocks noChangeArrowheads="1"/>
              </p:cNvSpPr>
              <p:nvPr/>
            </p:nvSpPr>
            <p:spPr bwMode="auto">
              <a:xfrm>
                <a:off x="3145135" y="3272227"/>
                <a:ext cx="807339" cy="560073"/>
              </a:xfrm>
              <a:custGeom>
                <a:avLst/>
                <a:gdLst>
                  <a:gd name="T0" fmla="*/ 361672286 w 777"/>
                  <a:gd name="T1" fmla="*/ 580890259 h 539"/>
                  <a:gd name="T2" fmla="*/ 361672286 w 777"/>
                  <a:gd name="T3" fmla="*/ 580890259 h 539"/>
                  <a:gd name="T4" fmla="*/ 228879048 w 777"/>
                  <a:gd name="T5" fmla="*/ 580890259 h 539"/>
                  <a:gd name="T6" fmla="*/ 228879048 w 777"/>
                  <a:gd name="T7" fmla="*/ 580890259 h 539"/>
                  <a:gd name="T8" fmla="*/ 133872808 w 777"/>
                  <a:gd name="T9" fmla="*/ 571172629 h 539"/>
                  <a:gd name="T10" fmla="*/ 133872808 w 777"/>
                  <a:gd name="T11" fmla="*/ 571172629 h 539"/>
                  <a:gd name="T12" fmla="*/ 76652526 w 777"/>
                  <a:gd name="T13" fmla="*/ 561454998 h 539"/>
                  <a:gd name="T14" fmla="*/ 38866567 w 777"/>
                  <a:gd name="T15" fmla="*/ 533382768 h 539"/>
                  <a:gd name="T16" fmla="*/ 9716122 w 777"/>
                  <a:gd name="T17" fmla="*/ 485874238 h 539"/>
                  <a:gd name="T18" fmla="*/ 0 w 777"/>
                  <a:gd name="T19" fmla="*/ 438366747 h 539"/>
                  <a:gd name="T20" fmla="*/ 0 w 777"/>
                  <a:gd name="T21" fmla="*/ 438366747 h 539"/>
                  <a:gd name="T22" fmla="*/ 0 w 777"/>
                  <a:gd name="T23" fmla="*/ 371423996 h 539"/>
                  <a:gd name="T24" fmla="*/ 0 w 777"/>
                  <a:gd name="T25" fmla="*/ 294763614 h 539"/>
                  <a:gd name="T26" fmla="*/ 0 w 777"/>
                  <a:gd name="T27" fmla="*/ 294763614 h 539"/>
                  <a:gd name="T28" fmla="*/ 9716122 w 777"/>
                  <a:gd name="T29" fmla="*/ 219183893 h 539"/>
                  <a:gd name="T30" fmla="*/ 9716122 w 777"/>
                  <a:gd name="T31" fmla="*/ 219183893 h 539"/>
                  <a:gd name="T32" fmla="*/ 19433284 w 777"/>
                  <a:gd name="T33" fmla="*/ 180313372 h 539"/>
                  <a:gd name="T34" fmla="*/ 29149406 w 777"/>
                  <a:gd name="T35" fmla="*/ 152241142 h 539"/>
                  <a:gd name="T36" fmla="*/ 57219242 w 777"/>
                  <a:gd name="T37" fmla="*/ 132805881 h 539"/>
                  <a:gd name="T38" fmla="*/ 86369687 w 777"/>
                  <a:gd name="T39" fmla="*/ 114450242 h 539"/>
                  <a:gd name="T40" fmla="*/ 86369687 w 777"/>
                  <a:gd name="T41" fmla="*/ 114450242 h 539"/>
                  <a:gd name="T42" fmla="*/ 238595170 w 777"/>
                  <a:gd name="T43" fmla="*/ 57225121 h 539"/>
                  <a:gd name="T44" fmla="*/ 315248735 w 777"/>
                  <a:gd name="T45" fmla="*/ 37789861 h 539"/>
                  <a:gd name="T46" fmla="*/ 399458245 w 777"/>
                  <a:gd name="T47" fmla="*/ 18355639 h 539"/>
                  <a:gd name="T48" fmla="*/ 399458245 w 777"/>
                  <a:gd name="T49" fmla="*/ 18355639 h 539"/>
                  <a:gd name="T50" fmla="*/ 533331053 w 777"/>
                  <a:gd name="T51" fmla="*/ 0 h 539"/>
                  <a:gd name="T52" fmla="*/ 533331053 w 777"/>
                  <a:gd name="T53" fmla="*/ 0 h 539"/>
                  <a:gd name="T54" fmla="*/ 580834173 w 777"/>
                  <a:gd name="T55" fmla="*/ 0 h 539"/>
                  <a:gd name="T56" fmla="*/ 628337293 w 777"/>
                  <a:gd name="T57" fmla="*/ 18355639 h 539"/>
                  <a:gd name="T58" fmla="*/ 628337293 w 777"/>
                  <a:gd name="T59" fmla="*/ 18355639 h 539"/>
                  <a:gd name="T60" fmla="*/ 703910250 w 777"/>
                  <a:gd name="T61" fmla="*/ 66942751 h 539"/>
                  <a:gd name="T62" fmla="*/ 780562776 w 777"/>
                  <a:gd name="T63" fmla="*/ 114450242 h 539"/>
                  <a:gd name="T64" fmla="*/ 780562776 w 777"/>
                  <a:gd name="T65" fmla="*/ 114450242 h 539"/>
                  <a:gd name="T66" fmla="*/ 808633652 w 777"/>
                  <a:gd name="T67" fmla="*/ 142523512 h 539"/>
                  <a:gd name="T68" fmla="*/ 828066935 w 777"/>
                  <a:gd name="T69" fmla="*/ 180313372 h 539"/>
                  <a:gd name="T70" fmla="*/ 837783058 w 777"/>
                  <a:gd name="T71" fmla="*/ 219183893 h 539"/>
                  <a:gd name="T72" fmla="*/ 837783058 w 777"/>
                  <a:gd name="T73" fmla="*/ 266691384 h 539"/>
                  <a:gd name="T74" fmla="*/ 837783058 w 777"/>
                  <a:gd name="T75" fmla="*/ 266691384 h 539"/>
                  <a:gd name="T76" fmla="*/ 837783058 w 777"/>
                  <a:gd name="T77" fmla="*/ 381141626 h 539"/>
                  <a:gd name="T78" fmla="*/ 837783058 w 777"/>
                  <a:gd name="T79" fmla="*/ 381141626 h 539"/>
                  <a:gd name="T80" fmla="*/ 837783058 w 777"/>
                  <a:gd name="T81" fmla="*/ 418931487 h 539"/>
                  <a:gd name="T82" fmla="*/ 837783058 w 777"/>
                  <a:gd name="T83" fmla="*/ 418931487 h 539"/>
                  <a:gd name="T84" fmla="*/ 837783058 w 777"/>
                  <a:gd name="T85" fmla="*/ 438366747 h 539"/>
                  <a:gd name="T86" fmla="*/ 818349774 w 777"/>
                  <a:gd name="T87" fmla="*/ 456722386 h 539"/>
                  <a:gd name="T88" fmla="*/ 818349774 w 777"/>
                  <a:gd name="T89" fmla="*/ 456722386 h 539"/>
                  <a:gd name="T90" fmla="*/ 761130532 w 777"/>
                  <a:gd name="T91" fmla="*/ 523665138 h 539"/>
                  <a:gd name="T92" fmla="*/ 761130532 w 777"/>
                  <a:gd name="T93" fmla="*/ 523665138 h 539"/>
                  <a:gd name="T94" fmla="*/ 713627411 w 777"/>
                  <a:gd name="T95" fmla="*/ 552816989 h 539"/>
                  <a:gd name="T96" fmla="*/ 656407130 w 777"/>
                  <a:gd name="T97" fmla="*/ 571172629 h 539"/>
                  <a:gd name="T98" fmla="*/ 656407130 w 777"/>
                  <a:gd name="T99" fmla="*/ 571172629 h 539"/>
                  <a:gd name="T100" fmla="*/ 551684767 w 777"/>
                  <a:gd name="T101" fmla="*/ 580890259 h 539"/>
                  <a:gd name="T102" fmla="*/ 551684767 w 777"/>
                  <a:gd name="T103" fmla="*/ 580890259 h 539"/>
                  <a:gd name="T104" fmla="*/ 361672286 w 777"/>
                  <a:gd name="T105" fmla="*/ 580890259 h 539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777" h="539">
                    <a:moveTo>
                      <a:pt x="335" y="538"/>
                    </a:moveTo>
                    <a:lnTo>
                      <a:pt x="335" y="538"/>
                    </a:lnTo>
                    <a:lnTo>
                      <a:pt x="212" y="538"/>
                    </a:lnTo>
                    <a:lnTo>
                      <a:pt x="124" y="529"/>
                    </a:lnTo>
                    <a:lnTo>
                      <a:pt x="71" y="520"/>
                    </a:lnTo>
                    <a:lnTo>
                      <a:pt x="36" y="494"/>
                    </a:lnTo>
                    <a:lnTo>
                      <a:pt x="9" y="450"/>
                    </a:lnTo>
                    <a:lnTo>
                      <a:pt x="0" y="406"/>
                    </a:lnTo>
                    <a:lnTo>
                      <a:pt x="0" y="344"/>
                    </a:lnTo>
                    <a:lnTo>
                      <a:pt x="0" y="273"/>
                    </a:lnTo>
                    <a:lnTo>
                      <a:pt x="9" y="203"/>
                    </a:lnTo>
                    <a:lnTo>
                      <a:pt x="18" y="167"/>
                    </a:lnTo>
                    <a:lnTo>
                      <a:pt x="27" y="141"/>
                    </a:lnTo>
                    <a:lnTo>
                      <a:pt x="53" y="123"/>
                    </a:lnTo>
                    <a:lnTo>
                      <a:pt x="80" y="106"/>
                    </a:lnTo>
                    <a:lnTo>
                      <a:pt x="221" y="53"/>
                    </a:lnTo>
                    <a:lnTo>
                      <a:pt x="292" y="35"/>
                    </a:lnTo>
                    <a:lnTo>
                      <a:pt x="370" y="17"/>
                    </a:lnTo>
                    <a:lnTo>
                      <a:pt x="494" y="0"/>
                    </a:lnTo>
                    <a:lnTo>
                      <a:pt x="538" y="0"/>
                    </a:lnTo>
                    <a:lnTo>
                      <a:pt x="582" y="17"/>
                    </a:lnTo>
                    <a:lnTo>
                      <a:pt x="652" y="62"/>
                    </a:lnTo>
                    <a:lnTo>
                      <a:pt x="723" y="106"/>
                    </a:lnTo>
                    <a:lnTo>
                      <a:pt x="749" y="132"/>
                    </a:lnTo>
                    <a:lnTo>
                      <a:pt x="767" y="167"/>
                    </a:lnTo>
                    <a:lnTo>
                      <a:pt x="776" y="203"/>
                    </a:lnTo>
                    <a:lnTo>
                      <a:pt x="776" y="247"/>
                    </a:lnTo>
                    <a:lnTo>
                      <a:pt x="776" y="353"/>
                    </a:lnTo>
                    <a:lnTo>
                      <a:pt x="776" y="388"/>
                    </a:lnTo>
                    <a:lnTo>
                      <a:pt x="776" y="406"/>
                    </a:lnTo>
                    <a:lnTo>
                      <a:pt x="758" y="423"/>
                    </a:lnTo>
                    <a:lnTo>
                      <a:pt x="705" y="485"/>
                    </a:lnTo>
                    <a:lnTo>
                      <a:pt x="661" y="512"/>
                    </a:lnTo>
                    <a:lnTo>
                      <a:pt x="608" y="529"/>
                    </a:lnTo>
                    <a:lnTo>
                      <a:pt x="511" y="538"/>
                    </a:lnTo>
                    <a:lnTo>
                      <a:pt x="335" y="538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1" name="Freeform 29"/>
              <p:cNvSpPr>
                <a:spLocks noChangeArrowheads="1"/>
              </p:cNvSpPr>
              <p:nvPr/>
            </p:nvSpPr>
            <p:spPr bwMode="auto">
              <a:xfrm>
                <a:off x="4415776" y="3263045"/>
                <a:ext cx="788991" cy="532529"/>
              </a:xfrm>
              <a:custGeom>
                <a:avLst/>
                <a:gdLst>
                  <a:gd name="T0" fmla="*/ 532406974 w 760"/>
                  <a:gd name="T1" fmla="*/ 551723920 h 513"/>
                  <a:gd name="T2" fmla="*/ 532406974 w 760"/>
                  <a:gd name="T3" fmla="*/ 551723920 h 513"/>
                  <a:gd name="T4" fmla="*/ 427865667 w 760"/>
                  <a:gd name="T5" fmla="*/ 542025248 h 513"/>
                  <a:gd name="T6" fmla="*/ 427865667 w 760"/>
                  <a:gd name="T7" fmla="*/ 542025248 h 513"/>
                  <a:gd name="T8" fmla="*/ 295302721 w 760"/>
                  <a:gd name="T9" fmla="*/ 551723920 h 513"/>
                  <a:gd name="T10" fmla="*/ 295302721 w 760"/>
                  <a:gd name="T11" fmla="*/ 551723920 h 513"/>
                  <a:gd name="T12" fmla="*/ 218783052 w 760"/>
                  <a:gd name="T13" fmla="*/ 542025248 h 513"/>
                  <a:gd name="T14" fmla="*/ 181062015 w 760"/>
                  <a:gd name="T15" fmla="*/ 532327615 h 513"/>
                  <a:gd name="T16" fmla="*/ 142262344 w 760"/>
                  <a:gd name="T17" fmla="*/ 512930272 h 513"/>
                  <a:gd name="T18" fmla="*/ 142262344 w 760"/>
                  <a:gd name="T19" fmla="*/ 512930272 h 513"/>
                  <a:gd name="T20" fmla="*/ 114240706 w 760"/>
                  <a:gd name="T21" fmla="*/ 494611482 h 513"/>
                  <a:gd name="T22" fmla="*/ 85142510 w 760"/>
                  <a:gd name="T23" fmla="*/ 465516506 h 513"/>
                  <a:gd name="T24" fmla="*/ 85142510 w 760"/>
                  <a:gd name="T25" fmla="*/ 465516506 h 513"/>
                  <a:gd name="T26" fmla="*/ 37721037 w 760"/>
                  <a:gd name="T27" fmla="*/ 380387645 h 513"/>
                  <a:gd name="T28" fmla="*/ 37721037 w 760"/>
                  <a:gd name="T29" fmla="*/ 380387645 h 513"/>
                  <a:gd name="T30" fmla="*/ 9699399 w 760"/>
                  <a:gd name="T31" fmla="*/ 332973878 h 513"/>
                  <a:gd name="T32" fmla="*/ 9699399 w 760"/>
                  <a:gd name="T33" fmla="*/ 332973878 h 513"/>
                  <a:gd name="T34" fmla="*/ 0 w 760"/>
                  <a:gd name="T35" fmla="*/ 294181269 h 513"/>
                  <a:gd name="T36" fmla="*/ 0 w 760"/>
                  <a:gd name="T37" fmla="*/ 266163807 h 513"/>
                  <a:gd name="T38" fmla="*/ 0 w 760"/>
                  <a:gd name="T39" fmla="*/ 228447675 h 513"/>
                  <a:gd name="T40" fmla="*/ 9699399 w 760"/>
                  <a:gd name="T41" fmla="*/ 189655065 h 513"/>
                  <a:gd name="T42" fmla="*/ 9699399 w 760"/>
                  <a:gd name="T43" fmla="*/ 189655065 h 513"/>
                  <a:gd name="T44" fmla="*/ 66820271 w 760"/>
                  <a:gd name="T45" fmla="*/ 114223837 h 513"/>
                  <a:gd name="T46" fmla="*/ 66820271 w 760"/>
                  <a:gd name="T47" fmla="*/ 114223837 h 513"/>
                  <a:gd name="T48" fmla="*/ 85142510 w 760"/>
                  <a:gd name="T49" fmla="*/ 94827532 h 513"/>
                  <a:gd name="T50" fmla="*/ 114240706 w 760"/>
                  <a:gd name="T51" fmla="*/ 85128861 h 513"/>
                  <a:gd name="T52" fmla="*/ 114240706 w 760"/>
                  <a:gd name="T53" fmla="*/ 85128861 h 513"/>
                  <a:gd name="T54" fmla="*/ 247882286 w 760"/>
                  <a:gd name="T55" fmla="*/ 37715095 h 513"/>
                  <a:gd name="T56" fmla="*/ 247882286 w 760"/>
                  <a:gd name="T57" fmla="*/ 37715095 h 513"/>
                  <a:gd name="T58" fmla="*/ 323324359 w 760"/>
                  <a:gd name="T59" fmla="*/ 19396305 h 513"/>
                  <a:gd name="T60" fmla="*/ 409543427 w 760"/>
                  <a:gd name="T61" fmla="*/ 0 h 513"/>
                  <a:gd name="T62" fmla="*/ 409543427 w 760"/>
                  <a:gd name="T63" fmla="*/ 0 h 513"/>
                  <a:gd name="T64" fmla="*/ 484986539 w 760"/>
                  <a:gd name="T65" fmla="*/ 0 h 513"/>
                  <a:gd name="T66" fmla="*/ 571205607 w 760"/>
                  <a:gd name="T67" fmla="*/ 9698671 h 513"/>
                  <a:gd name="T68" fmla="*/ 571205607 w 760"/>
                  <a:gd name="T69" fmla="*/ 9698671 h 513"/>
                  <a:gd name="T70" fmla="*/ 599227245 w 760"/>
                  <a:gd name="T71" fmla="*/ 19396305 h 513"/>
                  <a:gd name="T72" fmla="*/ 627248883 w 760"/>
                  <a:gd name="T73" fmla="*/ 37715095 h 513"/>
                  <a:gd name="T74" fmla="*/ 627248883 w 760"/>
                  <a:gd name="T75" fmla="*/ 37715095 h 513"/>
                  <a:gd name="T76" fmla="*/ 703768552 w 760"/>
                  <a:gd name="T77" fmla="*/ 85128861 h 513"/>
                  <a:gd name="T78" fmla="*/ 703768552 w 760"/>
                  <a:gd name="T79" fmla="*/ 85128861 h 513"/>
                  <a:gd name="T80" fmla="*/ 751190026 w 760"/>
                  <a:gd name="T81" fmla="*/ 132542627 h 513"/>
                  <a:gd name="T82" fmla="*/ 780289260 w 760"/>
                  <a:gd name="T83" fmla="*/ 171336275 h 513"/>
                  <a:gd name="T84" fmla="*/ 780289260 w 760"/>
                  <a:gd name="T85" fmla="*/ 171336275 h 513"/>
                  <a:gd name="T86" fmla="*/ 798610461 w 760"/>
                  <a:gd name="T87" fmla="*/ 218750041 h 513"/>
                  <a:gd name="T88" fmla="*/ 808310898 w 760"/>
                  <a:gd name="T89" fmla="*/ 256465136 h 513"/>
                  <a:gd name="T90" fmla="*/ 808310898 w 760"/>
                  <a:gd name="T91" fmla="*/ 256465136 h 513"/>
                  <a:gd name="T92" fmla="*/ 818010297 w 760"/>
                  <a:gd name="T93" fmla="*/ 323275207 h 513"/>
                  <a:gd name="T94" fmla="*/ 798610461 w 760"/>
                  <a:gd name="T95" fmla="*/ 390086316 h 513"/>
                  <a:gd name="T96" fmla="*/ 798610461 w 760"/>
                  <a:gd name="T97" fmla="*/ 390086316 h 513"/>
                  <a:gd name="T98" fmla="*/ 770588823 w 760"/>
                  <a:gd name="T99" fmla="*/ 437500082 h 513"/>
                  <a:gd name="T100" fmla="*/ 732867786 w 760"/>
                  <a:gd name="T101" fmla="*/ 484913849 h 513"/>
                  <a:gd name="T102" fmla="*/ 732867786 w 760"/>
                  <a:gd name="T103" fmla="*/ 484913849 h 513"/>
                  <a:gd name="T104" fmla="*/ 675747952 w 760"/>
                  <a:gd name="T105" fmla="*/ 522628943 h 513"/>
                  <a:gd name="T106" fmla="*/ 608927682 w 760"/>
                  <a:gd name="T107" fmla="*/ 542025248 h 513"/>
                  <a:gd name="T108" fmla="*/ 608927682 w 760"/>
                  <a:gd name="T109" fmla="*/ 542025248 h 513"/>
                  <a:gd name="T110" fmla="*/ 532406974 w 760"/>
                  <a:gd name="T111" fmla="*/ 551723920 h 513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760" h="513">
                    <a:moveTo>
                      <a:pt x="494" y="512"/>
                    </a:moveTo>
                    <a:lnTo>
                      <a:pt x="494" y="512"/>
                    </a:lnTo>
                    <a:lnTo>
                      <a:pt x="397" y="503"/>
                    </a:lnTo>
                    <a:lnTo>
                      <a:pt x="274" y="512"/>
                    </a:lnTo>
                    <a:lnTo>
                      <a:pt x="203" y="503"/>
                    </a:lnTo>
                    <a:lnTo>
                      <a:pt x="168" y="494"/>
                    </a:lnTo>
                    <a:lnTo>
                      <a:pt x="132" y="476"/>
                    </a:lnTo>
                    <a:lnTo>
                      <a:pt x="106" y="459"/>
                    </a:lnTo>
                    <a:lnTo>
                      <a:pt x="79" y="432"/>
                    </a:lnTo>
                    <a:lnTo>
                      <a:pt x="35" y="353"/>
                    </a:lnTo>
                    <a:lnTo>
                      <a:pt x="9" y="309"/>
                    </a:lnTo>
                    <a:lnTo>
                      <a:pt x="0" y="273"/>
                    </a:lnTo>
                    <a:lnTo>
                      <a:pt x="0" y="247"/>
                    </a:lnTo>
                    <a:lnTo>
                      <a:pt x="0" y="212"/>
                    </a:lnTo>
                    <a:lnTo>
                      <a:pt x="9" y="176"/>
                    </a:lnTo>
                    <a:lnTo>
                      <a:pt x="62" y="106"/>
                    </a:lnTo>
                    <a:lnTo>
                      <a:pt x="79" y="88"/>
                    </a:lnTo>
                    <a:lnTo>
                      <a:pt x="106" y="79"/>
                    </a:lnTo>
                    <a:lnTo>
                      <a:pt x="230" y="35"/>
                    </a:lnTo>
                    <a:lnTo>
                      <a:pt x="300" y="18"/>
                    </a:lnTo>
                    <a:lnTo>
                      <a:pt x="380" y="0"/>
                    </a:lnTo>
                    <a:lnTo>
                      <a:pt x="450" y="0"/>
                    </a:lnTo>
                    <a:lnTo>
                      <a:pt x="530" y="9"/>
                    </a:lnTo>
                    <a:lnTo>
                      <a:pt x="556" y="18"/>
                    </a:lnTo>
                    <a:lnTo>
                      <a:pt x="582" y="35"/>
                    </a:lnTo>
                    <a:lnTo>
                      <a:pt x="653" y="79"/>
                    </a:lnTo>
                    <a:lnTo>
                      <a:pt x="697" y="123"/>
                    </a:lnTo>
                    <a:lnTo>
                      <a:pt x="724" y="159"/>
                    </a:lnTo>
                    <a:lnTo>
                      <a:pt x="741" y="203"/>
                    </a:lnTo>
                    <a:lnTo>
                      <a:pt x="750" y="238"/>
                    </a:lnTo>
                    <a:lnTo>
                      <a:pt x="759" y="300"/>
                    </a:lnTo>
                    <a:lnTo>
                      <a:pt x="741" y="362"/>
                    </a:lnTo>
                    <a:lnTo>
                      <a:pt x="715" y="406"/>
                    </a:lnTo>
                    <a:lnTo>
                      <a:pt x="680" y="450"/>
                    </a:lnTo>
                    <a:lnTo>
                      <a:pt x="627" y="485"/>
                    </a:lnTo>
                    <a:lnTo>
                      <a:pt x="565" y="503"/>
                    </a:lnTo>
                    <a:lnTo>
                      <a:pt x="494" y="512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2" name="Freeform 30"/>
              <p:cNvSpPr>
                <a:spLocks noChangeArrowheads="1"/>
              </p:cNvSpPr>
              <p:nvPr/>
            </p:nvSpPr>
            <p:spPr bwMode="auto">
              <a:xfrm>
                <a:off x="3943300" y="3180411"/>
                <a:ext cx="674310" cy="624344"/>
              </a:xfrm>
              <a:custGeom>
                <a:avLst/>
                <a:gdLst>
                  <a:gd name="T0" fmla="*/ 703859414 w 645"/>
                  <a:gd name="T1" fmla="*/ 65830374 h 601"/>
                  <a:gd name="T2" fmla="*/ 703859414 w 645"/>
                  <a:gd name="T3" fmla="*/ 65830374 h 601"/>
                  <a:gd name="T4" fmla="*/ 617516371 w 645"/>
                  <a:gd name="T5" fmla="*/ 94968852 h 601"/>
                  <a:gd name="T6" fmla="*/ 617516371 w 645"/>
                  <a:gd name="T7" fmla="*/ 94968852 h 601"/>
                  <a:gd name="T8" fmla="*/ 569426045 w 645"/>
                  <a:gd name="T9" fmla="*/ 113314800 h 601"/>
                  <a:gd name="T10" fmla="*/ 521336765 w 645"/>
                  <a:gd name="T11" fmla="*/ 142453277 h 601"/>
                  <a:gd name="T12" fmla="*/ 521336765 w 645"/>
                  <a:gd name="T13" fmla="*/ 142453277 h 601"/>
                  <a:gd name="T14" fmla="*/ 472153953 w 645"/>
                  <a:gd name="T15" fmla="*/ 199650875 h 601"/>
                  <a:gd name="T16" fmla="*/ 472153953 w 645"/>
                  <a:gd name="T17" fmla="*/ 199650875 h 601"/>
                  <a:gd name="T18" fmla="*/ 443736752 w 645"/>
                  <a:gd name="T19" fmla="*/ 256847434 h 601"/>
                  <a:gd name="T20" fmla="*/ 424063627 w 645"/>
                  <a:gd name="T21" fmla="*/ 323758204 h 601"/>
                  <a:gd name="T22" fmla="*/ 424063627 w 645"/>
                  <a:gd name="T23" fmla="*/ 323758204 h 601"/>
                  <a:gd name="T24" fmla="*/ 424063627 w 645"/>
                  <a:gd name="T25" fmla="*/ 389588578 h 601"/>
                  <a:gd name="T26" fmla="*/ 433900190 w 645"/>
                  <a:gd name="T27" fmla="*/ 418727056 h 601"/>
                  <a:gd name="T28" fmla="*/ 453573315 w 645"/>
                  <a:gd name="T29" fmla="*/ 456498309 h 601"/>
                  <a:gd name="T30" fmla="*/ 453573315 w 645"/>
                  <a:gd name="T31" fmla="*/ 456498309 h 601"/>
                  <a:gd name="T32" fmla="*/ 530079795 w 645"/>
                  <a:gd name="T33" fmla="*/ 590318810 h 601"/>
                  <a:gd name="T34" fmla="*/ 530079795 w 645"/>
                  <a:gd name="T35" fmla="*/ 590318810 h 601"/>
                  <a:gd name="T36" fmla="*/ 559589483 w 645"/>
                  <a:gd name="T37" fmla="*/ 637803236 h 601"/>
                  <a:gd name="T38" fmla="*/ 559589483 w 645"/>
                  <a:gd name="T39" fmla="*/ 637803236 h 601"/>
                  <a:gd name="T40" fmla="*/ 521336765 w 645"/>
                  <a:gd name="T41" fmla="*/ 637803236 h 601"/>
                  <a:gd name="T42" fmla="*/ 521336765 w 645"/>
                  <a:gd name="T43" fmla="*/ 637803236 h 601"/>
                  <a:gd name="T44" fmla="*/ 250285054 w 645"/>
                  <a:gd name="T45" fmla="*/ 637803236 h 601"/>
                  <a:gd name="T46" fmla="*/ 250285054 w 645"/>
                  <a:gd name="T47" fmla="*/ 637803236 h 601"/>
                  <a:gd name="T48" fmla="*/ 202195774 w 645"/>
                  <a:gd name="T49" fmla="*/ 647515369 h 601"/>
                  <a:gd name="T50" fmla="*/ 202195774 w 645"/>
                  <a:gd name="T51" fmla="*/ 647515369 h 601"/>
                  <a:gd name="T52" fmla="*/ 163942011 w 645"/>
                  <a:gd name="T53" fmla="*/ 637803236 h 601"/>
                  <a:gd name="T54" fmla="*/ 125689293 w 645"/>
                  <a:gd name="T55" fmla="*/ 628090064 h 601"/>
                  <a:gd name="T56" fmla="*/ 96179606 w 645"/>
                  <a:gd name="T57" fmla="*/ 608664759 h 601"/>
                  <a:gd name="T58" fmla="*/ 67762405 w 645"/>
                  <a:gd name="T59" fmla="*/ 580605638 h 601"/>
                  <a:gd name="T60" fmla="*/ 67762405 w 645"/>
                  <a:gd name="T61" fmla="*/ 580605638 h 601"/>
                  <a:gd name="T62" fmla="*/ 67762405 w 645"/>
                  <a:gd name="T63" fmla="*/ 570892466 h 601"/>
                  <a:gd name="T64" fmla="*/ 67762405 w 645"/>
                  <a:gd name="T65" fmla="*/ 570892466 h 601"/>
                  <a:gd name="T66" fmla="*/ 77598968 w 645"/>
                  <a:gd name="T67" fmla="*/ 523408040 h 601"/>
                  <a:gd name="T68" fmla="*/ 77598968 w 645"/>
                  <a:gd name="T69" fmla="*/ 466211481 h 601"/>
                  <a:gd name="T70" fmla="*/ 77598968 w 645"/>
                  <a:gd name="T71" fmla="*/ 466211481 h 601"/>
                  <a:gd name="T72" fmla="*/ 77598968 w 645"/>
                  <a:gd name="T73" fmla="*/ 361529458 h 601"/>
                  <a:gd name="T74" fmla="*/ 77598968 w 645"/>
                  <a:gd name="T75" fmla="*/ 361529458 h 601"/>
                  <a:gd name="T76" fmla="*/ 77598968 w 645"/>
                  <a:gd name="T77" fmla="*/ 304331860 h 601"/>
                  <a:gd name="T78" fmla="*/ 67762405 w 645"/>
                  <a:gd name="T79" fmla="*/ 256847434 h 601"/>
                  <a:gd name="T80" fmla="*/ 48089280 w 645"/>
                  <a:gd name="T81" fmla="*/ 209363008 h 601"/>
                  <a:gd name="T82" fmla="*/ 9836562 w 645"/>
                  <a:gd name="T83" fmla="*/ 170512398 h 601"/>
                  <a:gd name="T84" fmla="*/ 9836562 w 645"/>
                  <a:gd name="T85" fmla="*/ 170512398 h 601"/>
                  <a:gd name="T86" fmla="*/ 0 w 645"/>
                  <a:gd name="T87" fmla="*/ 161878583 h 601"/>
                  <a:gd name="T88" fmla="*/ 9836562 w 645"/>
                  <a:gd name="T89" fmla="*/ 152166449 h 601"/>
                  <a:gd name="T90" fmla="*/ 9836562 w 645"/>
                  <a:gd name="T91" fmla="*/ 152166449 h 601"/>
                  <a:gd name="T92" fmla="*/ 38252718 w 645"/>
                  <a:gd name="T93" fmla="*/ 113314800 h 601"/>
                  <a:gd name="T94" fmla="*/ 38252718 w 645"/>
                  <a:gd name="T95" fmla="*/ 113314800 h 601"/>
                  <a:gd name="T96" fmla="*/ 115852731 w 645"/>
                  <a:gd name="T97" fmla="*/ 37771254 h 601"/>
                  <a:gd name="T98" fmla="*/ 115852731 w 645"/>
                  <a:gd name="T99" fmla="*/ 37771254 h 601"/>
                  <a:gd name="T100" fmla="*/ 154105448 w 645"/>
                  <a:gd name="T101" fmla="*/ 8633815 h 601"/>
                  <a:gd name="T102" fmla="*/ 202195774 w 645"/>
                  <a:gd name="T103" fmla="*/ 0 h 601"/>
                  <a:gd name="T104" fmla="*/ 202195774 w 645"/>
                  <a:gd name="T105" fmla="*/ 0 h 601"/>
                  <a:gd name="T106" fmla="*/ 308211942 w 645"/>
                  <a:gd name="T107" fmla="*/ 8633815 h 601"/>
                  <a:gd name="T108" fmla="*/ 308211942 w 645"/>
                  <a:gd name="T109" fmla="*/ 8633815 h 601"/>
                  <a:gd name="T110" fmla="*/ 395647472 w 645"/>
                  <a:gd name="T111" fmla="*/ 8633815 h 601"/>
                  <a:gd name="T112" fmla="*/ 395647472 w 645"/>
                  <a:gd name="T113" fmla="*/ 8633815 h 601"/>
                  <a:gd name="T114" fmla="*/ 501663640 w 645"/>
                  <a:gd name="T115" fmla="*/ 18345948 h 601"/>
                  <a:gd name="T116" fmla="*/ 617516371 w 645"/>
                  <a:gd name="T117" fmla="*/ 37771254 h 601"/>
                  <a:gd name="T118" fmla="*/ 617516371 w 645"/>
                  <a:gd name="T119" fmla="*/ 37771254 h 601"/>
                  <a:gd name="T120" fmla="*/ 685278776 w 645"/>
                  <a:gd name="T121" fmla="*/ 65830374 h 601"/>
                  <a:gd name="T122" fmla="*/ 685278776 w 645"/>
                  <a:gd name="T123" fmla="*/ 65830374 h 601"/>
                  <a:gd name="T124" fmla="*/ 703859414 w 645"/>
                  <a:gd name="T125" fmla="*/ 65830374 h 60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645" h="601">
                    <a:moveTo>
                      <a:pt x="644" y="61"/>
                    </a:moveTo>
                    <a:lnTo>
                      <a:pt x="644" y="61"/>
                    </a:lnTo>
                    <a:lnTo>
                      <a:pt x="565" y="88"/>
                    </a:lnTo>
                    <a:lnTo>
                      <a:pt x="521" y="105"/>
                    </a:lnTo>
                    <a:lnTo>
                      <a:pt x="477" y="132"/>
                    </a:lnTo>
                    <a:lnTo>
                      <a:pt x="432" y="185"/>
                    </a:lnTo>
                    <a:lnTo>
                      <a:pt x="406" y="238"/>
                    </a:lnTo>
                    <a:lnTo>
                      <a:pt x="388" y="300"/>
                    </a:lnTo>
                    <a:lnTo>
                      <a:pt x="388" y="361"/>
                    </a:lnTo>
                    <a:lnTo>
                      <a:pt x="397" y="388"/>
                    </a:lnTo>
                    <a:lnTo>
                      <a:pt x="415" y="423"/>
                    </a:lnTo>
                    <a:lnTo>
                      <a:pt x="485" y="547"/>
                    </a:lnTo>
                    <a:lnTo>
                      <a:pt x="512" y="591"/>
                    </a:lnTo>
                    <a:lnTo>
                      <a:pt x="477" y="591"/>
                    </a:lnTo>
                    <a:lnTo>
                      <a:pt x="229" y="591"/>
                    </a:lnTo>
                    <a:lnTo>
                      <a:pt x="185" y="600"/>
                    </a:lnTo>
                    <a:lnTo>
                      <a:pt x="150" y="591"/>
                    </a:lnTo>
                    <a:lnTo>
                      <a:pt x="115" y="582"/>
                    </a:lnTo>
                    <a:lnTo>
                      <a:pt x="88" y="564"/>
                    </a:lnTo>
                    <a:lnTo>
                      <a:pt x="62" y="538"/>
                    </a:lnTo>
                    <a:lnTo>
                      <a:pt x="62" y="529"/>
                    </a:lnTo>
                    <a:lnTo>
                      <a:pt x="71" y="485"/>
                    </a:lnTo>
                    <a:lnTo>
                      <a:pt x="71" y="432"/>
                    </a:lnTo>
                    <a:lnTo>
                      <a:pt x="71" y="335"/>
                    </a:lnTo>
                    <a:lnTo>
                      <a:pt x="71" y="282"/>
                    </a:lnTo>
                    <a:lnTo>
                      <a:pt x="62" y="238"/>
                    </a:lnTo>
                    <a:lnTo>
                      <a:pt x="44" y="194"/>
                    </a:lnTo>
                    <a:lnTo>
                      <a:pt x="9" y="158"/>
                    </a:lnTo>
                    <a:lnTo>
                      <a:pt x="0" y="150"/>
                    </a:lnTo>
                    <a:lnTo>
                      <a:pt x="9" y="141"/>
                    </a:lnTo>
                    <a:lnTo>
                      <a:pt x="35" y="105"/>
                    </a:lnTo>
                    <a:lnTo>
                      <a:pt x="106" y="35"/>
                    </a:lnTo>
                    <a:lnTo>
                      <a:pt x="141" y="8"/>
                    </a:lnTo>
                    <a:lnTo>
                      <a:pt x="185" y="0"/>
                    </a:lnTo>
                    <a:lnTo>
                      <a:pt x="282" y="8"/>
                    </a:lnTo>
                    <a:lnTo>
                      <a:pt x="362" y="8"/>
                    </a:lnTo>
                    <a:lnTo>
                      <a:pt x="459" y="17"/>
                    </a:lnTo>
                    <a:lnTo>
                      <a:pt x="565" y="35"/>
                    </a:lnTo>
                    <a:lnTo>
                      <a:pt x="627" y="61"/>
                    </a:lnTo>
                    <a:lnTo>
                      <a:pt x="644" y="61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3" name="Freeform 31"/>
              <p:cNvSpPr>
                <a:spLocks noChangeArrowheads="1"/>
              </p:cNvSpPr>
              <p:nvPr/>
            </p:nvSpPr>
            <p:spPr bwMode="auto">
              <a:xfrm>
                <a:off x="3709354" y="2730516"/>
                <a:ext cx="752293" cy="569255"/>
              </a:xfrm>
              <a:custGeom>
                <a:avLst/>
                <a:gdLst>
                  <a:gd name="T0" fmla="*/ 180886517 w 725"/>
                  <a:gd name="T1" fmla="*/ 590255108 h 548"/>
                  <a:gd name="T2" fmla="*/ 180886517 w 725"/>
                  <a:gd name="T3" fmla="*/ 590255108 h 548"/>
                  <a:gd name="T4" fmla="*/ 95826564 w 725"/>
                  <a:gd name="T5" fmla="*/ 533064717 h 548"/>
                  <a:gd name="T6" fmla="*/ 48451820 w 725"/>
                  <a:gd name="T7" fmla="*/ 514719748 h 548"/>
                  <a:gd name="T8" fmla="*/ 0 w 725"/>
                  <a:gd name="T9" fmla="*/ 495296518 h 548"/>
                  <a:gd name="T10" fmla="*/ 0 w 725"/>
                  <a:gd name="T11" fmla="*/ 495296518 h 548"/>
                  <a:gd name="T12" fmla="*/ 9690571 w 725"/>
                  <a:gd name="T13" fmla="*/ 457528318 h 548"/>
                  <a:gd name="T14" fmla="*/ 9690571 w 725"/>
                  <a:gd name="T15" fmla="*/ 457528318 h 548"/>
                  <a:gd name="T16" fmla="*/ 19381143 w 725"/>
                  <a:gd name="T17" fmla="*/ 390626313 h 548"/>
                  <a:gd name="T18" fmla="*/ 19381143 w 725"/>
                  <a:gd name="T19" fmla="*/ 390626313 h 548"/>
                  <a:gd name="T20" fmla="*/ 19381143 w 725"/>
                  <a:gd name="T21" fmla="*/ 380914698 h 548"/>
                  <a:gd name="T22" fmla="*/ 19381143 w 725"/>
                  <a:gd name="T23" fmla="*/ 380914698 h 548"/>
                  <a:gd name="T24" fmla="*/ 66755887 w 725"/>
                  <a:gd name="T25" fmla="*/ 323723269 h 548"/>
                  <a:gd name="T26" fmla="*/ 66755887 w 725"/>
                  <a:gd name="T27" fmla="*/ 323723269 h 548"/>
                  <a:gd name="T28" fmla="*/ 86137030 w 725"/>
                  <a:gd name="T29" fmla="*/ 276243454 h 548"/>
                  <a:gd name="T30" fmla="*/ 86137030 w 725"/>
                  <a:gd name="T31" fmla="*/ 276243454 h 548"/>
                  <a:gd name="T32" fmla="*/ 95826564 w 725"/>
                  <a:gd name="T33" fmla="*/ 248187908 h 548"/>
                  <a:gd name="T34" fmla="*/ 95826564 w 725"/>
                  <a:gd name="T35" fmla="*/ 248187908 h 548"/>
                  <a:gd name="T36" fmla="*/ 105517135 w 725"/>
                  <a:gd name="T37" fmla="*/ 209341449 h 548"/>
                  <a:gd name="T38" fmla="*/ 133511773 w 725"/>
                  <a:gd name="T39" fmla="*/ 181284864 h 548"/>
                  <a:gd name="T40" fmla="*/ 133511773 w 725"/>
                  <a:gd name="T41" fmla="*/ 181284864 h 548"/>
                  <a:gd name="T42" fmla="*/ 200267660 w 725"/>
                  <a:gd name="T43" fmla="*/ 104670205 h 548"/>
                  <a:gd name="T44" fmla="*/ 237952870 w 725"/>
                  <a:gd name="T45" fmla="*/ 76614659 h 548"/>
                  <a:gd name="T46" fmla="*/ 275637042 w 725"/>
                  <a:gd name="T47" fmla="*/ 47479814 h 548"/>
                  <a:gd name="T48" fmla="*/ 275637042 w 725"/>
                  <a:gd name="T49" fmla="*/ 47479814 h 548"/>
                  <a:gd name="T50" fmla="*/ 332702357 w 725"/>
                  <a:gd name="T51" fmla="*/ 29134845 h 548"/>
                  <a:gd name="T52" fmla="*/ 389768710 w 725"/>
                  <a:gd name="T53" fmla="*/ 9711615 h 548"/>
                  <a:gd name="T54" fmla="*/ 389768710 w 725"/>
                  <a:gd name="T55" fmla="*/ 9711615 h 548"/>
                  <a:gd name="T56" fmla="*/ 456524597 w 725"/>
                  <a:gd name="T57" fmla="*/ 0 h 548"/>
                  <a:gd name="T58" fmla="*/ 513589912 w 725"/>
                  <a:gd name="T59" fmla="*/ 19423230 h 548"/>
                  <a:gd name="T60" fmla="*/ 513589912 w 725"/>
                  <a:gd name="T61" fmla="*/ 19423230 h 548"/>
                  <a:gd name="T62" fmla="*/ 570655227 w 725"/>
                  <a:gd name="T63" fmla="*/ 57191429 h 548"/>
                  <a:gd name="T64" fmla="*/ 627720543 w 725"/>
                  <a:gd name="T65" fmla="*/ 94958590 h 548"/>
                  <a:gd name="T66" fmla="*/ 627720543 w 725"/>
                  <a:gd name="T67" fmla="*/ 94958590 h 548"/>
                  <a:gd name="T68" fmla="*/ 665405753 w 725"/>
                  <a:gd name="T69" fmla="*/ 133806089 h 548"/>
                  <a:gd name="T70" fmla="*/ 703090963 w 725"/>
                  <a:gd name="T71" fmla="*/ 171573249 h 548"/>
                  <a:gd name="T72" fmla="*/ 732161639 w 725"/>
                  <a:gd name="T73" fmla="*/ 219053064 h 548"/>
                  <a:gd name="T74" fmla="*/ 760156278 w 725"/>
                  <a:gd name="T75" fmla="*/ 266531839 h 548"/>
                  <a:gd name="T76" fmla="*/ 760156278 w 725"/>
                  <a:gd name="T77" fmla="*/ 266531839 h 548"/>
                  <a:gd name="T78" fmla="*/ 779536383 w 725"/>
                  <a:gd name="T79" fmla="*/ 314011654 h 548"/>
                  <a:gd name="T80" fmla="*/ 779536383 w 725"/>
                  <a:gd name="T81" fmla="*/ 361490429 h 548"/>
                  <a:gd name="T82" fmla="*/ 779536383 w 725"/>
                  <a:gd name="T83" fmla="*/ 361490429 h 548"/>
                  <a:gd name="T84" fmla="*/ 779536383 w 725"/>
                  <a:gd name="T85" fmla="*/ 418681859 h 548"/>
                  <a:gd name="T86" fmla="*/ 779536383 w 725"/>
                  <a:gd name="T87" fmla="*/ 418681859 h 548"/>
                  <a:gd name="T88" fmla="*/ 779536383 w 725"/>
                  <a:gd name="T89" fmla="*/ 418681859 h 548"/>
                  <a:gd name="T90" fmla="*/ 769846849 w 725"/>
                  <a:gd name="T91" fmla="*/ 418681859 h 548"/>
                  <a:gd name="T92" fmla="*/ 769846849 w 725"/>
                  <a:gd name="T93" fmla="*/ 418681859 h 548"/>
                  <a:gd name="T94" fmla="*/ 590036370 w 725"/>
                  <a:gd name="T95" fmla="*/ 410049543 h 548"/>
                  <a:gd name="T96" fmla="*/ 590036370 w 725"/>
                  <a:gd name="T97" fmla="*/ 410049543 h 548"/>
                  <a:gd name="T98" fmla="*/ 437143454 w 725"/>
                  <a:gd name="T99" fmla="*/ 400337928 h 548"/>
                  <a:gd name="T100" fmla="*/ 437143454 w 725"/>
                  <a:gd name="T101" fmla="*/ 400337928 h 548"/>
                  <a:gd name="T102" fmla="*/ 399458244 w 725"/>
                  <a:gd name="T103" fmla="*/ 410049543 h 548"/>
                  <a:gd name="T104" fmla="*/ 371464643 w 725"/>
                  <a:gd name="T105" fmla="*/ 418681859 h 548"/>
                  <a:gd name="T106" fmla="*/ 342392929 w 725"/>
                  <a:gd name="T107" fmla="*/ 428393474 h 548"/>
                  <a:gd name="T108" fmla="*/ 314398291 w 725"/>
                  <a:gd name="T109" fmla="*/ 457528318 h 548"/>
                  <a:gd name="T110" fmla="*/ 314398291 w 725"/>
                  <a:gd name="T111" fmla="*/ 457528318 h 548"/>
                  <a:gd name="T112" fmla="*/ 275637042 w 725"/>
                  <a:gd name="T113" fmla="*/ 485584903 h 548"/>
                  <a:gd name="T114" fmla="*/ 275637042 w 725"/>
                  <a:gd name="T115" fmla="*/ 485584903 h 548"/>
                  <a:gd name="T116" fmla="*/ 237952870 w 725"/>
                  <a:gd name="T117" fmla="*/ 533064717 h 548"/>
                  <a:gd name="T118" fmla="*/ 237952870 w 725"/>
                  <a:gd name="T119" fmla="*/ 533064717 h 548"/>
                  <a:gd name="T120" fmla="*/ 209958232 w 725"/>
                  <a:gd name="T121" fmla="*/ 562199562 h 548"/>
                  <a:gd name="T122" fmla="*/ 180886517 w 725"/>
                  <a:gd name="T123" fmla="*/ 590255108 h 548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725" h="548">
                    <a:moveTo>
                      <a:pt x="168" y="547"/>
                    </a:moveTo>
                    <a:lnTo>
                      <a:pt x="168" y="547"/>
                    </a:lnTo>
                    <a:lnTo>
                      <a:pt x="89" y="494"/>
                    </a:lnTo>
                    <a:lnTo>
                      <a:pt x="45" y="477"/>
                    </a:lnTo>
                    <a:lnTo>
                      <a:pt x="0" y="459"/>
                    </a:lnTo>
                    <a:lnTo>
                      <a:pt x="9" y="424"/>
                    </a:lnTo>
                    <a:lnTo>
                      <a:pt x="18" y="362"/>
                    </a:lnTo>
                    <a:lnTo>
                      <a:pt x="18" y="353"/>
                    </a:lnTo>
                    <a:lnTo>
                      <a:pt x="62" y="300"/>
                    </a:lnTo>
                    <a:lnTo>
                      <a:pt x="80" y="256"/>
                    </a:lnTo>
                    <a:lnTo>
                      <a:pt x="89" y="230"/>
                    </a:lnTo>
                    <a:lnTo>
                      <a:pt x="98" y="194"/>
                    </a:lnTo>
                    <a:lnTo>
                      <a:pt x="124" y="168"/>
                    </a:lnTo>
                    <a:lnTo>
                      <a:pt x="186" y="97"/>
                    </a:lnTo>
                    <a:lnTo>
                      <a:pt x="221" y="71"/>
                    </a:lnTo>
                    <a:lnTo>
                      <a:pt x="256" y="44"/>
                    </a:lnTo>
                    <a:lnTo>
                      <a:pt x="309" y="27"/>
                    </a:lnTo>
                    <a:lnTo>
                      <a:pt x="362" y="9"/>
                    </a:lnTo>
                    <a:lnTo>
                      <a:pt x="424" y="0"/>
                    </a:lnTo>
                    <a:lnTo>
                      <a:pt x="477" y="18"/>
                    </a:lnTo>
                    <a:lnTo>
                      <a:pt x="530" y="53"/>
                    </a:lnTo>
                    <a:lnTo>
                      <a:pt x="583" y="88"/>
                    </a:lnTo>
                    <a:lnTo>
                      <a:pt x="618" y="124"/>
                    </a:lnTo>
                    <a:lnTo>
                      <a:pt x="653" y="159"/>
                    </a:lnTo>
                    <a:lnTo>
                      <a:pt x="680" y="203"/>
                    </a:lnTo>
                    <a:lnTo>
                      <a:pt x="706" y="247"/>
                    </a:lnTo>
                    <a:lnTo>
                      <a:pt x="724" y="291"/>
                    </a:lnTo>
                    <a:lnTo>
                      <a:pt x="724" y="335"/>
                    </a:lnTo>
                    <a:lnTo>
                      <a:pt x="724" y="388"/>
                    </a:lnTo>
                    <a:lnTo>
                      <a:pt x="715" y="388"/>
                    </a:lnTo>
                    <a:lnTo>
                      <a:pt x="548" y="380"/>
                    </a:lnTo>
                    <a:lnTo>
                      <a:pt x="406" y="371"/>
                    </a:lnTo>
                    <a:lnTo>
                      <a:pt x="371" y="380"/>
                    </a:lnTo>
                    <a:lnTo>
                      <a:pt x="345" y="388"/>
                    </a:lnTo>
                    <a:lnTo>
                      <a:pt x="318" y="397"/>
                    </a:lnTo>
                    <a:lnTo>
                      <a:pt x="292" y="424"/>
                    </a:lnTo>
                    <a:lnTo>
                      <a:pt x="256" y="450"/>
                    </a:lnTo>
                    <a:lnTo>
                      <a:pt x="221" y="494"/>
                    </a:lnTo>
                    <a:lnTo>
                      <a:pt x="195" y="521"/>
                    </a:lnTo>
                    <a:lnTo>
                      <a:pt x="168" y="547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" name="Freeform 32"/>
              <p:cNvSpPr>
                <a:spLocks noChangeArrowheads="1"/>
              </p:cNvSpPr>
              <p:nvPr/>
            </p:nvSpPr>
            <p:spPr bwMode="auto">
              <a:xfrm>
                <a:off x="3842383" y="2087809"/>
                <a:ext cx="513761" cy="615163"/>
              </a:xfrm>
              <a:custGeom>
                <a:avLst/>
                <a:gdLst>
                  <a:gd name="T0" fmla="*/ 266078379 w 495"/>
                  <a:gd name="T1" fmla="*/ 0 h 592"/>
                  <a:gd name="T2" fmla="*/ 360875068 w 495"/>
                  <a:gd name="T3" fmla="*/ 8638260 h 592"/>
                  <a:gd name="T4" fmla="*/ 389960168 w 495"/>
                  <a:gd name="T5" fmla="*/ 28074086 h 592"/>
                  <a:gd name="T6" fmla="*/ 447054064 w 495"/>
                  <a:gd name="T7" fmla="*/ 75585036 h 592"/>
                  <a:gd name="T8" fmla="*/ 494452928 w 495"/>
                  <a:gd name="T9" fmla="*/ 132813900 h 592"/>
                  <a:gd name="T10" fmla="*/ 522460686 w 495"/>
                  <a:gd name="T11" fmla="*/ 190041724 h 592"/>
                  <a:gd name="T12" fmla="*/ 522460686 w 495"/>
                  <a:gd name="T13" fmla="*/ 199759636 h 592"/>
                  <a:gd name="T14" fmla="*/ 522460686 w 495"/>
                  <a:gd name="T15" fmla="*/ 342291449 h 592"/>
                  <a:gd name="T16" fmla="*/ 532155720 w 495"/>
                  <a:gd name="T17" fmla="*/ 389802399 h 592"/>
                  <a:gd name="T18" fmla="*/ 532155720 w 495"/>
                  <a:gd name="T19" fmla="*/ 399520312 h 592"/>
                  <a:gd name="T20" fmla="*/ 504147961 w 495"/>
                  <a:gd name="T21" fmla="*/ 418956138 h 592"/>
                  <a:gd name="T22" fmla="*/ 465366790 w 495"/>
                  <a:gd name="T23" fmla="*/ 504259087 h 592"/>
                  <a:gd name="T24" fmla="*/ 437359031 w 495"/>
                  <a:gd name="T25" fmla="*/ 628434726 h 592"/>
                  <a:gd name="T26" fmla="*/ 437359031 w 495"/>
                  <a:gd name="T27" fmla="*/ 638152639 h 592"/>
                  <a:gd name="T28" fmla="*/ 417968964 w 495"/>
                  <a:gd name="T29" fmla="*/ 638152639 h 592"/>
                  <a:gd name="T30" fmla="*/ 285468445 w 495"/>
                  <a:gd name="T31" fmla="*/ 599279949 h 592"/>
                  <a:gd name="T32" fmla="*/ 238069582 w 495"/>
                  <a:gd name="T33" fmla="*/ 608997861 h 592"/>
                  <a:gd name="T34" fmla="*/ 228374549 w 495"/>
                  <a:gd name="T35" fmla="*/ 608997861 h 592"/>
                  <a:gd name="T36" fmla="*/ 189594415 w 495"/>
                  <a:gd name="T37" fmla="*/ 590641688 h 592"/>
                  <a:gd name="T38" fmla="*/ 189594415 w 495"/>
                  <a:gd name="T39" fmla="*/ 580923776 h 592"/>
                  <a:gd name="T40" fmla="*/ 180975685 w 495"/>
                  <a:gd name="T41" fmla="*/ 523694912 h 592"/>
                  <a:gd name="T42" fmla="*/ 161585619 w 495"/>
                  <a:gd name="T43" fmla="*/ 466467088 h 592"/>
                  <a:gd name="T44" fmla="*/ 104491722 w 495"/>
                  <a:gd name="T45" fmla="*/ 371446226 h 592"/>
                  <a:gd name="T46" fmla="*/ 76483963 w 495"/>
                  <a:gd name="T47" fmla="*/ 323935276 h 592"/>
                  <a:gd name="T48" fmla="*/ 19390067 w 495"/>
                  <a:gd name="T49" fmla="*/ 304499450 h 592"/>
                  <a:gd name="T50" fmla="*/ 9695033 w 495"/>
                  <a:gd name="T51" fmla="*/ 294781537 h 592"/>
                  <a:gd name="T52" fmla="*/ 0 w 495"/>
                  <a:gd name="T53" fmla="*/ 266706413 h 592"/>
                  <a:gd name="T54" fmla="*/ 9695033 w 495"/>
                  <a:gd name="T55" fmla="*/ 227834761 h 592"/>
                  <a:gd name="T56" fmla="*/ 66788930 w 495"/>
                  <a:gd name="T57" fmla="*/ 113377035 h 592"/>
                  <a:gd name="T58" fmla="*/ 85101655 w 495"/>
                  <a:gd name="T59" fmla="*/ 85302949 h 592"/>
                  <a:gd name="T60" fmla="*/ 104491722 w 495"/>
                  <a:gd name="T61" fmla="*/ 75585036 h 592"/>
                  <a:gd name="T62" fmla="*/ 180975685 w 495"/>
                  <a:gd name="T63" fmla="*/ 18356173 h 592"/>
                  <a:gd name="T64" fmla="*/ 266078379 w 495"/>
                  <a:gd name="T65" fmla="*/ 0 h 59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95" h="592">
                    <a:moveTo>
                      <a:pt x="247" y="0"/>
                    </a:moveTo>
                    <a:lnTo>
                      <a:pt x="247" y="0"/>
                    </a:lnTo>
                    <a:lnTo>
                      <a:pt x="335" y="8"/>
                    </a:lnTo>
                    <a:lnTo>
                      <a:pt x="353" y="17"/>
                    </a:lnTo>
                    <a:lnTo>
                      <a:pt x="362" y="26"/>
                    </a:lnTo>
                    <a:lnTo>
                      <a:pt x="415" y="70"/>
                    </a:lnTo>
                    <a:lnTo>
                      <a:pt x="459" y="123"/>
                    </a:lnTo>
                    <a:lnTo>
                      <a:pt x="485" y="176"/>
                    </a:lnTo>
                    <a:lnTo>
                      <a:pt x="485" y="185"/>
                    </a:lnTo>
                    <a:lnTo>
                      <a:pt x="476" y="255"/>
                    </a:lnTo>
                    <a:lnTo>
                      <a:pt x="485" y="317"/>
                    </a:lnTo>
                    <a:lnTo>
                      <a:pt x="494" y="361"/>
                    </a:lnTo>
                    <a:lnTo>
                      <a:pt x="494" y="370"/>
                    </a:lnTo>
                    <a:lnTo>
                      <a:pt x="468" y="388"/>
                    </a:lnTo>
                    <a:lnTo>
                      <a:pt x="459" y="414"/>
                    </a:lnTo>
                    <a:lnTo>
                      <a:pt x="432" y="467"/>
                    </a:lnTo>
                    <a:lnTo>
                      <a:pt x="406" y="582"/>
                    </a:lnTo>
                    <a:lnTo>
                      <a:pt x="406" y="591"/>
                    </a:lnTo>
                    <a:lnTo>
                      <a:pt x="388" y="591"/>
                    </a:lnTo>
                    <a:lnTo>
                      <a:pt x="326" y="564"/>
                    </a:lnTo>
                    <a:lnTo>
                      <a:pt x="265" y="555"/>
                    </a:lnTo>
                    <a:lnTo>
                      <a:pt x="221" y="564"/>
                    </a:lnTo>
                    <a:lnTo>
                      <a:pt x="212" y="564"/>
                    </a:lnTo>
                    <a:lnTo>
                      <a:pt x="176" y="547"/>
                    </a:lnTo>
                    <a:lnTo>
                      <a:pt x="176" y="538"/>
                    </a:lnTo>
                    <a:lnTo>
                      <a:pt x="168" y="485"/>
                    </a:lnTo>
                    <a:lnTo>
                      <a:pt x="150" y="432"/>
                    </a:lnTo>
                    <a:lnTo>
                      <a:pt x="97" y="344"/>
                    </a:lnTo>
                    <a:lnTo>
                      <a:pt x="88" y="317"/>
                    </a:lnTo>
                    <a:lnTo>
                      <a:pt x="71" y="300"/>
                    </a:lnTo>
                    <a:lnTo>
                      <a:pt x="44" y="291"/>
                    </a:lnTo>
                    <a:lnTo>
                      <a:pt x="18" y="282"/>
                    </a:lnTo>
                    <a:lnTo>
                      <a:pt x="9" y="273"/>
                    </a:lnTo>
                    <a:lnTo>
                      <a:pt x="0" y="247"/>
                    </a:lnTo>
                    <a:lnTo>
                      <a:pt x="9" y="211"/>
                    </a:lnTo>
                    <a:lnTo>
                      <a:pt x="62" y="105"/>
                    </a:lnTo>
                    <a:lnTo>
                      <a:pt x="79" y="79"/>
                    </a:lnTo>
                    <a:lnTo>
                      <a:pt x="97" y="70"/>
                    </a:lnTo>
                    <a:lnTo>
                      <a:pt x="168" y="17"/>
                    </a:lnTo>
                    <a:lnTo>
                      <a:pt x="212" y="0"/>
                    </a:lnTo>
                    <a:lnTo>
                      <a:pt x="247" y="0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5" name="Freeform 33"/>
              <p:cNvSpPr>
                <a:spLocks noChangeArrowheads="1"/>
              </p:cNvSpPr>
              <p:nvPr/>
            </p:nvSpPr>
            <p:spPr bwMode="auto">
              <a:xfrm>
                <a:off x="3429539" y="2427526"/>
                <a:ext cx="532110" cy="523347"/>
              </a:xfrm>
              <a:custGeom>
                <a:avLst/>
                <a:gdLst>
                  <a:gd name="T0" fmla="*/ 551930058 w 512"/>
                  <a:gd name="T1" fmla="*/ 238293180 h 504"/>
                  <a:gd name="T2" fmla="*/ 551930058 w 512"/>
                  <a:gd name="T3" fmla="*/ 238293180 h 504"/>
                  <a:gd name="T4" fmla="*/ 542208658 w 512"/>
                  <a:gd name="T5" fmla="*/ 295439765 h 504"/>
                  <a:gd name="T6" fmla="*/ 542208658 w 512"/>
                  <a:gd name="T7" fmla="*/ 295439765 h 504"/>
                  <a:gd name="T8" fmla="*/ 532488297 w 512"/>
                  <a:gd name="T9" fmla="*/ 313770409 h 504"/>
                  <a:gd name="T10" fmla="*/ 532488297 w 512"/>
                  <a:gd name="T11" fmla="*/ 313770409 h 504"/>
                  <a:gd name="T12" fmla="*/ 484964223 w 512"/>
                  <a:gd name="T13" fmla="*/ 342882625 h 504"/>
                  <a:gd name="T14" fmla="*/ 447160509 w 512"/>
                  <a:gd name="T15" fmla="*/ 370916994 h 504"/>
                  <a:gd name="T16" fmla="*/ 370473273 w 512"/>
                  <a:gd name="T17" fmla="*/ 447473107 h 504"/>
                  <a:gd name="T18" fmla="*/ 370473273 w 512"/>
                  <a:gd name="T19" fmla="*/ 447473107 h 504"/>
                  <a:gd name="T20" fmla="*/ 351031512 w 512"/>
                  <a:gd name="T21" fmla="*/ 485211203 h 504"/>
                  <a:gd name="T22" fmla="*/ 332669560 w 512"/>
                  <a:gd name="T23" fmla="*/ 513245572 h 504"/>
                  <a:gd name="T24" fmla="*/ 332669560 w 512"/>
                  <a:gd name="T25" fmla="*/ 513245572 h 504"/>
                  <a:gd name="T26" fmla="*/ 322949199 w 512"/>
                  <a:gd name="T27" fmla="*/ 522950336 h 504"/>
                  <a:gd name="T28" fmla="*/ 322949199 w 512"/>
                  <a:gd name="T29" fmla="*/ 522950336 h 504"/>
                  <a:gd name="T30" fmla="*/ 285145486 w 512"/>
                  <a:gd name="T31" fmla="*/ 542358826 h 504"/>
                  <a:gd name="T32" fmla="*/ 285145486 w 512"/>
                  <a:gd name="T33" fmla="*/ 542358826 h 504"/>
                  <a:gd name="T34" fmla="*/ 275425125 w 512"/>
                  <a:gd name="T35" fmla="*/ 532654062 h 504"/>
                  <a:gd name="T36" fmla="*/ 275425125 w 512"/>
                  <a:gd name="T37" fmla="*/ 532654062 h 504"/>
                  <a:gd name="T38" fmla="*/ 246261963 w 512"/>
                  <a:gd name="T39" fmla="*/ 504619692 h 504"/>
                  <a:gd name="T40" fmla="*/ 218179650 w 512"/>
                  <a:gd name="T41" fmla="*/ 475507477 h 504"/>
                  <a:gd name="T42" fmla="*/ 180375937 w 512"/>
                  <a:gd name="T43" fmla="*/ 447473107 h 504"/>
                  <a:gd name="T44" fmla="*/ 141492414 w 512"/>
                  <a:gd name="T45" fmla="*/ 428064618 h 504"/>
                  <a:gd name="T46" fmla="*/ 141492414 w 512"/>
                  <a:gd name="T47" fmla="*/ 428064618 h 504"/>
                  <a:gd name="T48" fmla="*/ 19441761 w 512"/>
                  <a:gd name="T49" fmla="*/ 370916994 h 504"/>
                  <a:gd name="T50" fmla="*/ 19441761 w 512"/>
                  <a:gd name="T51" fmla="*/ 370916994 h 504"/>
                  <a:gd name="T52" fmla="*/ 19441761 w 512"/>
                  <a:gd name="T53" fmla="*/ 370916994 h 504"/>
                  <a:gd name="T54" fmla="*/ 19441761 w 512"/>
                  <a:gd name="T55" fmla="*/ 370916994 h 504"/>
                  <a:gd name="T56" fmla="*/ 0 w 512"/>
                  <a:gd name="T57" fmla="*/ 361213269 h 504"/>
                  <a:gd name="T58" fmla="*/ 0 w 512"/>
                  <a:gd name="T59" fmla="*/ 342882625 h 504"/>
                  <a:gd name="T60" fmla="*/ 0 w 512"/>
                  <a:gd name="T61" fmla="*/ 342882625 h 504"/>
                  <a:gd name="T62" fmla="*/ 0 w 512"/>
                  <a:gd name="T63" fmla="*/ 285736040 h 504"/>
                  <a:gd name="T64" fmla="*/ 9720361 w 512"/>
                  <a:gd name="T65" fmla="*/ 228588416 h 504"/>
                  <a:gd name="T66" fmla="*/ 9720361 w 512"/>
                  <a:gd name="T67" fmla="*/ 228588416 h 504"/>
                  <a:gd name="T68" fmla="*/ 27002504 w 512"/>
                  <a:gd name="T69" fmla="*/ 181145557 h 504"/>
                  <a:gd name="T70" fmla="*/ 56164626 w 512"/>
                  <a:gd name="T71" fmla="*/ 133702698 h 504"/>
                  <a:gd name="T72" fmla="*/ 84247979 w 512"/>
                  <a:gd name="T73" fmla="*/ 104590483 h 504"/>
                  <a:gd name="T74" fmla="*/ 123131501 w 512"/>
                  <a:gd name="T75" fmla="*/ 66851349 h 504"/>
                  <a:gd name="T76" fmla="*/ 123131501 w 512"/>
                  <a:gd name="T77" fmla="*/ 66851349 h 504"/>
                  <a:gd name="T78" fmla="*/ 180375937 w 512"/>
                  <a:gd name="T79" fmla="*/ 37739134 h 504"/>
                  <a:gd name="T80" fmla="*/ 180375937 w 512"/>
                  <a:gd name="T81" fmla="*/ 37739134 h 504"/>
                  <a:gd name="T82" fmla="*/ 285145486 w 512"/>
                  <a:gd name="T83" fmla="*/ 0 h 504"/>
                  <a:gd name="T84" fmla="*/ 285145486 w 512"/>
                  <a:gd name="T85" fmla="*/ 0 h 504"/>
                  <a:gd name="T86" fmla="*/ 332669560 w 512"/>
                  <a:gd name="T87" fmla="*/ 0 h 504"/>
                  <a:gd name="T88" fmla="*/ 332669560 w 512"/>
                  <a:gd name="T89" fmla="*/ 0 h 504"/>
                  <a:gd name="T90" fmla="*/ 389915035 w 512"/>
                  <a:gd name="T91" fmla="*/ 9703726 h 504"/>
                  <a:gd name="T92" fmla="*/ 389915035 w 512"/>
                  <a:gd name="T93" fmla="*/ 9703726 h 504"/>
                  <a:gd name="T94" fmla="*/ 447160509 w 512"/>
                  <a:gd name="T95" fmla="*/ 19408490 h 504"/>
                  <a:gd name="T96" fmla="*/ 447160509 w 512"/>
                  <a:gd name="T97" fmla="*/ 19408490 h 504"/>
                  <a:gd name="T98" fmla="*/ 465522461 w 512"/>
                  <a:gd name="T99" fmla="*/ 28034370 h 504"/>
                  <a:gd name="T100" fmla="*/ 475242822 w 512"/>
                  <a:gd name="T101" fmla="*/ 37739134 h 504"/>
                  <a:gd name="T102" fmla="*/ 475242822 w 512"/>
                  <a:gd name="T103" fmla="*/ 37739134 h 504"/>
                  <a:gd name="T104" fmla="*/ 513046536 w 512"/>
                  <a:gd name="T105" fmla="*/ 114294208 h 504"/>
                  <a:gd name="T106" fmla="*/ 542208658 w 512"/>
                  <a:gd name="T107" fmla="*/ 189771437 h 504"/>
                  <a:gd name="T108" fmla="*/ 542208658 w 512"/>
                  <a:gd name="T109" fmla="*/ 189771437 h 504"/>
                  <a:gd name="T110" fmla="*/ 551930058 w 512"/>
                  <a:gd name="T111" fmla="*/ 238293180 h 504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512" h="504">
                    <a:moveTo>
                      <a:pt x="511" y="221"/>
                    </a:moveTo>
                    <a:lnTo>
                      <a:pt x="511" y="221"/>
                    </a:lnTo>
                    <a:lnTo>
                      <a:pt x="502" y="274"/>
                    </a:lnTo>
                    <a:lnTo>
                      <a:pt x="493" y="291"/>
                    </a:lnTo>
                    <a:lnTo>
                      <a:pt x="449" y="318"/>
                    </a:lnTo>
                    <a:lnTo>
                      <a:pt x="414" y="344"/>
                    </a:lnTo>
                    <a:lnTo>
                      <a:pt x="343" y="415"/>
                    </a:lnTo>
                    <a:lnTo>
                      <a:pt x="325" y="450"/>
                    </a:lnTo>
                    <a:lnTo>
                      <a:pt x="308" y="476"/>
                    </a:lnTo>
                    <a:lnTo>
                      <a:pt x="299" y="485"/>
                    </a:lnTo>
                    <a:lnTo>
                      <a:pt x="264" y="503"/>
                    </a:lnTo>
                    <a:lnTo>
                      <a:pt x="255" y="494"/>
                    </a:lnTo>
                    <a:lnTo>
                      <a:pt x="228" y="468"/>
                    </a:lnTo>
                    <a:lnTo>
                      <a:pt x="202" y="441"/>
                    </a:lnTo>
                    <a:lnTo>
                      <a:pt x="167" y="415"/>
                    </a:lnTo>
                    <a:lnTo>
                      <a:pt x="131" y="397"/>
                    </a:lnTo>
                    <a:lnTo>
                      <a:pt x="18" y="344"/>
                    </a:lnTo>
                    <a:lnTo>
                      <a:pt x="0" y="335"/>
                    </a:lnTo>
                    <a:lnTo>
                      <a:pt x="0" y="318"/>
                    </a:lnTo>
                    <a:lnTo>
                      <a:pt x="0" y="265"/>
                    </a:lnTo>
                    <a:lnTo>
                      <a:pt x="9" y="212"/>
                    </a:lnTo>
                    <a:lnTo>
                      <a:pt x="25" y="168"/>
                    </a:lnTo>
                    <a:lnTo>
                      <a:pt x="52" y="124"/>
                    </a:lnTo>
                    <a:lnTo>
                      <a:pt x="78" y="97"/>
                    </a:lnTo>
                    <a:lnTo>
                      <a:pt x="114" y="62"/>
                    </a:lnTo>
                    <a:lnTo>
                      <a:pt x="167" y="35"/>
                    </a:lnTo>
                    <a:lnTo>
                      <a:pt x="264" y="0"/>
                    </a:lnTo>
                    <a:lnTo>
                      <a:pt x="308" y="0"/>
                    </a:lnTo>
                    <a:lnTo>
                      <a:pt x="361" y="9"/>
                    </a:lnTo>
                    <a:lnTo>
                      <a:pt x="414" y="18"/>
                    </a:lnTo>
                    <a:lnTo>
                      <a:pt x="431" y="26"/>
                    </a:lnTo>
                    <a:lnTo>
                      <a:pt x="440" y="35"/>
                    </a:lnTo>
                    <a:lnTo>
                      <a:pt x="475" y="106"/>
                    </a:lnTo>
                    <a:lnTo>
                      <a:pt x="502" y="176"/>
                    </a:lnTo>
                    <a:lnTo>
                      <a:pt x="511" y="221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6" name="Freeform 34"/>
              <p:cNvSpPr>
                <a:spLocks noChangeArrowheads="1"/>
              </p:cNvSpPr>
              <p:nvPr/>
            </p:nvSpPr>
            <p:spPr bwMode="auto">
              <a:xfrm>
                <a:off x="4402016" y="2096991"/>
                <a:ext cx="683485" cy="394806"/>
              </a:xfrm>
              <a:custGeom>
                <a:avLst/>
                <a:gdLst>
                  <a:gd name="T0" fmla="*/ 713207192 w 654"/>
                  <a:gd name="T1" fmla="*/ 331799729 h 381"/>
                  <a:gd name="T2" fmla="*/ 713207192 w 654"/>
                  <a:gd name="T3" fmla="*/ 331799729 h 381"/>
                  <a:gd name="T4" fmla="*/ 539547657 w 654"/>
                  <a:gd name="T5" fmla="*/ 360791546 h 381"/>
                  <a:gd name="T6" fmla="*/ 539547657 w 654"/>
                  <a:gd name="T7" fmla="*/ 360791546 h 381"/>
                  <a:gd name="T8" fmla="*/ 491490510 w 654"/>
                  <a:gd name="T9" fmla="*/ 379045883 h 381"/>
                  <a:gd name="T10" fmla="*/ 453263424 w 654"/>
                  <a:gd name="T11" fmla="*/ 408038737 h 381"/>
                  <a:gd name="T12" fmla="*/ 453263424 w 654"/>
                  <a:gd name="T13" fmla="*/ 408038737 h 381"/>
                  <a:gd name="T14" fmla="*/ 443433363 w 654"/>
                  <a:gd name="T15" fmla="*/ 408038737 h 381"/>
                  <a:gd name="T16" fmla="*/ 443433363 w 654"/>
                  <a:gd name="T17" fmla="*/ 408038737 h 381"/>
                  <a:gd name="T18" fmla="*/ 357150175 w 654"/>
                  <a:gd name="T19" fmla="*/ 369381944 h 381"/>
                  <a:gd name="T20" fmla="*/ 357150175 w 654"/>
                  <a:gd name="T21" fmla="*/ 369381944 h 381"/>
                  <a:gd name="T22" fmla="*/ 309093028 w 654"/>
                  <a:gd name="T23" fmla="*/ 351127607 h 381"/>
                  <a:gd name="T24" fmla="*/ 269773829 w 654"/>
                  <a:gd name="T25" fmla="*/ 341463668 h 381"/>
                  <a:gd name="T26" fmla="*/ 221716682 w 654"/>
                  <a:gd name="T27" fmla="*/ 331799729 h 381"/>
                  <a:gd name="T28" fmla="*/ 173659534 w 654"/>
                  <a:gd name="T29" fmla="*/ 331799729 h 381"/>
                  <a:gd name="T30" fmla="*/ 173659534 w 654"/>
                  <a:gd name="T31" fmla="*/ 331799729 h 381"/>
                  <a:gd name="T32" fmla="*/ 29489138 w 654"/>
                  <a:gd name="T33" fmla="*/ 360791546 h 381"/>
                  <a:gd name="T34" fmla="*/ 29489138 w 654"/>
                  <a:gd name="T35" fmla="*/ 360791546 h 381"/>
                  <a:gd name="T36" fmla="*/ 19660122 w 654"/>
                  <a:gd name="T37" fmla="*/ 360791546 h 381"/>
                  <a:gd name="T38" fmla="*/ 19660122 w 654"/>
                  <a:gd name="T39" fmla="*/ 360791546 h 381"/>
                  <a:gd name="T40" fmla="*/ 0 w 654"/>
                  <a:gd name="T41" fmla="*/ 274888600 h 381"/>
                  <a:gd name="T42" fmla="*/ 9830061 w 654"/>
                  <a:gd name="T43" fmla="*/ 237306384 h 381"/>
                  <a:gd name="T44" fmla="*/ 19660122 w 654"/>
                  <a:gd name="T45" fmla="*/ 199724169 h 381"/>
                  <a:gd name="T46" fmla="*/ 19660122 w 654"/>
                  <a:gd name="T47" fmla="*/ 199724169 h 381"/>
                  <a:gd name="T48" fmla="*/ 48057147 w 654"/>
                  <a:gd name="T49" fmla="*/ 152478015 h 381"/>
                  <a:gd name="T50" fmla="*/ 87376346 w 654"/>
                  <a:gd name="T51" fmla="*/ 113821223 h 381"/>
                  <a:gd name="T52" fmla="*/ 87376346 w 654"/>
                  <a:gd name="T53" fmla="*/ 113821223 h 381"/>
                  <a:gd name="T54" fmla="*/ 115773371 w 654"/>
                  <a:gd name="T55" fmla="*/ 85902946 h 381"/>
                  <a:gd name="T56" fmla="*/ 145262509 w 654"/>
                  <a:gd name="T57" fmla="*/ 66575068 h 381"/>
                  <a:gd name="T58" fmla="*/ 211886621 w 654"/>
                  <a:gd name="T59" fmla="*/ 38656792 h 381"/>
                  <a:gd name="T60" fmla="*/ 211886621 w 654"/>
                  <a:gd name="T61" fmla="*/ 38656792 h 381"/>
                  <a:gd name="T62" fmla="*/ 289432906 w 654"/>
                  <a:gd name="T63" fmla="*/ 9663939 h 381"/>
                  <a:gd name="T64" fmla="*/ 289432906 w 654"/>
                  <a:gd name="T65" fmla="*/ 9663939 h 381"/>
                  <a:gd name="T66" fmla="*/ 317829931 w 654"/>
                  <a:gd name="T67" fmla="*/ 0 h 381"/>
                  <a:gd name="T68" fmla="*/ 357150175 w 654"/>
                  <a:gd name="T69" fmla="*/ 0 h 381"/>
                  <a:gd name="T70" fmla="*/ 357150175 w 654"/>
                  <a:gd name="T71" fmla="*/ 0 h 381"/>
                  <a:gd name="T72" fmla="*/ 443433363 w 654"/>
                  <a:gd name="T73" fmla="*/ 9663939 h 381"/>
                  <a:gd name="T74" fmla="*/ 443433363 w 654"/>
                  <a:gd name="T75" fmla="*/ 9663939 h 381"/>
                  <a:gd name="T76" fmla="*/ 472922501 w 654"/>
                  <a:gd name="T77" fmla="*/ 9663939 h 381"/>
                  <a:gd name="T78" fmla="*/ 511149587 w 654"/>
                  <a:gd name="T79" fmla="*/ 28991817 h 381"/>
                  <a:gd name="T80" fmla="*/ 539547657 w 654"/>
                  <a:gd name="T81" fmla="*/ 47246154 h 381"/>
                  <a:gd name="T82" fmla="*/ 569036795 w 654"/>
                  <a:gd name="T83" fmla="*/ 66575068 h 381"/>
                  <a:gd name="T84" fmla="*/ 569036795 w 654"/>
                  <a:gd name="T85" fmla="*/ 66575068 h 381"/>
                  <a:gd name="T86" fmla="*/ 607263881 w 654"/>
                  <a:gd name="T87" fmla="*/ 113821223 h 381"/>
                  <a:gd name="T88" fmla="*/ 645490968 w 654"/>
                  <a:gd name="T89" fmla="*/ 152478015 h 381"/>
                  <a:gd name="T90" fmla="*/ 645490968 w 654"/>
                  <a:gd name="T91" fmla="*/ 152478015 h 381"/>
                  <a:gd name="T92" fmla="*/ 674980106 w 654"/>
                  <a:gd name="T93" fmla="*/ 180396291 h 381"/>
                  <a:gd name="T94" fmla="*/ 694639183 w 654"/>
                  <a:gd name="T95" fmla="*/ 217978506 h 381"/>
                  <a:gd name="T96" fmla="*/ 694639183 w 654"/>
                  <a:gd name="T97" fmla="*/ 217978506 h 381"/>
                  <a:gd name="T98" fmla="*/ 703377131 w 654"/>
                  <a:gd name="T99" fmla="*/ 274888600 h 381"/>
                  <a:gd name="T100" fmla="*/ 713207192 w 654"/>
                  <a:gd name="T101" fmla="*/ 331799729 h 381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654" h="381">
                    <a:moveTo>
                      <a:pt x="653" y="309"/>
                    </a:moveTo>
                    <a:lnTo>
                      <a:pt x="653" y="309"/>
                    </a:lnTo>
                    <a:lnTo>
                      <a:pt x="494" y="336"/>
                    </a:lnTo>
                    <a:lnTo>
                      <a:pt x="450" y="353"/>
                    </a:lnTo>
                    <a:lnTo>
                      <a:pt x="415" y="380"/>
                    </a:lnTo>
                    <a:lnTo>
                      <a:pt x="406" y="380"/>
                    </a:lnTo>
                    <a:lnTo>
                      <a:pt x="327" y="344"/>
                    </a:lnTo>
                    <a:lnTo>
                      <a:pt x="283" y="327"/>
                    </a:lnTo>
                    <a:lnTo>
                      <a:pt x="247" y="318"/>
                    </a:lnTo>
                    <a:lnTo>
                      <a:pt x="203" y="309"/>
                    </a:lnTo>
                    <a:lnTo>
                      <a:pt x="159" y="309"/>
                    </a:lnTo>
                    <a:lnTo>
                      <a:pt x="27" y="336"/>
                    </a:lnTo>
                    <a:lnTo>
                      <a:pt x="18" y="336"/>
                    </a:lnTo>
                    <a:lnTo>
                      <a:pt x="0" y="256"/>
                    </a:lnTo>
                    <a:lnTo>
                      <a:pt x="9" y="221"/>
                    </a:lnTo>
                    <a:lnTo>
                      <a:pt x="18" y="186"/>
                    </a:lnTo>
                    <a:lnTo>
                      <a:pt x="44" y="142"/>
                    </a:lnTo>
                    <a:lnTo>
                      <a:pt x="80" y="106"/>
                    </a:lnTo>
                    <a:lnTo>
                      <a:pt x="106" y="80"/>
                    </a:lnTo>
                    <a:lnTo>
                      <a:pt x="133" y="62"/>
                    </a:lnTo>
                    <a:lnTo>
                      <a:pt x="194" y="36"/>
                    </a:lnTo>
                    <a:lnTo>
                      <a:pt x="265" y="9"/>
                    </a:lnTo>
                    <a:lnTo>
                      <a:pt x="291" y="0"/>
                    </a:lnTo>
                    <a:lnTo>
                      <a:pt x="327" y="0"/>
                    </a:lnTo>
                    <a:lnTo>
                      <a:pt x="406" y="9"/>
                    </a:lnTo>
                    <a:lnTo>
                      <a:pt x="433" y="9"/>
                    </a:lnTo>
                    <a:lnTo>
                      <a:pt x="468" y="27"/>
                    </a:lnTo>
                    <a:lnTo>
                      <a:pt x="494" y="44"/>
                    </a:lnTo>
                    <a:lnTo>
                      <a:pt x="521" y="62"/>
                    </a:lnTo>
                    <a:lnTo>
                      <a:pt x="556" y="106"/>
                    </a:lnTo>
                    <a:lnTo>
                      <a:pt x="591" y="142"/>
                    </a:lnTo>
                    <a:lnTo>
                      <a:pt x="618" y="168"/>
                    </a:lnTo>
                    <a:lnTo>
                      <a:pt x="636" y="203"/>
                    </a:lnTo>
                    <a:lnTo>
                      <a:pt x="644" y="256"/>
                    </a:lnTo>
                    <a:lnTo>
                      <a:pt x="653" y="309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7" name="Freeform 35"/>
              <p:cNvSpPr>
                <a:spLocks noChangeArrowheads="1"/>
              </p:cNvSpPr>
              <p:nvPr/>
            </p:nvSpPr>
            <p:spPr bwMode="auto">
              <a:xfrm>
                <a:off x="4892840" y="2482615"/>
                <a:ext cx="504587" cy="403987"/>
              </a:xfrm>
              <a:custGeom>
                <a:avLst/>
                <a:gdLst>
                  <a:gd name="T0" fmla="*/ 0 w 486"/>
                  <a:gd name="T1" fmla="*/ 47455491 h 389"/>
                  <a:gd name="T2" fmla="*/ 0 w 486"/>
                  <a:gd name="T3" fmla="*/ 47455491 h 389"/>
                  <a:gd name="T4" fmla="*/ 37728780 w 486"/>
                  <a:gd name="T5" fmla="*/ 28042306 h 389"/>
                  <a:gd name="T6" fmla="*/ 76534220 w 486"/>
                  <a:gd name="T7" fmla="*/ 19413185 h 389"/>
                  <a:gd name="T8" fmla="*/ 76534220 w 486"/>
                  <a:gd name="T9" fmla="*/ 19413185 h 389"/>
                  <a:gd name="T10" fmla="*/ 199420881 w 486"/>
                  <a:gd name="T11" fmla="*/ 0 h 389"/>
                  <a:gd name="T12" fmla="*/ 199420881 w 486"/>
                  <a:gd name="T13" fmla="*/ 0 h 389"/>
                  <a:gd name="T14" fmla="*/ 275956139 w 486"/>
                  <a:gd name="T15" fmla="*/ 0 h 389"/>
                  <a:gd name="T16" fmla="*/ 351412660 w 486"/>
                  <a:gd name="T17" fmla="*/ 19413185 h 389"/>
                  <a:gd name="T18" fmla="*/ 351412660 w 486"/>
                  <a:gd name="T19" fmla="*/ 19413185 h 389"/>
                  <a:gd name="T20" fmla="*/ 370815380 w 486"/>
                  <a:gd name="T21" fmla="*/ 28042306 h 389"/>
                  <a:gd name="T22" fmla="*/ 399920498 w 486"/>
                  <a:gd name="T23" fmla="*/ 47455491 h 389"/>
                  <a:gd name="T24" fmla="*/ 399920498 w 486"/>
                  <a:gd name="T25" fmla="*/ 47455491 h 389"/>
                  <a:gd name="T26" fmla="*/ 485078379 w 486"/>
                  <a:gd name="T27" fmla="*/ 161780696 h 389"/>
                  <a:gd name="T28" fmla="*/ 485078379 w 486"/>
                  <a:gd name="T29" fmla="*/ 161780696 h 389"/>
                  <a:gd name="T30" fmla="*/ 513105799 w 486"/>
                  <a:gd name="T31" fmla="*/ 218943299 h 389"/>
                  <a:gd name="T32" fmla="*/ 522807159 w 486"/>
                  <a:gd name="T33" fmla="*/ 246985605 h 389"/>
                  <a:gd name="T34" fmla="*/ 522807159 w 486"/>
                  <a:gd name="T35" fmla="*/ 285813014 h 389"/>
                  <a:gd name="T36" fmla="*/ 522807159 w 486"/>
                  <a:gd name="T37" fmla="*/ 285813014 h 389"/>
                  <a:gd name="T38" fmla="*/ 522807159 w 486"/>
                  <a:gd name="T39" fmla="*/ 304148208 h 389"/>
                  <a:gd name="T40" fmla="*/ 522807159 w 486"/>
                  <a:gd name="T41" fmla="*/ 304148208 h 389"/>
                  <a:gd name="T42" fmla="*/ 513105799 w 486"/>
                  <a:gd name="T43" fmla="*/ 313854281 h 389"/>
                  <a:gd name="T44" fmla="*/ 513105799 w 486"/>
                  <a:gd name="T45" fmla="*/ 313854281 h 389"/>
                  <a:gd name="T46" fmla="*/ 447350638 w 486"/>
                  <a:gd name="T47" fmla="*/ 323561393 h 389"/>
                  <a:gd name="T48" fmla="*/ 390219138 w 486"/>
                  <a:gd name="T49" fmla="*/ 351603699 h 389"/>
                  <a:gd name="T50" fmla="*/ 333087638 w 486"/>
                  <a:gd name="T51" fmla="*/ 380723995 h 389"/>
                  <a:gd name="T52" fmla="*/ 275956139 w 486"/>
                  <a:gd name="T53" fmla="*/ 418472374 h 389"/>
                  <a:gd name="T54" fmla="*/ 275956139 w 486"/>
                  <a:gd name="T55" fmla="*/ 418472374 h 389"/>
                  <a:gd name="T56" fmla="*/ 275956139 w 486"/>
                  <a:gd name="T57" fmla="*/ 418472374 h 389"/>
                  <a:gd name="T58" fmla="*/ 275956139 w 486"/>
                  <a:gd name="T59" fmla="*/ 418472374 h 389"/>
                  <a:gd name="T60" fmla="*/ 275956139 w 486"/>
                  <a:gd name="T61" fmla="*/ 408766301 h 389"/>
                  <a:gd name="T62" fmla="*/ 275956139 w 486"/>
                  <a:gd name="T63" fmla="*/ 408766301 h 389"/>
                  <a:gd name="T64" fmla="*/ 275956139 w 486"/>
                  <a:gd name="T65" fmla="*/ 342975616 h 389"/>
                  <a:gd name="T66" fmla="*/ 256552380 w 486"/>
                  <a:gd name="T67" fmla="*/ 294441096 h 389"/>
                  <a:gd name="T68" fmla="*/ 238227359 w 486"/>
                  <a:gd name="T69" fmla="*/ 238356484 h 389"/>
                  <a:gd name="T70" fmla="*/ 209123279 w 486"/>
                  <a:gd name="T71" fmla="*/ 189823002 h 389"/>
                  <a:gd name="T72" fmla="*/ 209123279 w 486"/>
                  <a:gd name="T73" fmla="*/ 189823002 h 389"/>
                  <a:gd name="T74" fmla="*/ 171394499 w 486"/>
                  <a:gd name="T75" fmla="*/ 152073585 h 389"/>
                  <a:gd name="T76" fmla="*/ 132588021 w 486"/>
                  <a:gd name="T77" fmla="*/ 114325205 h 389"/>
                  <a:gd name="T78" fmla="*/ 37728780 w 486"/>
                  <a:gd name="T79" fmla="*/ 66869715 h 389"/>
                  <a:gd name="T80" fmla="*/ 37728780 w 486"/>
                  <a:gd name="T81" fmla="*/ 66869715 h 389"/>
                  <a:gd name="T82" fmla="*/ 0 w 486"/>
                  <a:gd name="T83" fmla="*/ 47455491 h 38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86" h="389">
                    <a:moveTo>
                      <a:pt x="0" y="44"/>
                    </a:moveTo>
                    <a:lnTo>
                      <a:pt x="0" y="44"/>
                    </a:lnTo>
                    <a:lnTo>
                      <a:pt x="35" y="26"/>
                    </a:lnTo>
                    <a:lnTo>
                      <a:pt x="71" y="18"/>
                    </a:lnTo>
                    <a:lnTo>
                      <a:pt x="185" y="0"/>
                    </a:lnTo>
                    <a:lnTo>
                      <a:pt x="256" y="0"/>
                    </a:lnTo>
                    <a:lnTo>
                      <a:pt x="326" y="18"/>
                    </a:lnTo>
                    <a:lnTo>
                      <a:pt x="344" y="26"/>
                    </a:lnTo>
                    <a:lnTo>
                      <a:pt x="371" y="44"/>
                    </a:lnTo>
                    <a:lnTo>
                      <a:pt x="450" y="150"/>
                    </a:lnTo>
                    <a:lnTo>
                      <a:pt x="476" y="203"/>
                    </a:lnTo>
                    <a:lnTo>
                      <a:pt x="485" y="229"/>
                    </a:lnTo>
                    <a:lnTo>
                      <a:pt x="485" y="265"/>
                    </a:lnTo>
                    <a:lnTo>
                      <a:pt x="485" y="282"/>
                    </a:lnTo>
                    <a:lnTo>
                      <a:pt x="476" y="291"/>
                    </a:lnTo>
                    <a:lnTo>
                      <a:pt x="415" y="300"/>
                    </a:lnTo>
                    <a:lnTo>
                      <a:pt x="362" y="326"/>
                    </a:lnTo>
                    <a:lnTo>
                      <a:pt x="309" y="353"/>
                    </a:lnTo>
                    <a:lnTo>
                      <a:pt x="256" y="388"/>
                    </a:lnTo>
                    <a:lnTo>
                      <a:pt x="256" y="379"/>
                    </a:lnTo>
                    <a:lnTo>
                      <a:pt x="256" y="318"/>
                    </a:lnTo>
                    <a:lnTo>
                      <a:pt x="238" y="273"/>
                    </a:lnTo>
                    <a:lnTo>
                      <a:pt x="221" y="221"/>
                    </a:lnTo>
                    <a:lnTo>
                      <a:pt x="194" y="176"/>
                    </a:lnTo>
                    <a:lnTo>
                      <a:pt x="159" y="141"/>
                    </a:lnTo>
                    <a:lnTo>
                      <a:pt x="123" y="106"/>
                    </a:lnTo>
                    <a:lnTo>
                      <a:pt x="35" y="62"/>
                    </a:lnTo>
                    <a:lnTo>
                      <a:pt x="0" y="44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8" name="Freeform 36"/>
              <p:cNvSpPr>
                <a:spLocks noChangeArrowheads="1"/>
              </p:cNvSpPr>
              <p:nvPr/>
            </p:nvSpPr>
            <p:spPr bwMode="auto">
              <a:xfrm>
                <a:off x="4246052" y="1995994"/>
                <a:ext cx="316512" cy="211175"/>
              </a:xfrm>
              <a:custGeom>
                <a:avLst/>
                <a:gdLst>
                  <a:gd name="T0" fmla="*/ 331717194 w 301"/>
                  <a:gd name="T1" fmla="*/ 95370357 h 204"/>
                  <a:gd name="T2" fmla="*/ 331717194 w 301"/>
                  <a:gd name="T3" fmla="*/ 95370357 h 204"/>
                  <a:gd name="T4" fmla="*/ 283065830 w 301"/>
                  <a:gd name="T5" fmla="*/ 113587306 h 204"/>
                  <a:gd name="T6" fmla="*/ 234413414 w 301"/>
                  <a:gd name="T7" fmla="*/ 142520351 h 204"/>
                  <a:gd name="T8" fmla="*/ 195713776 w 301"/>
                  <a:gd name="T9" fmla="*/ 180025652 h 204"/>
                  <a:gd name="T10" fmla="*/ 155906871 w 301"/>
                  <a:gd name="T11" fmla="*/ 217530953 h 204"/>
                  <a:gd name="T12" fmla="*/ 155906871 w 301"/>
                  <a:gd name="T13" fmla="*/ 217530953 h 204"/>
                  <a:gd name="T14" fmla="*/ 127158959 w 301"/>
                  <a:gd name="T15" fmla="*/ 180025652 h 204"/>
                  <a:gd name="T16" fmla="*/ 127158959 w 301"/>
                  <a:gd name="T17" fmla="*/ 180025652 h 204"/>
                  <a:gd name="T18" fmla="*/ 48652416 w 301"/>
                  <a:gd name="T19" fmla="*/ 103943648 h 204"/>
                  <a:gd name="T20" fmla="*/ 48652416 w 301"/>
                  <a:gd name="T21" fmla="*/ 103943648 h 204"/>
                  <a:gd name="T22" fmla="*/ 0 w 301"/>
                  <a:gd name="T23" fmla="*/ 56793653 h 204"/>
                  <a:gd name="T24" fmla="*/ 0 w 301"/>
                  <a:gd name="T25" fmla="*/ 56793653 h 204"/>
                  <a:gd name="T26" fmla="*/ 29854127 w 301"/>
                  <a:gd name="T27" fmla="*/ 38576704 h 204"/>
                  <a:gd name="T28" fmla="*/ 68554817 w 301"/>
                  <a:gd name="T29" fmla="*/ 19288352 h 204"/>
                  <a:gd name="T30" fmla="*/ 68554817 w 301"/>
                  <a:gd name="T31" fmla="*/ 19288352 h 204"/>
                  <a:gd name="T32" fmla="*/ 107255507 w 301"/>
                  <a:gd name="T33" fmla="*/ 0 h 204"/>
                  <a:gd name="T34" fmla="*/ 155906871 w 301"/>
                  <a:gd name="T35" fmla="*/ 0 h 204"/>
                  <a:gd name="T36" fmla="*/ 155906871 w 301"/>
                  <a:gd name="T37" fmla="*/ 0 h 204"/>
                  <a:gd name="T38" fmla="*/ 185762049 w 301"/>
                  <a:gd name="T39" fmla="*/ 0 h 204"/>
                  <a:gd name="T40" fmla="*/ 185762049 w 301"/>
                  <a:gd name="T41" fmla="*/ 0 h 204"/>
                  <a:gd name="T42" fmla="*/ 224462739 w 301"/>
                  <a:gd name="T43" fmla="*/ 0 h 204"/>
                  <a:gd name="T44" fmla="*/ 254316866 w 301"/>
                  <a:gd name="T45" fmla="*/ 9644694 h 204"/>
                  <a:gd name="T46" fmla="*/ 312919957 w 301"/>
                  <a:gd name="T47" fmla="*/ 47149995 h 204"/>
                  <a:gd name="T48" fmla="*/ 312919957 w 301"/>
                  <a:gd name="T49" fmla="*/ 47149995 h 204"/>
                  <a:gd name="T50" fmla="*/ 321766520 w 301"/>
                  <a:gd name="T51" fmla="*/ 66438346 h 204"/>
                  <a:gd name="T52" fmla="*/ 331717194 w 301"/>
                  <a:gd name="T53" fmla="*/ 95370357 h 204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01" h="204">
                    <a:moveTo>
                      <a:pt x="300" y="89"/>
                    </a:moveTo>
                    <a:lnTo>
                      <a:pt x="300" y="89"/>
                    </a:lnTo>
                    <a:lnTo>
                      <a:pt x="256" y="106"/>
                    </a:lnTo>
                    <a:lnTo>
                      <a:pt x="212" y="133"/>
                    </a:lnTo>
                    <a:lnTo>
                      <a:pt x="177" y="168"/>
                    </a:lnTo>
                    <a:lnTo>
                      <a:pt x="141" y="203"/>
                    </a:lnTo>
                    <a:lnTo>
                      <a:pt x="115" y="168"/>
                    </a:lnTo>
                    <a:lnTo>
                      <a:pt x="44" y="97"/>
                    </a:lnTo>
                    <a:lnTo>
                      <a:pt x="0" y="53"/>
                    </a:lnTo>
                    <a:lnTo>
                      <a:pt x="27" y="36"/>
                    </a:lnTo>
                    <a:lnTo>
                      <a:pt x="62" y="18"/>
                    </a:lnTo>
                    <a:lnTo>
                      <a:pt x="97" y="0"/>
                    </a:lnTo>
                    <a:lnTo>
                      <a:pt x="141" y="0"/>
                    </a:lnTo>
                    <a:lnTo>
                      <a:pt x="168" y="0"/>
                    </a:lnTo>
                    <a:lnTo>
                      <a:pt x="203" y="0"/>
                    </a:lnTo>
                    <a:lnTo>
                      <a:pt x="230" y="9"/>
                    </a:lnTo>
                    <a:lnTo>
                      <a:pt x="283" y="44"/>
                    </a:lnTo>
                    <a:lnTo>
                      <a:pt x="291" y="62"/>
                    </a:lnTo>
                    <a:lnTo>
                      <a:pt x="300" y="89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9" name="Freeform 37"/>
              <p:cNvSpPr>
                <a:spLocks noChangeArrowheads="1"/>
              </p:cNvSpPr>
              <p:nvPr/>
            </p:nvSpPr>
            <p:spPr bwMode="auto">
              <a:xfrm>
                <a:off x="5067152" y="2822332"/>
                <a:ext cx="1045871" cy="624344"/>
              </a:xfrm>
              <a:custGeom>
                <a:avLst/>
                <a:gdLst>
                  <a:gd name="T0" fmla="*/ 800900150 w 1006"/>
                  <a:gd name="T1" fmla="*/ 647515369 h 601"/>
                  <a:gd name="T2" fmla="*/ 886286264 w 1006"/>
                  <a:gd name="T3" fmla="*/ 581684995 h 601"/>
                  <a:gd name="T4" fmla="*/ 1000854882 w 1006"/>
                  <a:gd name="T5" fmla="*/ 542833346 h 601"/>
                  <a:gd name="T6" fmla="*/ 1067867559 w 1006"/>
                  <a:gd name="T7" fmla="*/ 542833346 h 601"/>
                  <a:gd name="T8" fmla="*/ 1086240997 w 1006"/>
                  <a:gd name="T9" fmla="*/ 467290838 h 601"/>
                  <a:gd name="T10" fmla="*/ 1077594367 w 1006"/>
                  <a:gd name="T11" fmla="*/ 390667935 h 601"/>
                  <a:gd name="T12" fmla="*/ 1058139711 w 1006"/>
                  <a:gd name="T13" fmla="*/ 323758204 h 601"/>
                  <a:gd name="T14" fmla="*/ 1020310578 w 1006"/>
                  <a:gd name="T15" fmla="*/ 276273778 h 601"/>
                  <a:gd name="T16" fmla="*/ 991128074 w 1006"/>
                  <a:gd name="T17" fmla="*/ 238501486 h 601"/>
                  <a:gd name="T18" fmla="*/ 876559456 w 1006"/>
                  <a:gd name="T19" fmla="*/ 143532634 h 601"/>
                  <a:gd name="T20" fmla="*/ 761989798 w 1006"/>
                  <a:gd name="T21" fmla="*/ 76622903 h 601"/>
                  <a:gd name="T22" fmla="*/ 657149027 w 1006"/>
                  <a:gd name="T23" fmla="*/ 38850611 h 601"/>
                  <a:gd name="T24" fmla="*/ 571762913 w 1006"/>
                  <a:gd name="T25" fmla="*/ 9713172 h 601"/>
                  <a:gd name="T26" fmla="*/ 514478084 w 1006"/>
                  <a:gd name="T27" fmla="*/ 0 h 601"/>
                  <a:gd name="T28" fmla="*/ 457194295 w 1006"/>
                  <a:gd name="T29" fmla="*/ 0 h 601"/>
                  <a:gd name="T30" fmla="*/ 314523351 w 1006"/>
                  <a:gd name="T31" fmla="*/ 29138477 h 601"/>
                  <a:gd name="T32" fmla="*/ 247511714 w 1006"/>
                  <a:gd name="T33" fmla="*/ 57197598 h 601"/>
                  <a:gd name="T34" fmla="*/ 95113962 w 1006"/>
                  <a:gd name="T35" fmla="*/ 153245806 h 601"/>
                  <a:gd name="T36" fmla="*/ 85386114 w 1006"/>
                  <a:gd name="T37" fmla="*/ 161878583 h 601"/>
                  <a:gd name="T38" fmla="*/ 85386114 w 1006"/>
                  <a:gd name="T39" fmla="*/ 181303888 h 601"/>
                  <a:gd name="T40" fmla="*/ 85386114 w 1006"/>
                  <a:gd name="T41" fmla="*/ 200730232 h 601"/>
                  <a:gd name="T42" fmla="*/ 65931458 w 1006"/>
                  <a:gd name="T43" fmla="*/ 285985911 h 601"/>
                  <a:gd name="T44" fmla="*/ 18374477 w 1006"/>
                  <a:gd name="T45" fmla="*/ 372320948 h 601"/>
                  <a:gd name="T46" fmla="*/ 18374477 w 1006"/>
                  <a:gd name="T47" fmla="*/ 372320948 h 601"/>
                  <a:gd name="T48" fmla="*/ 0 w 1006"/>
                  <a:gd name="T49" fmla="*/ 438152361 h 601"/>
                  <a:gd name="T50" fmla="*/ 8646629 w 1006"/>
                  <a:gd name="T51" fmla="*/ 447864494 h 601"/>
                  <a:gd name="T52" fmla="*/ 47556981 w 1006"/>
                  <a:gd name="T53" fmla="*/ 477002971 h 601"/>
                  <a:gd name="T54" fmla="*/ 95113962 w 1006"/>
                  <a:gd name="T55" fmla="*/ 514775264 h 601"/>
                  <a:gd name="T56" fmla="*/ 132943096 w 1006"/>
                  <a:gd name="T57" fmla="*/ 562259690 h 601"/>
                  <a:gd name="T58" fmla="*/ 162125599 w 1006"/>
                  <a:gd name="T59" fmla="*/ 600030943 h 601"/>
                  <a:gd name="T60" fmla="*/ 162125599 w 1006"/>
                  <a:gd name="T61" fmla="*/ 600030943 h 601"/>
                  <a:gd name="T62" fmla="*/ 170772229 w 1006"/>
                  <a:gd name="T63" fmla="*/ 590318810 h 601"/>
                  <a:gd name="T64" fmla="*/ 199954733 w 1006"/>
                  <a:gd name="T65" fmla="*/ 524487397 h 601"/>
                  <a:gd name="T66" fmla="*/ 257239562 w 1006"/>
                  <a:gd name="T67" fmla="*/ 485636787 h 601"/>
                  <a:gd name="T68" fmla="*/ 342625676 w 1006"/>
                  <a:gd name="T69" fmla="*/ 457577666 h 601"/>
                  <a:gd name="T70" fmla="*/ 429091969 w 1006"/>
                  <a:gd name="T71" fmla="*/ 447864494 h 601"/>
                  <a:gd name="T72" fmla="*/ 543661627 w 1006"/>
                  <a:gd name="T73" fmla="*/ 447864494 h 601"/>
                  <a:gd name="T74" fmla="*/ 591217569 w 1006"/>
                  <a:gd name="T75" fmla="*/ 467290838 h 601"/>
                  <a:gd name="T76" fmla="*/ 629047742 w 1006"/>
                  <a:gd name="T77" fmla="*/ 495348920 h 601"/>
                  <a:gd name="T78" fmla="*/ 733888512 w 1006"/>
                  <a:gd name="T79" fmla="*/ 571971823 h 601"/>
                  <a:gd name="T80" fmla="*/ 761989798 w 1006"/>
                  <a:gd name="T81" fmla="*/ 600030943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1006" h="601">
                    <a:moveTo>
                      <a:pt x="741" y="600"/>
                    </a:moveTo>
                    <a:lnTo>
                      <a:pt x="741" y="600"/>
                    </a:lnTo>
                    <a:lnTo>
                      <a:pt x="776" y="565"/>
                    </a:lnTo>
                    <a:lnTo>
                      <a:pt x="820" y="539"/>
                    </a:lnTo>
                    <a:lnTo>
                      <a:pt x="873" y="512"/>
                    </a:lnTo>
                    <a:lnTo>
                      <a:pt x="926" y="503"/>
                    </a:lnTo>
                    <a:lnTo>
                      <a:pt x="988" y="503"/>
                    </a:lnTo>
                    <a:lnTo>
                      <a:pt x="1005" y="433"/>
                    </a:lnTo>
                    <a:lnTo>
                      <a:pt x="997" y="362"/>
                    </a:lnTo>
                    <a:lnTo>
                      <a:pt x="988" y="327"/>
                    </a:lnTo>
                    <a:lnTo>
                      <a:pt x="979" y="300"/>
                    </a:lnTo>
                    <a:lnTo>
                      <a:pt x="944" y="256"/>
                    </a:lnTo>
                    <a:lnTo>
                      <a:pt x="917" y="221"/>
                    </a:lnTo>
                    <a:lnTo>
                      <a:pt x="811" y="133"/>
                    </a:lnTo>
                    <a:lnTo>
                      <a:pt x="758" y="97"/>
                    </a:lnTo>
                    <a:lnTo>
                      <a:pt x="705" y="71"/>
                    </a:lnTo>
                    <a:lnTo>
                      <a:pt x="608" y="36"/>
                    </a:lnTo>
                    <a:lnTo>
                      <a:pt x="529" y="9"/>
                    </a:lnTo>
                    <a:lnTo>
                      <a:pt x="476" y="0"/>
                    </a:lnTo>
                    <a:lnTo>
                      <a:pt x="423" y="0"/>
                    </a:lnTo>
                    <a:lnTo>
                      <a:pt x="353" y="18"/>
                    </a:lnTo>
                    <a:lnTo>
                      <a:pt x="291" y="27"/>
                    </a:lnTo>
                    <a:lnTo>
                      <a:pt x="229" y="53"/>
                    </a:lnTo>
                    <a:lnTo>
                      <a:pt x="185" y="80"/>
                    </a:lnTo>
                    <a:lnTo>
                      <a:pt x="88" y="142"/>
                    </a:lnTo>
                    <a:lnTo>
                      <a:pt x="79" y="150"/>
                    </a:lnTo>
                    <a:lnTo>
                      <a:pt x="79" y="168"/>
                    </a:lnTo>
                    <a:lnTo>
                      <a:pt x="79" y="186"/>
                    </a:lnTo>
                    <a:lnTo>
                      <a:pt x="70" y="230"/>
                    </a:lnTo>
                    <a:lnTo>
                      <a:pt x="61" y="265"/>
                    </a:lnTo>
                    <a:lnTo>
                      <a:pt x="44" y="309"/>
                    </a:lnTo>
                    <a:lnTo>
                      <a:pt x="17" y="345"/>
                    </a:lnTo>
                    <a:lnTo>
                      <a:pt x="0" y="406"/>
                    </a:lnTo>
                    <a:lnTo>
                      <a:pt x="8" y="415"/>
                    </a:lnTo>
                    <a:lnTo>
                      <a:pt x="44" y="442"/>
                    </a:lnTo>
                    <a:lnTo>
                      <a:pt x="88" y="477"/>
                    </a:lnTo>
                    <a:lnTo>
                      <a:pt x="123" y="521"/>
                    </a:lnTo>
                    <a:lnTo>
                      <a:pt x="150" y="556"/>
                    </a:lnTo>
                    <a:lnTo>
                      <a:pt x="158" y="547"/>
                    </a:lnTo>
                    <a:lnTo>
                      <a:pt x="167" y="512"/>
                    </a:lnTo>
                    <a:lnTo>
                      <a:pt x="185" y="486"/>
                    </a:lnTo>
                    <a:lnTo>
                      <a:pt x="211" y="468"/>
                    </a:lnTo>
                    <a:lnTo>
                      <a:pt x="238" y="450"/>
                    </a:lnTo>
                    <a:lnTo>
                      <a:pt x="317" y="424"/>
                    </a:lnTo>
                    <a:lnTo>
                      <a:pt x="397" y="415"/>
                    </a:lnTo>
                    <a:lnTo>
                      <a:pt x="450" y="415"/>
                    </a:lnTo>
                    <a:lnTo>
                      <a:pt x="503" y="415"/>
                    </a:lnTo>
                    <a:lnTo>
                      <a:pt x="547" y="433"/>
                    </a:lnTo>
                    <a:lnTo>
                      <a:pt x="582" y="459"/>
                    </a:lnTo>
                    <a:lnTo>
                      <a:pt x="653" y="503"/>
                    </a:lnTo>
                    <a:lnTo>
                      <a:pt x="679" y="530"/>
                    </a:lnTo>
                    <a:lnTo>
                      <a:pt x="705" y="556"/>
                    </a:lnTo>
                    <a:lnTo>
                      <a:pt x="741" y="600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0" name="Freeform 38"/>
              <p:cNvSpPr>
                <a:spLocks noChangeArrowheads="1"/>
              </p:cNvSpPr>
              <p:nvPr/>
            </p:nvSpPr>
            <p:spPr bwMode="auto">
              <a:xfrm>
                <a:off x="5259812" y="3318134"/>
                <a:ext cx="550459" cy="477440"/>
              </a:xfrm>
              <a:custGeom>
                <a:avLst/>
                <a:gdLst>
                  <a:gd name="T0" fmla="*/ 542583282 w 530"/>
                  <a:gd name="T1" fmla="*/ 313483990 h 460"/>
                  <a:gd name="T2" fmla="*/ 542583282 w 530"/>
                  <a:gd name="T3" fmla="*/ 313483990 h 460"/>
                  <a:gd name="T4" fmla="*/ 552291094 w 530"/>
                  <a:gd name="T5" fmla="*/ 275779723 h 460"/>
                  <a:gd name="T6" fmla="*/ 552291094 w 530"/>
                  <a:gd name="T7" fmla="*/ 266084577 h 460"/>
                  <a:gd name="T8" fmla="*/ 552291094 w 530"/>
                  <a:gd name="T9" fmla="*/ 266084577 h 460"/>
                  <a:gd name="T10" fmla="*/ 552291094 w 530"/>
                  <a:gd name="T11" fmla="*/ 266084577 h 460"/>
                  <a:gd name="T12" fmla="*/ 570628649 w 530"/>
                  <a:gd name="T13" fmla="*/ 199293835 h 460"/>
                  <a:gd name="T14" fmla="*/ 570628649 w 530"/>
                  <a:gd name="T15" fmla="*/ 199293835 h 460"/>
                  <a:gd name="T16" fmla="*/ 560920837 w 530"/>
                  <a:gd name="T17" fmla="*/ 189598689 h 460"/>
                  <a:gd name="T18" fmla="*/ 560920837 w 530"/>
                  <a:gd name="T19" fmla="*/ 189598689 h 460"/>
                  <a:gd name="T20" fmla="*/ 504829065 w 530"/>
                  <a:gd name="T21" fmla="*/ 114190155 h 460"/>
                  <a:gd name="T22" fmla="*/ 504829065 w 530"/>
                  <a:gd name="T23" fmla="*/ 114190155 h 460"/>
                  <a:gd name="T24" fmla="*/ 475703552 w 530"/>
                  <a:gd name="T25" fmla="*/ 85103680 h 460"/>
                  <a:gd name="T26" fmla="*/ 447658185 w 530"/>
                  <a:gd name="T27" fmla="*/ 66790742 h 460"/>
                  <a:gd name="T28" fmla="*/ 447658185 w 530"/>
                  <a:gd name="T29" fmla="*/ 66790742 h 460"/>
                  <a:gd name="T30" fmla="*/ 380778455 w 530"/>
                  <a:gd name="T31" fmla="*/ 28009121 h 460"/>
                  <a:gd name="T32" fmla="*/ 380778455 w 530"/>
                  <a:gd name="T33" fmla="*/ 28009121 h 460"/>
                  <a:gd name="T34" fmla="*/ 343024238 w 530"/>
                  <a:gd name="T35" fmla="*/ 9695146 h 460"/>
                  <a:gd name="T36" fmla="*/ 294483102 w 530"/>
                  <a:gd name="T37" fmla="*/ 0 h 460"/>
                  <a:gd name="T38" fmla="*/ 294483102 w 530"/>
                  <a:gd name="T39" fmla="*/ 0 h 460"/>
                  <a:gd name="T40" fmla="*/ 237312222 w 530"/>
                  <a:gd name="T41" fmla="*/ 0 h 460"/>
                  <a:gd name="T42" fmla="*/ 181220450 w 530"/>
                  <a:gd name="T43" fmla="*/ 0 h 460"/>
                  <a:gd name="T44" fmla="*/ 132679314 w 530"/>
                  <a:gd name="T45" fmla="*/ 19390291 h 460"/>
                  <a:gd name="T46" fmla="*/ 75508434 w 530"/>
                  <a:gd name="T47" fmla="*/ 37704267 h 460"/>
                  <a:gd name="T48" fmla="*/ 75508434 w 530"/>
                  <a:gd name="T49" fmla="*/ 37704267 h 460"/>
                  <a:gd name="T50" fmla="*/ 57170879 w 530"/>
                  <a:gd name="T51" fmla="*/ 57094559 h 460"/>
                  <a:gd name="T52" fmla="*/ 37754217 w 530"/>
                  <a:gd name="T53" fmla="*/ 85103680 h 460"/>
                  <a:gd name="T54" fmla="*/ 37754217 w 530"/>
                  <a:gd name="T55" fmla="*/ 85103680 h 460"/>
                  <a:gd name="T56" fmla="*/ 0 w 530"/>
                  <a:gd name="T57" fmla="*/ 171284714 h 460"/>
                  <a:gd name="T58" fmla="*/ 0 w 530"/>
                  <a:gd name="T59" fmla="*/ 171284714 h 460"/>
                  <a:gd name="T60" fmla="*/ 0 w 530"/>
                  <a:gd name="T61" fmla="*/ 180979859 h 460"/>
                  <a:gd name="T62" fmla="*/ 0 w 530"/>
                  <a:gd name="T63" fmla="*/ 180979859 h 460"/>
                  <a:gd name="T64" fmla="*/ 9707812 w 530"/>
                  <a:gd name="T65" fmla="*/ 236998102 h 460"/>
                  <a:gd name="T66" fmla="*/ 0 w 530"/>
                  <a:gd name="T67" fmla="*/ 294092661 h 460"/>
                  <a:gd name="T68" fmla="*/ 0 w 530"/>
                  <a:gd name="T69" fmla="*/ 294092661 h 460"/>
                  <a:gd name="T70" fmla="*/ 0 w 530"/>
                  <a:gd name="T71" fmla="*/ 313483990 h 460"/>
                  <a:gd name="T72" fmla="*/ 9707812 w 530"/>
                  <a:gd name="T73" fmla="*/ 332874282 h 460"/>
                  <a:gd name="T74" fmla="*/ 9707812 w 530"/>
                  <a:gd name="T75" fmla="*/ 332874282 h 460"/>
                  <a:gd name="T76" fmla="*/ 19416662 w 530"/>
                  <a:gd name="T77" fmla="*/ 342569427 h 460"/>
                  <a:gd name="T78" fmla="*/ 19416662 w 530"/>
                  <a:gd name="T79" fmla="*/ 342569427 h 460"/>
                  <a:gd name="T80" fmla="*/ 85217285 w 530"/>
                  <a:gd name="T81" fmla="*/ 427673107 h 460"/>
                  <a:gd name="T82" fmla="*/ 85217285 w 530"/>
                  <a:gd name="T83" fmla="*/ 427673107 h 460"/>
                  <a:gd name="T84" fmla="*/ 124049571 w 530"/>
                  <a:gd name="T85" fmla="*/ 465377375 h 460"/>
                  <a:gd name="T86" fmla="*/ 171512638 w 530"/>
                  <a:gd name="T87" fmla="*/ 484768704 h 460"/>
                  <a:gd name="T88" fmla="*/ 171512638 w 530"/>
                  <a:gd name="T89" fmla="*/ 484768704 h 460"/>
                  <a:gd name="T90" fmla="*/ 228683518 w 530"/>
                  <a:gd name="T91" fmla="*/ 494463850 h 460"/>
                  <a:gd name="T92" fmla="*/ 285854397 w 530"/>
                  <a:gd name="T93" fmla="*/ 494463850 h 460"/>
                  <a:gd name="T94" fmla="*/ 285854397 w 530"/>
                  <a:gd name="T95" fmla="*/ 494463850 h 460"/>
                  <a:gd name="T96" fmla="*/ 408824861 w 530"/>
                  <a:gd name="T97" fmla="*/ 494463850 h 460"/>
                  <a:gd name="T98" fmla="*/ 408824861 w 530"/>
                  <a:gd name="T99" fmla="*/ 494463850 h 460"/>
                  <a:gd name="T100" fmla="*/ 447658185 w 530"/>
                  <a:gd name="T101" fmla="*/ 484768704 h 460"/>
                  <a:gd name="T102" fmla="*/ 485412402 w 530"/>
                  <a:gd name="T103" fmla="*/ 465377375 h 460"/>
                  <a:gd name="T104" fmla="*/ 485412402 w 530"/>
                  <a:gd name="T105" fmla="*/ 465377375 h 460"/>
                  <a:gd name="T106" fmla="*/ 523166620 w 530"/>
                  <a:gd name="T107" fmla="*/ 437369291 h 460"/>
                  <a:gd name="T108" fmla="*/ 552291094 w 530"/>
                  <a:gd name="T109" fmla="*/ 408282816 h 460"/>
                  <a:gd name="T110" fmla="*/ 552291094 w 530"/>
                  <a:gd name="T111" fmla="*/ 408282816 h 460"/>
                  <a:gd name="T112" fmla="*/ 542583282 w 530"/>
                  <a:gd name="T113" fmla="*/ 360883403 h 460"/>
                  <a:gd name="T114" fmla="*/ 542583282 w 530"/>
                  <a:gd name="T115" fmla="*/ 313483990 h 460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530" h="460">
                    <a:moveTo>
                      <a:pt x="503" y="291"/>
                    </a:moveTo>
                    <a:lnTo>
                      <a:pt x="503" y="291"/>
                    </a:lnTo>
                    <a:lnTo>
                      <a:pt x="512" y="256"/>
                    </a:lnTo>
                    <a:lnTo>
                      <a:pt x="512" y="247"/>
                    </a:lnTo>
                    <a:lnTo>
                      <a:pt x="529" y="185"/>
                    </a:lnTo>
                    <a:lnTo>
                      <a:pt x="520" y="176"/>
                    </a:lnTo>
                    <a:lnTo>
                      <a:pt x="468" y="106"/>
                    </a:lnTo>
                    <a:lnTo>
                      <a:pt x="441" y="79"/>
                    </a:lnTo>
                    <a:lnTo>
                      <a:pt x="415" y="62"/>
                    </a:lnTo>
                    <a:lnTo>
                      <a:pt x="353" y="26"/>
                    </a:lnTo>
                    <a:lnTo>
                      <a:pt x="318" y="9"/>
                    </a:lnTo>
                    <a:lnTo>
                      <a:pt x="273" y="0"/>
                    </a:lnTo>
                    <a:lnTo>
                      <a:pt x="220" y="0"/>
                    </a:lnTo>
                    <a:lnTo>
                      <a:pt x="168" y="0"/>
                    </a:lnTo>
                    <a:lnTo>
                      <a:pt x="123" y="18"/>
                    </a:lnTo>
                    <a:lnTo>
                      <a:pt x="70" y="35"/>
                    </a:lnTo>
                    <a:lnTo>
                      <a:pt x="53" y="53"/>
                    </a:lnTo>
                    <a:lnTo>
                      <a:pt x="35" y="79"/>
                    </a:lnTo>
                    <a:lnTo>
                      <a:pt x="0" y="159"/>
                    </a:lnTo>
                    <a:lnTo>
                      <a:pt x="0" y="168"/>
                    </a:lnTo>
                    <a:lnTo>
                      <a:pt x="9" y="220"/>
                    </a:lnTo>
                    <a:lnTo>
                      <a:pt x="0" y="273"/>
                    </a:lnTo>
                    <a:lnTo>
                      <a:pt x="0" y="291"/>
                    </a:lnTo>
                    <a:lnTo>
                      <a:pt x="9" y="309"/>
                    </a:lnTo>
                    <a:lnTo>
                      <a:pt x="18" y="318"/>
                    </a:lnTo>
                    <a:lnTo>
                      <a:pt x="79" y="397"/>
                    </a:lnTo>
                    <a:lnTo>
                      <a:pt x="115" y="432"/>
                    </a:lnTo>
                    <a:lnTo>
                      <a:pt x="159" y="450"/>
                    </a:lnTo>
                    <a:lnTo>
                      <a:pt x="212" y="459"/>
                    </a:lnTo>
                    <a:lnTo>
                      <a:pt x="265" y="459"/>
                    </a:lnTo>
                    <a:lnTo>
                      <a:pt x="379" y="459"/>
                    </a:lnTo>
                    <a:lnTo>
                      <a:pt x="415" y="450"/>
                    </a:lnTo>
                    <a:lnTo>
                      <a:pt x="450" y="432"/>
                    </a:lnTo>
                    <a:lnTo>
                      <a:pt x="485" y="406"/>
                    </a:lnTo>
                    <a:lnTo>
                      <a:pt x="512" y="379"/>
                    </a:lnTo>
                    <a:lnTo>
                      <a:pt x="503" y="335"/>
                    </a:lnTo>
                    <a:lnTo>
                      <a:pt x="503" y="291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21" name="Freeform 39"/>
              <p:cNvSpPr>
                <a:spLocks noChangeArrowheads="1"/>
              </p:cNvSpPr>
              <p:nvPr/>
            </p:nvSpPr>
            <p:spPr bwMode="auto">
              <a:xfrm>
                <a:off x="2888254" y="2822332"/>
                <a:ext cx="779816" cy="624344"/>
              </a:xfrm>
              <a:custGeom>
                <a:avLst/>
                <a:gdLst>
                  <a:gd name="T0" fmla="*/ 801087301 w 750"/>
                  <a:gd name="T1" fmla="*/ 228788314 h 601"/>
                  <a:gd name="T2" fmla="*/ 801087301 w 750"/>
                  <a:gd name="T3" fmla="*/ 228788314 h 601"/>
                  <a:gd name="T4" fmla="*/ 791357277 w 750"/>
                  <a:gd name="T5" fmla="*/ 191017060 h 601"/>
                  <a:gd name="T6" fmla="*/ 771898268 w 750"/>
                  <a:gd name="T7" fmla="*/ 153245806 h 601"/>
                  <a:gd name="T8" fmla="*/ 743789541 w 750"/>
                  <a:gd name="T9" fmla="*/ 124107329 h 601"/>
                  <a:gd name="T10" fmla="*/ 704870484 w 750"/>
                  <a:gd name="T11" fmla="*/ 96048208 h 601"/>
                  <a:gd name="T12" fmla="*/ 704870484 w 750"/>
                  <a:gd name="T13" fmla="*/ 96048208 h 601"/>
                  <a:gd name="T14" fmla="*/ 572977604 w 750"/>
                  <a:gd name="T15" fmla="*/ 29138477 h 601"/>
                  <a:gd name="T16" fmla="*/ 572977604 w 750"/>
                  <a:gd name="T17" fmla="*/ 29138477 h 601"/>
                  <a:gd name="T18" fmla="*/ 505949820 w 750"/>
                  <a:gd name="T19" fmla="*/ 9713172 h 601"/>
                  <a:gd name="T20" fmla="*/ 420544371 w 750"/>
                  <a:gd name="T21" fmla="*/ 0 h 601"/>
                  <a:gd name="T22" fmla="*/ 420544371 w 750"/>
                  <a:gd name="T23" fmla="*/ 0 h 601"/>
                  <a:gd name="T24" fmla="*/ 410814347 w 750"/>
                  <a:gd name="T25" fmla="*/ 0 h 601"/>
                  <a:gd name="T26" fmla="*/ 410814347 w 750"/>
                  <a:gd name="T27" fmla="*/ 0 h 601"/>
                  <a:gd name="T28" fmla="*/ 343786562 w 750"/>
                  <a:gd name="T29" fmla="*/ 19425305 h 601"/>
                  <a:gd name="T30" fmla="*/ 286488802 w 750"/>
                  <a:gd name="T31" fmla="*/ 57197598 h 601"/>
                  <a:gd name="T32" fmla="*/ 286488802 w 750"/>
                  <a:gd name="T33" fmla="*/ 57197598 h 601"/>
                  <a:gd name="T34" fmla="*/ 219461017 w 750"/>
                  <a:gd name="T35" fmla="*/ 104682024 h 601"/>
                  <a:gd name="T36" fmla="*/ 153514578 w 750"/>
                  <a:gd name="T37" fmla="*/ 153245806 h 601"/>
                  <a:gd name="T38" fmla="*/ 153514578 w 750"/>
                  <a:gd name="T39" fmla="*/ 153245806 h 601"/>
                  <a:gd name="T40" fmla="*/ 104865497 w 750"/>
                  <a:gd name="T41" fmla="*/ 181303888 h 601"/>
                  <a:gd name="T42" fmla="*/ 67027785 w 750"/>
                  <a:gd name="T43" fmla="*/ 210442365 h 601"/>
                  <a:gd name="T44" fmla="*/ 38919057 w 750"/>
                  <a:gd name="T45" fmla="*/ 248214658 h 601"/>
                  <a:gd name="T46" fmla="*/ 9730024 w 750"/>
                  <a:gd name="T47" fmla="*/ 295699084 h 601"/>
                  <a:gd name="T48" fmla="*/ 9730024 w 750"/>
                  <a:gd name="T49" fmla="*/ 295699084 h 601"/>
                  <a:gd name="T50" fmla="*/ 0 w 750"/>
                  <a:gd name="T51" fmla="*/ 333470337 h 601"/>
                  <a:gd name="T52" fmla="*/ 0 w 750"/>
                  <a:gd name="T53" fmla="*/ 372320948 h 601"/>
                  <a:gd name="T54" fmla="*/ 0 w 750"/>
                  <a:gd name="T55" fmla="*/ 372320948 h 601"/>
                  <a:gd name="T56" fmla="*/ 9730024 w 750"/>
                  <a:gd name="T57" fmla="*/ 457577666 h 601"/>
                  <a:gd name="T58" fmla="*/ 9730024 w 750"/>
                  <a:gd name="T59" fmla="*/ 457577666 h 601"/>
                  <a:gd name="T60" fmla="*/ 19460048 w 750"/>
                  <a:gd name="T61" fmla="*/ 495348920 h 601"/>
                  <a:gd name="T62" fmla="*/ 38919057 w 750"/>
                  <a:gd name="T63" fmla="*/ 542833346 h 601"/>
                  <a:gd name="T64" fmla="*/ 38919057 w 750"/>
                  <a:gd name="T65" fmla="*/ 542833346 h 601"/>
                  <a:gd name="T66" fmla="*/ 47567736 w 750"/>
                  <a:gd name="T67" fmla="*/ 542833346 h 601"/>
                  <a:gd name="T68" fmla="*/ 47567736 w 750"/>
                  <a:gd name="T69" fmla="*/ 542833346 h 601"/>
                  <a:gd name="T70" fmla="*/ 124325545 w 750"/>
                  <a:gd name="T71" fmla="*/ 590318810 h 601"/>
                  <a:gd name="T72" fmla="*/ 181623305 w 750"/>
                  <a:gd name="T73" fmla="*/ 647515369 h 601"/>
                  <a:gd name="T74" fmla="*/ 181623305 w 750"/>
                  <a:gd name="T75" fmla="*/ 647515369 h 601"/>
                  <a:gd name="T76" fmla="*/ 201082314 w 750"/>
                  <a:gd name="T77" fmla="*/ 647515369 h 601"/>
                  <a:gd name="T78" fmla="*/ 201082314 w 750"/>
                  <a:gd name="T79" fmla="*/ 647515369 h 601"/>
                  <a:gd name="T80" fmla="*/ 209730993 w 750"/>
                  <a:gd name="T81" fmla="*/ 647515369 h 601"/>
                  <a:gd name="T82" fmla="*/ 219461017 w 750"/>
                  <a:gd name="T83" fmla="*/ 638881554 h 601"/>
                  <a:gd name="T84" fmla="*/ 219461017 w 750"/>
                  <a:gd name="T85" fmla="*/ 638881554 h 601"/>
                  <a:gd name="T86" fmla="*/ 229191042 w 750"/>
                  <a:gd name="T87" fmla="*/ 609744116 h 601"/>
                  <a:gd name="T88" fmla="*/ 248651090 w 750"/>
                  <a:gd name="T89" fmla="*/ 581684995 h 601"/>
                  <a:gd name="T90" fmla="*/ 276758778 w 750"/>
                  <a:gd name="T91" fmla="*/ 552546518 h 601"/>
                  <a:gd name="T92" fmla="*/ 305948850 w 750"/>
                  <a:gd name="T93" fmla="*/ 534200569 h 601"/>
                  <a:gd name="T94" fmla="*/ 305948850 w 750"/>
                  <a:gd name="T95" fmla="*/ 534200569 h 601"/>
                  <a:gd name="T96" fmla="*/ 391354299 w 750"/>
                  <a:gd name="T97" fmla="*/ 495348920 h 601"/>
                  <a:gd name="T98" fmla="*/ 391354299 w 750"/>
                  <a:gd name="T99" fmla="*/ 495348920 h 601"/>
                  <a:gd name="T100" fmla="*/ 496219795 w 750"/>
                  <a:gd name="T101" fmla="*/ 457577666 h 601"/>
                  <a:gd name="T102" fmla="*/ 600004987 w 750"/>
                  <a:gd name="T103" fmla="*/ 428439189 h 601"/>
                  <a:gd name="T104" fmla="*/ 600004987 w 750"/>
                  <a:gd name="T105" fmla="*/ 428439189 h 601"/>
                  <a:gd name="T106" fmla="*/ 781628292 w 750"/>
                  <a:gd name="T107" fmla="*/ 400380068 h 601"/>
                  <a:gd name="T108" fmla="*/ 781628292 w 750"/>
                  <a:gd name="T109" fmla="*/ 400380068 h 601"/>
                  <a:gd name="T110" fmla="*/ 791357277 w 750"/>
                  <a:gd name="T111" fmla="*/ 390667935 h 601"/>
                  <a:gd name="T112" fmla="*/ 791357277 w 750"/>
                  <a:gd name="T113" fmla="*/ 390667935 h 601"/>
                  <a:gd name="T114" fmla="*/ 801087301 w 750"/>
                  <a:gd name="T115" fmla="*/ 362608815 h 601"/>
                  <a:gd name="T116" fmla="*/ 809735980 w 750"/>
                  <a:gd name="T117" fmla="*/ 323758204 h 601"/>
                  <a:gd name="T118" fmla="*/ 809735980 w 750"/>
                  <a:gd name="T119" fmla="*/ 323758204 h 601"/>
                  <a:gd name="T120" fmla="*/ 801087301 w 750"/>
                  <a:gd name="T121" fmla="*/ 228788314 h 60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750" h="601">
                    <a:moveTo>
                      <a:pt x="741" y="212"/>
                    </a:moveTo>
                    <a:lnTo>
                      <a:pt x="741" y="212"/>
                    </a:lnTo>
                    <a:lnTo>
                      <a:pt x="732" y="177"/>
                    </a:lnTo>
                    <a:lnTo>
                      <a:pt x="714" y="142"/>
                    </a:lnTo>
                    <a:lnTo>
                      <a:pt x="688" y="115"/>
                    </a:lnTo>
                    <a:lnTo>
                      <a:pt x="652" y="89"/>
                    </a:lnTo>
                    <a:lnTo>
                      <a:pt x="530" y="27"/>
                    </a:lnTo>
                    <a:lnTo>
                      <a:pt x="468" y="9"/>
                    </a:lnTo>
                    <a:lnTo>
                      <a:pt x="389" y="0"/>
                    </a:lnTo>
                    <a:lnTo>
                      <a:pt x="380" y="0"/>
                    </a:lnTo>
                    <a:lnTo>
                      <a:pt x="318" y="18"/>
                    </a:lnTo>
                    <a:lnTo>
                      <a:pt x="265" y="53"/>
                    </a:lnTo>
                    <a:lnTo>
                      <a:pt x="203" y="97"/>
                    </a:lnTo>
                    <a:lnTo>
                      <a:pt x="142" y="142"/>
                    </a:lnTo>
                    <a:lnTo>
                      <a:pt x="97" y="168"/>
                    </a:lnTo>
                    <a:lnTo>
                      <a:pt x="62" y="195"/>
                    </a:lnTo>
                    <a:lnTo>
                      <a:pt x="36" y="230"/>
                    </a:lnTo>
                    <a:lnTo>
                      <a:pt x="9" y="274"/>
                    </a:lnTo>
                    <a:lnTo>
                      <a:pt x="0" y="309"/>
                    </a:lnTo>
                    <a:lnTo>
                      <a:pt x="0" y="345"/>
                    </a:lnTo>
                    <a:lnTo>
                      <a:pt x="9" y="424"/>
                    </a:lnTo>
                    <a:lnTo>
                      <a:pt x="18" y="459"/>
                    </a:lnTo>
                    <a:lnTo>
                      <a:pt x="36" y="503"/>
                    </a:lnTo>
                    <a:lnTo>
                      <a:pt x="44" y="503"/>
                    </a:lnTo>
                    <a:lnTo>
                      <a:pt x="115" y="547"/>
                    </a:lnTo>
                    <a:lnTo>
                      <a:pt x="168" y="600"/>
                    </a:lnTo>
                    <a:lnTo>
                      <a:pt x="186" y="600"/>
                    </a:lnTo>
                    <a:lnTo>
                      <a:pt x="194" y="600"/>
                    </a:lnTo>
                    <a:lnTo>
                      <a:pt x="203" y="592"/>
                    </a:lnTo>
                    <a:lnTo>
                      <a:pt x="212" y="565"/>
                    </a:lnTo>
                    <a:lnTo>
                      <a:pt x="230" y="539"/>
                    </a:lnTo>
                    <a:lnTo>
                      <a:pt x="256" y="512"/>
                    </a:lnTo>
                    <a:lnTo>
                      <a:pt x="283" y="495"/>
                    </a:lnTo>
                    <a:lnTo>
                      <a:pt x="362" y="459"/>
                    </a:lnTo>
                    <a:lnTo>
                      <a:pt x="459" y="424"/>
                    </a:lnTo>
                    <a:lnTo>
                      <a:pt x="555" y="397"/>
                    </a:lnTo>
                    <a:lnTo>
                      <a:pt x="723" y="371"/>
                    </a:lnTo>
                    <a:lnTo>
                      <a:pt x="732" y="362"/>
                    </a:lnTo>
                    <a:lnTo>
                      <a:pt x="741" y="336"/>
                    </a:lnTo>
                    <a:lnTo>
                      <a:pt x="749" y="300"/>
                    </a:lnTo>
                    <a:lnTo>
                      <a:pt x="741" y="212"/>
                    </a:lnTo>
                  </a:path>
                </a:pathLst>
              </a:custGeom>
              <a:solidFill>
                <a:srgbClr val="29AAE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22" name="Freeform 121"/>
            <p:cNvSpPr>
              <a:spLocks noChangeArrowheads="1"/>
            </p:cNvSpPr>
            <p:nvPr/>
          </p:nvSpPr>
          <p:spPr bwMode="auto">
            <a:xfrm>
              <a:off x="2057400" y="3273661"/>
              <a:ext cx="828525" cy="600869"/>
            </a:xfrm>
            <a:custGeom>
              <a:avLst/>
              <a:gdLst>
                <a:gd name="T0" fmla="*/ 863370588 w 610"/>
                <a:gd name="T1" fmla="*/ 97947085 h 442"/>
                <a:gd name="T2" fmla="*/ 863370588 w 610"/>
                <a:gd name="T3" fmla="*/ 97947085 h 442"/>
                <a:gd name="T4" fmla="*/ 715785838 w 610"/>
                <a:gd name="T5" fmla="*/ 33265304 h 442"/>
                <a:gd name="T6" fmla="*/ 603253127 w 610"/>
                <a:gd name="T7" fmla="*/ 0 h 442"/>
                <a:gd name="T8" fmla="*/ 472271474 w 610"/>
                <a:gd name="T9" fmla="*/ 0 h 442"/>
                <a:gd name="T10" fmla="*/ 326531210 w 610"/>
                <a:gd name="T11" fmla="*/ 49897956 h 442"/>
                <a:gd name="T12" fmla="*/ 326531210 w 610"/>
                <a:gd name="T13" fmla="*/ 49897956 h 442"/>
                <a:gd name="T14" fmla="*/ 195549557 w 610"/>
                <a:gd name="T15" fmla="*/ 114579737 h 442"/>
                <a:gd name="T16" fmla="*/ 130981653 w 610"/>
                <a:gd name="T17" fmla="*/ 162628865 h 442"/>
                <a:gd name="T18" fmla="*/ 64567904 w 610"/>
                <a:gd name="T19" fmla="*/ 212526822 h 442"/>
                <a:gd name="T20" fmla="*/ 33206195 w 610"/>
                <a:gd name="T21" fmla="*/ 277208602 h 442"/>
                <a:gd name="T22" fmla="*/ 0 w 610"/>
                <a:gd name="T23" fmla="*/ 358523035 h 442"/>
                <a:gd name="T24" fmla="*/ 0 w 610"/>
                <a:gd name="T25" fmla="*/ 425052284 h 442"/>
                <a:gd name="T26" fmla="*/ 16603098 w 610"/>
                <a:gd name="T27" fmla="*/ 506366716 h 442"/>
                <a:gd name="T28" fmla="*/ 16603098 w 610"/>
                <a:gd name="T29" fmla="*/ 506366716 h 442"/>
                <a:gd name="T30" fmla="*/ 33206195 w 610"/>
                <a:gd name="T31" fmla="*/ 571049856 h 442"/>
                <a:gd name="T32" fmla="*/ 81171002 w 610"/>
                <a:gd name="T33" fmla="*/ 635731637 h 442"/>
                <a:gd name="T34" fmla="*/ 162343362 w 610"/>
                <a:gd name="T35" fmla="*/ 717046070 h 442"/>
                <a:gd name="T36" fmla="*/ 276721917 w 610"/>
                <a:gd name="T37" fmla="*/ 766942666 h 442"/>
                <a:gd name="T38" fmla="*/ 391099114 w 610"/>
                <a:gd name="T39" fmla="*/ 800207970 h 442"/>
                <a:gd name="T40" fmla="*/ 522080767 w 610"/>
                <a:gd name="T41" fmla="*/ 814993154 h 442"/>
                <a:gd name="T42" fmla="*/ 651217934 w 610"/>
                <a:gd name="T43" fmla="*/ 800207970 h 442"/>
                <a:gd name="T44" fmla="*/ 894732297 w 610"/>
                <a:gd name="T45" fmla="*/ 766942666 h 442"/>
                <a:gd name="T46" fmla="*/ 894732297 w 610"/>
                <a:gd name="T47" fmla="*/ 766942666 h 442"/>
                <a:gd name="T48" fmla="*/ 961146046 w 610"/>
                <a:gd name="T49" fmla="*/ 750310014 h 442"/>
                <a:gd name="T50" fmla="*/ 1025713950 w 610"/>
                <a:gd name="T51" fmla="*/ 733678722 h 442"/>
                <a:gd name="T52" fmla="*/ 1058920145 w 610"/>
                <a:gd name="T53" fmla="*/ 702260886 h 442"/>
                <a:gd name="T54" fmla="*/ 1090281854 w 610"/>
                <a:gd name="T55" fmla="*/ 668995582 h 442"/>
                <a:gd name="T56" fmla="*/ 1123489408 w 610"/>
                <a:gd name="T57" fmla="*/ 619098985 h 442"/>
                <a:gd name="T58" fmla="*/ 1123489408 w 610"/>
                <a:gd name="T59" fmla="*/ 571049856 h 442"/>
                <a:gd name="T60" fmla="*/ 1123489408 w 610"/>
                <a:gd name="T61" fmla="*/ 456470120 h 442"/>
                <a:gd name="T62" fmla="*/ 1090281854 w 610"/>
                <a:gd name="T63" fmla="*/ 341890383 h 442"/>
                <a:gd name="T64" fmla="*/ 1025713950 w 610"/>
                <a:gd name="T65" fmla="*/ 245790766 h 442"/>
                <a:gd name="T66" fmla="*/ 944542948 w 610"/>
                <a:gd name="T67" fmla="*/ 147845041 h 442"/>
                <a:gd name="T68" fmla="*/ 863370588 w 610"/>
                <a:gd name="T69" fmla="*/ 97947085 h 442"/>
                <a:gd name="T70" fmla="*/ 863370588 w 610"/>
                <a:gd name="T71" fmla="*/ 97947085 h 442"/>
                <a:gd name="T72" fmla="*/ 879973686 w 610"/>
                <a:gd name="T73" fmla="*/ 97947085 h 442"/>
                <a:gd name="T74" fmla="*/ 863370588 w 610"/>
                <a:gd name="T75" fmla="*/ 97947085 h 4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10" h="442">
                  <a:moveTo>
                    <a:pt x="468" y="53"/>
                  </a:moveTo>
                  <a:lnTo>
                    <a:pt x="468" y="53"/>
                  </a:lnTo>
                  <a:lnTo>
                    <a:pt x="388" y="18"/>
                  </a:lnTo>
                  <a:lnTo>
                    <a:pt x="327" y="0"/>
                  </a:lnTo>
                  <a:lnTo>
                    <a:pt x="256" y="0"/>
                  </a:lnTo>
                  <a:lnTo>
                    <a:pt x="177" y="27"/>
                  </a:lnTo>
                  <a:lnTo>
                    <a:pt x="106" y="62"/>
                  </a:lnTo>
                  <a:lnTo>
                    <a:pt x="71" y="88"/>
                  </a:lnTo>
                  <a:lnTo>
                    <a:pt x="35" y="115"/>
                  </a:lnTo>
                  <a:lnTo>
                    <a:pt x="18" y="150"/>
                  </a:lnTo>
                  <a:lnTo>
                    <a:pt x="0" y="194"/>
                  </a:lnTo>
                  <a:lnTo>
                    <a:pt x="0" y="230"/>
                  </a:lnTo>
                  <a:lnTo>
                    <a:pt x="9" y="274"/>
                  </a:lnTo>
                  <a:lnTo>
                    <a:pt x="18" y="309"/>
                  </a:lnTo>
                  <a:lnTo>
                    <a:pt x="44" y="344"/>
                  </a:lnTo>
                  <a:lnTo>
                    <a:pt x="88" y="388"/>
                  </a:lnTo>
                  <a:lnTo>
                    <a:pt x="150" y="415"/>
                  </a:lnTo>
                  <a:lnTo>
                    <a:pt x="212" y="433"/>
                  </a:lnTo>
                  <a:lnTo>
                    <a:pt x="283" y="441"/>
                  </a:lnTo>
                  <a:lnTo>
                    <a:pt x="353" y="433"/>
                  </a:lnTo>
                  <a:lnTo>
                    <a:pt x="485" y="415"/>
                  </a:lnTo>
                  <a:lnTo>
                    <a:pt x="521" y="406"/>
                  </a:lnTo>
                  <a:lnTo>
                    <a:pt x="556" y="397"/>
                  </a:lnTo>
                  <a:lnTo>
                    <a:pt x="574" y="380"/>
                  </a:lnTo>
                  <a:lnTo>
                    <a:pt x="591" y="362"/>
                  </a:lnTo>
                  <a:lnTo>
                    <a:pt x="609" y="335"/>
                  </a:lnTo>
                  <a:lnTo>
                    <a:pt x="609" y="309"/>
                  </a:lnTo>
                  <a:lnTo>
                    <a:pt x="609" y="247"/>
                  </a:lnTo>
                  <a:lnTo>
                    <a:pt x="591" y="185"/>
                  </a:lnTo>
                  <a:lnTo>
                    <a:pt x="556" y="133"/>
                  </a:lnTo>
                  <a:lnTo>
                    <a:pt x="512" y="80"/>
                  </a:lnTo>
                  <a:lnTo>
                    <a:pt x="468" y="53"/>
                  </a:lnTo>
                  <a:lnTo>
                    <a:pt x="477" y="53"/>
                  </a:lnTo>
                  <a:lnTo>
                    <a:pt x="468" y="53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" name="Freeform 122"/>
            <p:cNvSpPr>
              <a:spLocks noChangeArrowheads="1"/>
            </p:cNvSpPr>
            <p:nvPr/>
          </p:nvSpPr>
          <p:spPr bwMode="auto">
            <a:xfrm>
              <a:off x="6530231" y="3345765"/>
              <a:ext cx="840532" cy="516747"/>
            </a:xfrm>
            <a:custGeom>
              <a:avLst/>
              <a:gdLst>
                <a:gd name="T0" fmla="*/ 847222254 w 618"/>
                <a:gd name="T1" fmla="*/ 49667389 h 381"/>
                <a:gd name="T2" fmla="*/ 847222254 w 618"/>
                <a:gd name="T3" fmla="*/ 49667389 h 381"/>
                <a:gd name="T4" fmla="*/ 717734083 w 618"/>
                <a:gd name="T5" fmla="*/ 16556248 h 381"/>
                <a:gd name="T6" fmla="*/ 586396198 w 618"/>
                <a:gd name="T7" fmla="*/ 0 h 381"/>
                <a:gd name="T8" fmla="*/ 456908027 w 618"/>
                <a:gd name="T9" fmla="*/ 0 h 381"/>
                <a:gd name="T10" fmla="*/ 342218932 w 618"/>
                <a:gd name="T11" fmla="*/ 0 h 381"/>
                <a:gd name="T12" fmla="*/ 342218932 w 618"/>
                <a:gd name="T13" fmla="*/ 0 h 381"/>
                <a:gd name="T14" fmla="*/ 210881046 w 618"/>
                <a:gd name="T15" fmla="*/ 33111140 h 381"/>
                <a:gd name="T16" fmla="*/ 162784391 w 618"/>
                <a:gd name="T17" fmla="*/ 64383150 h 381"/>
                <a:gd name="T18" fmla="*/ 112839381 w 618"/>
                <a:gd name="T19" fmla="*/ 97494290 h 381"/>
                <a:gd name="T20" fmla="*/ 81392875 w 618"/>
                <a:gd name="T21" fmla="*/ 130606787 h 381"/>
                <a:gd name="T22" fmla="*/ 48095295 w 618"/>
                <a:gd name="T23" fmla="*/ 178433689 h 381"/>
                <a:gd name="T24" fmla="*/ 14799076 w 618"/>
                <a:gd name="T25" fmla="*/ 309040476 h 381"/>
                <a:gd name="T26" fmla="*/ 14799076 w 618"/>
                <a:gd name="T27" fmla="*/ 309040476 h 381"/>
                <a:gd name="T28" fmla="*/ 0 w 618"/>
                <a:gd name="T29" fmla="*/ 389979874 h 381"/>
                <a:gd name="T30" fmla="*/ 0 w 618"/>
                <a:gd name="T31" fmla="*/ 389979874 h 381"/>
                <a:gd name="T32" fmla="*/ 0 w 618"/>
                <a:gd name="T33" fmla="*/ 454363024 h 381"/>
                <a:gd name="T34" fmla="*/ 0 w 618"/>
                <a:gd name="T35" fmla="*/ 504030412 h 381"/>
                <a:gd name="T36" fmla="*/ 0 w 618"/>
                <a:gd name="T37" fmla="*/ 504030412 h 381"/>
                <a:gd name="T38" fmla="*/ 81392875 w 618"/>
                <a:gd name="T39" fmla="*/ 584969811 h 381"/>
                <a:gd name="T40" fmla="*/ 162784391 w 618"/>
                <a:gd name="T41" fmla="*/ 649352960 h 381"/>
                <a:gd name="T42" fmla="*/ 260826056 w 618"/>
                <a:gd name="T43" fmla="*/ 682464101 h 381"/>
                <a:gd name="T44" fmla="*/ 308921352 w 618"/>
                <a:gd name="T45" fmla="*/ 699020349 h 381"/>
                <a:gd name="T46" fmla="*/ 375515151 w 618"/>
                <a:gd name="T47" fmla="*/ 699020349 h 381"/>
                <a:gd name="T48" fmla="*/ 375515151 w 618"/>
                <a:gd name="T49" fmla="*/ 699020349 h 381"/>
                <a:gd name="T50" fmla="*/ 799125598 w 618"/>
                <a:gd name="T51" fmla="*/ 699020349 h 381"/>
                <a:gd name="T52" fmla="*/ 799125598 w 618"/>
                <a:gd name="T53" fmla="*/ 699020349 h 381"/>
                <a:gd name="T54" fmla="*/ 832423178 w 618"/>
                <a:gd name="T55" fmla="*/ 682464101 h 381"/>
                <a:gd name="T56" fmla="*/ 832423178 w 618"/>
                <a:gd name="T57" fmla="*/ 682464101 h 381"/>
                <a:gd name="T58" fmla="*/ 930463484 w 618"/>
                <a:gd name="T59" fmla="*/ 632796712 h 381"/>
                <a:gd name="T60" fmla="*/ 1011856359 w 618"/>
                <a:gd name="T61" fmla="*/ 584969811 h 381"/>
                <a:gd name="T62" fmla="*/ 1076600445 w 618"/>
                <a:gd name="T63" fmla="*/ 518746173 h 381"/>
                <a:gd name="T64" fmla="*/ 1109896664 w 618"/>
                <a:gd name="T65" fmla="*/ 437806775 h 381"/>
                <a:gd name="T66" fmla="*/ 1109896664 w 618"/>
                <a:gd name="T67" fmla="*/ 437806775 h 381"/>
                <a:gd name="T68" fmla="*/ 1141344530 w 618"/>
                <a:gd name="T69" fmla="*/ 325596724 h 381"/>
                <a:gd name="T70" fmla="*/ 1141344530 w 618"/>
                <a:gd name="T71" fmla="*/ 275929335 h 381"/>
                <a:gd name="T72" fmla="*/ 1124695740 w 618"/>
                <a:gd name="T73" fmla="*/ 259373087 h 381"/>
                <a:gd name="T74" fmla="*/ 1124695740 w 618"/>
                <a:gd name="T75" fmla="*/ 259373087 h 381"/>
                <a:gd name="T76" fmla="*/ 1011856359 w 618"/>
                <a:gd name="T77" fmla="*/ 147161679 h 381"/>
                <a:gd name="T78" fmla="*/ 930463484 w 618"/>
                <a:gd name="T79" fmla="*/ 80939398 h 381"/>
                <a:gd name="T80" fmla="*/ 847222254 w 618"/>
                <a:gd name="T81" fmla="*/ 49667389 h 381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618" h="381">
                  <a:moveTo>
                    <a:pt x="458" y="27"/>
                  </a:moveTo>
                  <a:lnTo>
                    <a:pt x="458" y="27"/>
                  </a:lnTo>
                  <a:lnTo>
                    <a:pt x="388" y="9"/>
                  </a:lnTo>
                  <a:lnTo>
                    <a:pt x="317" y="0"/>
                  </a:lnTo>
                  <a:lnTo>
                    <a:pt x="247" y="0"/>
                  </a:lnTo>
                  <a:lnTo>
                    <a:pt x="185" y="0"/>
                  </a:lnTo>
                  <a:lnTo>
                    <a:pt x="114" y="18"/>
                  </a:lnTo>
                  <a:lnTo>
                    <a:pt x="88" y="35"/>
                  </a:lnTo>
                  <a:lnTo>
                    <a:pt x="61" y="53"/>
                  </a:lnTo>
                  <a:lnTo>
                    <a:pt x="44" y="71"/>
                  </a:lnTo>
                  <a:lnTo>
                    <a:pt x="26" y="97"/>
                  </a:lnTo>
                  <a:lnTo>
                    <a:pt x="8" y="168"/>
                  </a:lnTo>
                  <a:lnTo>
                    <a:pt x="0" y="212"/>
                  </a:lnTo>
                  <a:lnTo>
                    <a:pt x="0" y="247"/>
                  </a:lnTo>
                  <a:lnTo>
                    <a:pt x="0" y="274"/>
                  </a:lnTo>
                  <a:lnTo>
                    <a:pt x="44" y="318"/>
                  </a:lnTo>
                  <a:lnTo>
                    <a:pt x="88" y="353"/>
                  </a:lnTo>
                  <a:lnTo>
                    <a:pt x="141" y="371"/>
                  </a:lnTo>
                  <a:lnTo>
                    <a:pt x="167" y="380"/>
                  </a:lnTo>
                  <a:lnTo>
                    <a:pt x="203" y="380"/>
                  </a:lnTo>
                  <a:lnTo>
                    <a:pt x="432" y="380"/>
                  </a:lnTo>
                  <a:lnTo>
                    <a:pt x="450" y="371"/>
                  </a:lnTo>
                  <a:lnTo>
                    <a:pt x="503" y="344"/>
                  </a:lnTo>
                  <a:lnTo>
                    <a:pt x="547" y="318"/>
                  </a:lnTo>
                  <a:lnTo>
                    <a:pt x="582" y="282"/>
                  </a:lnTo>
                  <a:lnTo>
                    <a:pt x="600" y="238"/>
                  </a:lnTo>
                  <a:lnTo>
                    <a:pt x="617" y="177"/>
                  </a:lnTo>
                  <a:lnTo>
                    <a:pt x="617" y="150"/>
                  </a:lnTo>
                  <a:lnTo>
                    <a:pt x="608" y="141"/>
                  </a:lnTo>
                  <a:lnTo>
                    <a:pt x="547" y="80"/>
                  </a:lnTo>
                  <a:lnTo>
                    <a:pt x="503" y="44"/>
                  </a:lnTo>
                  <a:lnTo>
                    <a:pt x="458" y="27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6515" name="Group 2"/>
          <p:cNvGrpSpPr>
            <a:grpSpLocks/>
          </p:cNvGrpSpPr>
          <p:nvPr/>
        </p:nvGrpSpPr>
        <p:grpSpPr bwMode="auto">
          <a:xfrm>
            <a:off x="2142332" y="3089275"/>
            <a:ext cx="1524000" cy="768350"/>
            <a:chOff x="2212841" y="1693755"/>
            <a:chExt cx="4893823" cy="2464909"/>
          </a:xfrm>
        </p:grpSpPr>
        <p:grpSp>
          <p:nvGrpSpPr>
            <p:cNvPr id="106568" name="Group 20"/>
            <p:cNvGrpSpPr>
              <a:grpSpLocks/>
            </p:cNvGrpSpPr>
            <p:nvPr/>
          </p:nvGrpSpPr>
          <p:grpSpPr bwMode="auto">
            <a:xfrm>
              <a:off x="2529567" y="2421669"/>
              <a:ext cx="3641602" cy="1474842"/>
              <a:chOff x="2819400" y="2190750"/>
              <a:chExt cx="2699370" cy="1092602"/>
            </a:xfrm>
          </p:grpSpPr>
          <p:sp>
            <p:nvSpPr>
              <p:cNvPr id="149" name="Freeform 61"/>
              <p:cNvSpPr>
                <a:spLocks noChangeArrowheads="1"/>
              </p:cNvSpPr>
              <p:nvPr/>
            </p:nvSpPr>
            <p:spPr bwMode="auto">
              <a:xfrm>
                <a:off x="2818905" y="2191014"/>
                <a:ext cx="2698020" cy="1094133"/>
              </a:xfrm>
              <a:custGeom>
                <a:avLst/>
                <a:gdLst>
                  <a:gd name="T0" fmla="*/ 1068003159 w 2595"/>
                  <a:gd name="T1" fmla="*/ 95371753 h 1051"/>
                  <a:gd name="T2" fmla="*/ 858293707 w 2595"/>
                  <a:gd name="T3" fmla="*/ 123549582 h 1051"/>
                  <a:gd name="T4" fmla="*/ 620479099 w 2595"/>
                  <a:gd name="T5" fmla="*/ 200495968 h 1051"/>
                  <a:gd name="T6" fmla="*/ 448604308 w 2595"/>
                  <a:gd name="T7" fmla="*/ 267689893 h 1051"/>
                  <a:gd name="T8" fmla="*/ 229166388 w 2595"/>
                  <a:gd name="T9" fmla="*/ 410746481 h 1051"/>
                  <a:gd name="T10" fmla="*/ 209709453 w 2595"/>
                  <a:gd name="T11" fmla="*/ 468185861 h 1051"/>
                  <a:gd name="T12" fmla="*/ 152417856 w 2595"/>
                  <a:gd name="T13" fmla="*/ 620996994 h 1051"/>
                  <a:gd name="T14" fmla="*/ 134041169 w 2595"/>
                  <a:gd name="T15" fmla="*/ 755383802 h 1051"/>
                  <a:gd name="T16" fmla="*/ 162146323 w 2595"/>
                  <a:gd name="T17" fmla="*/ 927701941 h 1051"/>
                  <a:gd name="T18" fmla="*/ 28105155 w 2595"/>
                  <a:gd name="T19" fmla="*/ 955879770 h 1051"/>
                  <a:gd name="T20" fmla="*/ 0 w 2595"/>
                  <a:gd name="T21" fmla="*/ 1013319150 h 1051"/>
                  <a:gd name="T22" fmla="*/ 57291597 w 2595"/>
                  <a:gd name="T23" fmla="*/ 1061005026 h 1051"/>
                  <a:gd name="T24" fmla="*/ 209709453 w 2595"/>
                  <a:gd name="T25" fmla="*/ 1090266578 h 1051"/>
                  <a:gd name="T26" fmla="*/ 352397801 w 2595"/>
                  <a:gd name="T27" fmla="*/ 1090266578 h 1051"/>
                  <a:gd name="T28" fmla="*/ 543730567 w 2595"/>
                  <a:gd name="T29" fmla="*/ 1108690903 h 1051"/>
                  <a:gd name="T30" fmla="*/ 1030169537 w 2595"/>
                  <a:gd name="T31" fmla="*/ 1118444406 h 1051"/>
                  <a:gd name="T32" fmla="*/ 1364190651 w 2595"/>
                  <a:gd name="T33" fmla="*/ 1128198951 h 1051"/>
                  <a:gd name="T34" fmla="*/ 1812794959 w 2595"/>
                  <a:gd name="T35" fmla="*/ 1128198951 h 1051"/>
                  <a:gd name="T36" fmla="*/ 2070066502 w 2595"/>
                  <a:gd name="T37" fmla="*/ 1118444406 h 1051"/>
                  <a:gd name="T38" fmla="*/ 2147483646 w 2595"/>
                  <a:gd name="T39" fmla="*/ 1118444406 h 1051"/>
                  <a:gd name="T40" fmla="*/ 2147483646 w 2595"/>
                  <a:gd name="T41" fmla="*/ 1118444406 h 1051"/>
                  <a:gd name="T42" fmla="*/ 2147483646 w 2595"/>
                  <a:gd name="T43" fmla="*/ 1118444406 h 1051"/>
                  <a:gd name="T44" fmla="*/ 2147483646 w 2595"/>
                  <a:gd name="T45" fmla="*/ 1118444406 h 1051"/>
                  <a:gd name="T46" fmla="*/ 2147483646 w 2595"/>
                  <a:gd name="T47" fmla="*/ 1070758530 h 1051"/>
                  <a:gd name="T48" fmla="*/ 2147483646 w 2595"/>
                  <a:gd name="T49" fmla="*/ 1051251523 h 1051"/>
                  <a:gd name="T50" fmla="*/ 2147483646 w 2595"/>
                  <a:gd name="T51" fmla="*/ 993812143 h 1051"/>
                  <a:gd name="T52" fmla="*/ 2147483646 w 2595"/>
                  <a:gd name="T53" fmla="*/ 975387818 h 1051"/>
                  <a:gd name="T54" fmla="*/ 2147483646 w 2595"/>
                  <a:gd name="T55" fmla="*/ 783561630 h 1051"/>
                  <a:gd name="T56" fmla="*/ 2147483646 w 2595"/>
                  <a:gd name="T57" fmla="*/ 545133289 h 1051"/>
                  <a:gd name="T58" fmla="*/ 2147483646 w 2595"/>
                  <a:gd name="T59" fmla="*/ 468185861 h 1051"/>
                  <a:gd name="T60" fmla="*/ 2147483646 w 2595"/>
                  <a:gd name="T61" fmla="*/ 305621225 h 1051"/>
                  <a:gd name="T62" fmla="*/ 2147483646 w 2595"/>
                  <a:gd name="T63" fmla="*/ 200495968 h 1051"/>
                  <a:gd name="T64" fmla="*/ 2147483646 w 2595"/>
                  <a:gd name="T65" fmla="*/ 190742465 h 1051"/>
                  <a:gd name="T66" fmla="*/ 2147483646 w 2595"/>
                  <a:gd name="T67" fmla="*/ 123549582 h 1051"/>
                  <a:gd name="T68" fmla="*/ 2147483646 w 2595"/>
                  <a:gd name="T69" fmla="*/ 28177829 h 1051"/>
                  <a:gd name="T70" fmla="*/ 2031151592 w 2595"/>
                  <a:gd name="T71" fmla="*/ 0 h 1051"/>
                  <a:gd name="T72" fmla="*/ 1439858935 w 2595"/>
                  <a:gd name="T73" fmla="*/ 18424325 h 1051"/>
                  <a:gd name="T74" fmla="*/ 1907920179 w 2595"/>
                  <a:gd name="T75" fmla="*/ 66109161 h 1051"/>
                  <a:gd name="T76" fmla="*/ 2145734786 w 2595"/>
                  <a:gd name="T77" fmla="*/ 95371753 h 1051"/>
                  <a:gd name="T78" fmla="*/ 2147483646 w 2595"/>
                  <a:gd name="T79" fmla="*/ 123549582 h 1051"/>
                  <a:gd name="T80" fmla="*/ 2147483646 w 2595"/>
                  <a:gd name="T81" fmla="*/ 228673797 h 1051"/>
                  <a:gd name="T82" fmla="*/ 2147483646 w 2595"/>
                  <a:gd name="T83" fmla="*/ 420501026 h 1051"/>
                  <a:gd name="T84" fmla="*/ 2147483646 w 2595"/>
                  <a:gd name="T85" fmla="*/ 592819165 h 1051"/>
                  <a:gd name="T86" fmla="*/ 2147483646 w 2595"/>
                  <a:gd name="T87" fmla="*/ 870262561 h 1051"/>
                  <a:gd name="T88" fmla="*/ 2147483646 w 2595"/>
                  <a:gd name="T89" fmla="*/ 965634314 h 1051"/>
                  <a:gd name="T90" fmla="*/ 2147483646 w 2595"/>
                  <a:gd name="T91" fmla="*/ 1032827198 h 1051"/>
                  <a:gd name="T92" fmla="*/ 1917649686 w 2595"/>
                  <a:gd name="T93" fmla="*/ 1070758530 h 1051"/>
                  <a:gd name="T94" fmla="*/ 1698211765 w 2595"/>
                  <a:gd name="T95" fmla="*/ 1061005026 h 1051"/>
                  <a:gd name="T96" fmla="*/ 1478773845 w 2595"/>
                  <a:gd name="T97" fmla="*/ 1051251523 h 1051"/>
                  <a:gd name="T98" fmla="*/ 1326355989 w 2595"/>
                  <a:gd name="T99" fmla="*/ 1061005026 h 1051"/>
                  <a:gd name="T100" fmla="*/ 1220421015 w 2595"/>
                  <a:gd name="T101" fmla="*/ 1051251523 h 1051"/>
                  <a:gd name="T102" fmla="*/ 905856836 w 2595"/>
                  <a:gd name="T103" fmla="*/ 1041496978 h 1051"/>
                  <a:gd name="T104" fmla="*/ 801002110 w 2595"/>
                  <a:gd name="T105" fmla="*/ 1032827198 h 1051"/>
                  <a:gd name="T106" fmla="*/ 696147383 w 2595"/>
                  <a:gd name="T107" fmla="*/ 1023073694 h 1051"/>
                  <a:gd name="T108" fmla="*/ 514544125 w 2595"/>
                  <a:gd name="T109" fmla="*/ 1003565646 h 1051"/>
                  <a:gd name="T110" fmla="*/ 429147373 w 2595"/>
                  <a:gd name="T111" fmla="*/ 975387818 h 1051"/>
                  <a:gd name="T112" fmla="*/ 229166388 w 2595"/>
                  <a:gd name="T113" fmla="*/ 812823181 h 1051"/>
                  <a:gd name="T114" fmla="*/ 276729517 w 2595"/>
                  <a:gd name="T115" fmla="*/ 487693909 h 1051"/>
                  <a:gd name="T116" fmla="*/ 553459034 w 2595"/>
                  <a:gd name="T117" fmla="*/ 315375769 h 1051"/>
                  <a:gd name="T118" fmla="*/ 763168487 w 2595"/>
                  <a:gd name="T119" fmla="*/ 248181845 h 1051"/>
                  <a:gd name="T120" fmla="*/ 1039898005 w 2595"/>
                  <a:gd name="T121" fmla="*/ 152811133 h 1051"/>
                  <a:gd name="T122" fmla="*/ 1326355989 w 2595"/>
                  <a:gd name="T123" fmla="*/ 114878760 h 1051"/>
                  <a:gd name="T124" fmla="*/ 1439858935 w 2595"/>
                  <a:gd name="T125" fmla="*/ 85617209 h 105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595" h="1051">
                    <a:moveTo>
                      <a:pt x="1147" y="70"/>
                    </a:moveTo>
                    <a:lnTo>
                      <a:pt x="1147" y="70"/>
                    </a:lnTo>
                    <a:lnTo>
                      <a:pt x="1068" y="88"/>
                    </a:lnTo>
                    <a:lnTo>
                      <a:pt x="988" y="88"/>
                    </a:lnTo>
                    <a:lnTo>
                      <a:pt x="953" y="88"/>
                    </a:lnTo>
                    <a:lnTo>
                      <a:pt x="935" y="88"/>
                    </a:lnTo>
                    <a:lnTo>
                      <a:pt x="856" y="97"/>
                    </a:lnTo>
                    <a:lnTo>
                      <a:pt x="794" y="114"/>
                    </a:lnTo>
                    <a:lnTo>
                      <a:pt x="715" y="150"/>
                    </a:lnTo>
                    <a:lnTo>
                      <a:pt x="653" y="167"/>
                    </a:lnTo>
                    <a:lnTo>
                      <a:pt x="574" y="185"/>
                    </a:lnTo>
                    <a:lnTo>
                      <a:pt x="538" y="194"/>
                    </a:lnTo>
                    <a:lnTo>
                      <a:pt x="503" y="211"/>
                    </a:lnTo>
                    <a:lnTo>
                      <a:pt x="468" y="220"/>
                    </a:lnTo>
                    <a:lnTo>
                      <a:pt x="415" y="247"/>
                    </a:lnTo>
                    <a:lnTo>
                      <a:pt x="335" y="282"/>
                    </a:lnTo>
                    <a:lnTo>
                      <a:pt x="300" y="300"/>
                    </a:lnTo>
                    <a:lnTo>
                      <a:pt x="265" y="326"/>
                    </a:lnTo>
                    <a:lnTo>
                      <a:pt x="212" y="379"/>
                    </a:lnTo>
                    <a:lnTo>
                      <a:pt x="203" y="397"/>
                    </a:lnTo>
                    <a:lnTo>
                      <a:pt x="203" y="406"/>
                    </a:lnTo>
                    <a:lnTo>
                      <a:pt x="194" y="423"/>
                    </a:lnTo>
                    <a:lnTo>
                      <a:pt x="194" y="432"/>
                    </a:lnTo>
                    <a:lnTo>
                      <a:pt x="185" y="459"/>
                    </a:lnTo>
                    <a:lnTo>
                      <a:pt x="150" y="556"/>
                    </a:lnTo>
                    <a:lnTo>
                      <a:pt x="141" y="573"/>
                    </a:lnTo>
                    <a:lnTo>
                      <a:pt x="132" y="582"/>
                    </a:lnTo>
                    <a:lnTo>
                      <a:pt x="124" y="644"/>
                    </a:lnTo>
                    <a:lnTo>
                      <a:pt x="124" y="697"/>
                    </a:lnTo>
                    <a:lnTo>
                      <a:pt x="132" y="750"/>
                    </a:lnTo>
                    <a:lnTo>
                      <a:pt x="150" y="803"/>
                    </a:lnTo>
                    <a:lnTo>
                      <a:pt x="159" y="847"/>
                    </a:lnTo>
                    <a:lnTo>
                      <a:pt x="159" y="856"/>
                    </a:lnTo>
                    <a:lnTo>
                      <a:pt x="150" y="856"/>
                    </a:lnTo>
                    <a:lnTo>
                      <a:pt x="97" y="864"/>
                    </a:lnTo>
                    <a:lnTo>
                      <a:pt x="71" y="873"/>
                    </a:lnTo>
                    <a:lnTo>
                      <a:pt x="26" y="882"/>
                    </a:lnTo>
                    <a:lnTo>
                      <a:pt x="9" y="900"/>
                    </a:lnTo>
                    <a:lnTo>
                      <a:pt x="0" y="909"/>
                    </a:lnTo>
                    <a:lnTo>
                      <a:pt x="0" y="926"/>
                    </a:lnTo>
                    <a:lnTo>
                      <a:pt x="0" y="935"/>
                    </a:lnTo>
                    <a:lnTo>
                      <a:pt x="9" y="953"/>
                    </a:lnTo>
                    <a:lnTo>
                      <a:pt x="44" y="970"/>
                    </a:lnTo>
                    <a:lnTo>
                      <a:pt x="53" y="979"/>
                    </a:lnTo>
                    <a:lnTo>
                      <a:pt x="71" y="979"/>
                    </a:lnTo>
                    <a:lnTo>
                      <a:pt x="124" y="997"/>
                    </a:lnTo>
                    <a:lnTo>
                      <a:pt x="176" y="1006"/>
                    </a:lnTo>
                    <a:lnTo>
                      <a:pt x="194" y="1006"/>
                    </a:lnTo>
                    <a:lnTo>
                      <a:pt x="265" y="1006"/>
                    </a:lnTo>
                    <a:lnTo>
                      <a:pt x="300" y="1006"/>
                    </a:lnTo>
                    <a:lnTo>
                      <a:pt x="326" y="1006"/>
                    </a:lnTo>
                    <a:lnTo>
                      <a:pt x="397" y="1014"/>
                    </a:lnTo>
                    <a:lnTo>
                      <a:pt x="468" y="1023"/>
                    </a:lnTo>
                    <a:lnTo>
                      <a:pt x="503" y="1023"/>
                    </a:lnTo>
                    <a:lnTo>
                      <a:pt x="750" y="1032"/>
                    </a:lnTo>
                    <a:lnTo>
                      <a:pt x="829" y="1032"/>
                    </a:lnTo>
                    <a:lnTo>
                      <a:pt x="953" y="1032"/>
                    </a:lnTo>
                    <a:lnTo>
                      <a:pt x="1015" y="1032"/>
                    </a:lnTo>
                    <a:lnTo>
                      <a:pt x="1077" y="1032"/>
                    </a:lnTo>
                    <a:lnTo>
                      <a:pt x="1262" y="1041"/>
                    </a:lnTo>
                    <a:lnTo>
                      <a:pt x="1350" y="1050"/>
                    </a:lnTo>
                    <a:lnTo>
                      <a:pt x="1421" y="1050"/>
                    </a:lnTo>
                    <a:lnTo>
                      <a:pt x="1500" y="1041"/>
                    </a:lnTo>
                    <a:lnTo>
                      <a:pt x="1677" y="1041"/>
                    </a:lnTo>
                    <a:lnTo>
                      <a:pt x="1827" y="1041"/>
                    </a:lnTo>
                    <a:lnTo>
                      <a:pt x="1835" y="1041"/>
                    </a:lnTo>
                    <a:lnTo>
                      <a:pt x="1915" y="1032"/>
                    </a:lnTo>
                    <a:lnTo>
                      <a:pt x="2003" y="1032"/>
                    </a:lnTo>
                    <a:lnTo>
                      <a:pt x="2012" y="1032"/>
                    </a:lnTo>
                    <a:lnTo>
                      <a:pt x="2047" y="1032"/>
                    </a:lnTo>
                    <a:lnTo>
                      <a:pt x="2109" y="1032"/>
                    </a:lnTo>
                    <a:lnTo>
                      <a:pt x="2135" y="1032"/>
                    </a:lnTo>
                    <a:lnTo>
                      <a:pt x="2153" y="1032"/>
                    </a:lnTo>
                    <a:lnTo>
                      <a:pt x="2250" y="1032"/>
                    </a:lnTo>
                    <a:lnTo>
                      <a:pt x="2259" y="1032"/>
                    </a:lnTo>
                    <a:lnTo>
                      <a:pt x="2268" y="1032"/>
                    </a:lnTo>
                    <a:lnTo>
                      <a:pt x="2277" y="1032"/>
                    </a:lnTo>
                    <a:lnTo>
                      <a:pt x="2294" y="1032"/>
                    </a:lnTo>
                    <a:lnTo>
                      <a:pt x="2374" y="1023"/>
                    </a:lnTo>
                    <a:lnTo>
                      <a:pt x="2444" y="1006"/>
                    </a:lnTo>
                    <a:lnTo>
                      <a:pt x="2497" y="997"/>
                    </a:lnTo>
                    <a:lnTo>
                      <a:pt x="2515" y="988"/>
                    </a:lnTo>
                    <a:lnTo>
                      <a:pt x="2532" y="979"/>
                    </a:lnTo>
                    <a:lnTo>
                      <a:pt x="2541" y="979"/>
                    </a:lnTo>
                    <a:lnTo>
                      <a:pt x="2541" y="970"/>
                    </a:lnTo>
                    <a:lnTo>
                      <a:pt x="2524" y="953"/>
                    </a:lnTo>
                    <a:lnTo>
                      <a:pt x="2506" y="935"/>
                    </a:lnTo>
                    <a:lnTo>
                      <a:pt x="2471" y="926"/>
                    </a:lnTo>
                    <a:lnTo>
                      <a:pt x="2444" y="926"/>
                    </a:lnTo>
                    <a:lnTo>
                      <a:pt x="2427" y="917"/>
                    </a:lnTo>
                    <a:lnTo>
                      <a:pt x="2409" y="917"/>
                    </a:lnTo>
                    <a:lnTo>
                      <a:pt x="2400" y="917"/>
                    </a:lnTo>
                    <a:lnTo>
                      <a:pt x="2427" y="909"/>
                    </a:lnTo>
                    <a:lnTo>
                      <a:pt x="2462" y="900"/>
                    </a:lnTo>
                    <a:lnTo>
                      <a:pt x="2488" y="882"/>
                    </a:lnTo>
                    <a:lnTo>
                      <a:pt x="2497" y="882"/>
                    </a:lnTo>
                    <a:lnTo>
                      <a:pt x="2515" y="864"/>
                    </a:lnTo>
                    <a:lnTo>
                      <a:pt x="2568" y="803"/>
                    </a:lnTo>
                    <a:lnTo>
                      <a:pt x="2585" y="723"/>
                    </a:lnTo>
                    <a:lnTo>
                      <a:pt x="2594" y="688"/>
                    </a:lnTo>
                    <a:lnTo>
                      <a:pt x="2585" y="644"/>
                    </a:lnTo>
                    <a:lnTo>
                      <a:pt x="2568" y="547"/>
                    </a:lnTo>
                    <a:lnTo>
                      <a:pt x="2550" y="503"/>
                    </a:lnTo>
                    <a:lnTo>
                      <a:pt x="2541" y="494"/>
                    </a:lnTo>
                    <a:lnTo>
                      <a:pt x="2524" y="450"/>
                    </a:lnTo>
                    <a:lnTo>
                      <a:pt x="2515" y="432"/>
                    </a:lnTo>
                    <a:lnTo>
                      <a:pt x="2515" y="423"/>
                    </a:lnTo>
                    <a:lnTo>
                      <a:pt x="2453" y="282"/>
                    </a:lnTo>
                    <a:lnTo>
                      <a:pt x="2444" y="273"/>
                    </a:lnTo>
                    <a:lnTo>
                      <a:pt x="2435" y="273"/>
                    </a:lnTo>
                    <a:lnTo>
                      <a:pt x="2347" y="194"/>
                    </a:lnTo>
                    <a:lnTo>
                      <a:pt x="2338" y="185"/>
                    </a:lnTo>
                    <a:lnTo>
                      <a:pt x="2338" y="176"/>
                    </a:lnTo>
                    <a:lnTo>
                      <a:pt x="2329" y="176"/>
                    </a:lnTo>
                    <a:lnTo>
                      <a:pt x="2321" y="176"/>
                    </a:lnTo>
                    <a:lnTo>
                      <a:pt x="2277" y="150"/>
                    </a:lnTo>
                    <a:lnTo>
                      <a:pt x="2215" y="114"/>
                    </a:lnTo>
                    <a:lnTo>
                      <a:pt x="2206" y="114"/>
                    </a:lnTo>
                    <a:lnTo>
                      <a:pt x="2038" y="35"/>
                    </a:lnTo>
                    <a:lnTo>
                      <a:pt x="1994" y="26"/>
                    </a:lnTo>
                    <a:lnTo>
                      <a:pt x="1985" y="26"/>
                    </a:lnTo>
                    <a:lnTo>
                      <a:pt x="1924" y="9"/>
                    </a:lnTo>
                    <a:lnTo>
                      <a:pt x="1879" y="0"/>
                    </a:lnTo>
                    <a:lnTo>
                      <a:pt x="1818" y="0"/>
                    </a:lnTo>
                    <a:lnTo>
                      <a:pt x="1738" y="0"/>
                    </a:lnTo>
                    <a:lnTo>
                      <a:pt x="1615" y="0"/>
                    </a:lnTo>
                    <a:lnTo>
                      <a:pt x="1332" y="17"/>
                    </a:lnTo>
                    <a:lnTo>
                      <a:pt x="1227" y="53"/>
                    </a:lnTo>
                    <a:lnTo>
                      <a:pt x="1147" y="70"/>
                    </a:lnTo>
                    <a:close/>
                    <a:moveTo>
                      <a:pt x="1544" y="70"/>
                    </a:moveTo>
                    <a:lnTo>
                      <a:pt x="1544" y="70"/>
                    </a:lnTo>
                    <a:lnTo>
                      <a:pt x="1765" y="61"/>
                    </a:lnTo>
                    <a:lnTo>
                      <a:pt x="1835" y="61"/>
                    </a:lnTo>
                    <a:lnTo>
                      <a:pt x="1915" y="70"/>
                    </a:lnTo>
                    <a:lnTo>
                      <a:pt x="1985" y="88"/>
                    </a:lnTo>
                    <a:lnTo>
                      <a:pt x="2021" y="97"/>
                    </a:lnTo>
                    <a:lnTo>
                      <a:pt x="2038" y="106"/>
                    </a:lnTo>
                    <a:lnTo>
                      <a:pt x="2065" y="114"/>
                    </a:lnTo>
                    <a:lnTo>
                      <a:pt x="2109" y="141"/>
                    </a:lnTo>
                    <a:lnTo>
                      <a:pt x="2171" y="167"/>
                    </a:lnTo>
                    <a:lnTo>
                      <a:pt x="2241" y="194"/>
                    </a:lnTo>
                    <a:lnTo>
                      <a:pt x="2268" y="211"/>
                    </a:lnTo>
                    <a:lnTo>
                      <a:pt x="2338" y="264"/>
                    </a:lnTo>
                    <a:lnTo>
                      <a:pt x="2418" y="335"/>
                    </a:lnTo>
                    <a:lnTo>
                      <a:pt x="2435" y="361"/>
                    </a:lnTo>
                    <a:lnTo>
                      <a:pt x="2444" y="388"/>
                    </a:lnTo>
                    <a:lnTo>
                      <a:pt x="2453" y="414"/>
                    </a:lnTo>
                    <a:lnTo>
                      <a:pt x="2488" y="494"/>
                    </a:lnTo>
                    <a:lnTo>
                      <a:pt x="2506" y="547"/>
                    </a:lnTo>
                    <a:lnTo>
                      <a:pt x="2515" y="591"/>
                    </a:lnTo>
                    <a:lnTo>
                      <a:pt x="2506" y="635"/>
                    </a:lnTo>
                    <a:lnTo>
                      <a:pt x="2479" y="679"/>
                    </a:lnTo>
                    <a:lnTo>
                      <a:pt x="2435" y="741"/>
                    </a:lnTo>
                    <a:lnTo>
                      <a:pt x="2382" y="803"/>
                    </a:lnTo>
                    <a:lnTo>
                      <a:pt x="2365" y="820"/>
                    </a:lnTo>
                    <a:lnTo>
                      <a:pt x="2329" y="864"/>
                    </a:lnTo>
                    <a:lnTo>
                      <a:pt x="2277" y="891"/>
                    </a:lnTo>
                    <a:lnTo>
                      <a:pt x="2224" y="917"/>
                    </a:lnTo>
                    <a:lnTo>
                      <a:pt x="2162" y="935"/>
                    </a:lnTo>
                    <a:lnTo>
                      <a:pt x="2091" y="944"/>
                    </a:lnTo>
                    <a:lnTo>
                      <a:pt x="2029" y="953"/>
                    </a:lnTo>
                    <a:lnTo>
                      <a:pt x="1906" y="979"/>
                    </a:lnTo>
                    <a:lnTo>
                      <a:pt x="1844" y="979"/>
                    </a:lnTo>
                    <a:lnTo>
                      <a:pt x="1791" y="988"/>
                    </a:lnTo>
                    <a:lnTo>
                      <a:pt x="1774" y="988"/>
                    </a:lnTo>
                    <a:lnTo>
                      <a:pt x="1729" y="988"/>
                    </a:lnTo>
                    <a:lnTo>
                      <a:pt x="1703" y="988"/>
                    </a:lnTo>
                    <a:lnTo>
                      <a:pt x="1571" y="979"/>
                    </a:lnTo>
                    <a:lnTo>
                      <a:pt x="1509" y="970"/>
                    </a:lnTo>
                    <a:lnTo>
                      <a:pt x="1456" y="953"/>
                    </a:lnTo>
                    <a:lnTo>
                      <a:pt x="1403" y="953"/>
                    </a:lnTo>
                    <a:lnTo>
                      <a:pt x="1368" y="970"/>
                    </a:lnTo>
                    <a:lnTo>
                      <a:pt x="1244" y="988"/>
                    </a:lnTo>
                    <a:lnTo>
                      <a:pt x="1227" y="979"/>
                    </a:lnTo>
                    <a:lnTo>
                      <a:pt x="1218" y="979"/>
                    </a:lnTo>
                    <a:lnTo>
                      <a:pt x="1165" y="979"/>
                    </a:lnTo>
                    <a:lnTo>
                      <a:pt x="1129" y="970"/>
                    </a:lnTo>
                    <a:lnTo>
                      <a:pt x="1015" y="979"/>
                    </a:lnTo>
                    <a:lnTo>
                      <a:pt x="927" y="970"/>
                    </a:lnTo>
                    <a:lnTo>
                      <a:pt x="838" y="961"/>
                    </a:lnTo>
                    <a:lnTo>
                      <a:pt x="785" y="953"/>
                    </a:lnTo>
                    <a:lnTo>
                      <a:pt x="768" y="953"/>
                    </a:lnTo>
                    <a:lnTo>
                      <a:pt x="741" y="953"/>
                    </a:lnTo>
                    <a:lnTo>
                      <a:pt x="724" y="953"/>
                    </a:lnTo>
                    <a:lnTo>
                      <a:pt x="679" y="953"/>
                    </a:lnTo>
                    <a:lnTo>
                      <a:pt x="644" y="944"/>
                    </a:lnTo>
                    <a:lnTo>
                      <a:pt x="609" y="935"/>
                    </a:lnTo>
                    <a:lnTo>
                      <a:pt x="591" y="935"/>
                    </a:lnTo>
                    <a:lnTo>
                      <a:pt x="476" y="926"/>
                    </a:lnTo>
                    <a:lnTo>
                      <a:pt x="468" y="917"/>
                    </a:lnTo>
                    <a:lnTo>
                      <a:pt x="441" y="917"/>
                    </a:lnTo>
                    <a:lnTo>
                      <a:pt x="397" y="900"/>
                    </a:lnTo>
                    <a:lnTo>
                      <a:pt x="353" y="882"/>
                    </a:lnTo>
                    <a:lnTo>
                      <a:pt x="291" y="847"/>
                    </a:lnTo>
                    <a:lnTo>
                      <a:pt x="247" y="803"/>
                    </a:lnTo>
                    <a:lnTo>
                      <a:pt x="212" y="750"/>
                    </a:lnTo>
                    <a:lnTo>
                      <a:pt x="212" y="688"/>
                    </a:lnTo>
                    <a:lnTo>
                      <a:pt x="212" y="617"/>
                    </a:lnTo>
                    <a:lnTo>
                      <a:pt x="221" y="556"/>
                    </a:lnTo>
                    <a:lnTo>
                      <a:pt x="238" y="503"/>
                    </a:lnTo>
                    <a:lnTo>
                      <a:pt x="256" y="450"/>
                    </a:lnTo>
                    <a:lnTo>
                      <a:pt x="274" y="423"/>
                    </a:lnTo>
                    <a:lnTo>
                      <a:pt x="291" y="397"/>
                    </a:lnTo>
                    <a:lnTo>
                      <a:pt x="344" y="370"/>
                    </a:lnTo>
                    <a:lnTo>
                      <a:pt x="512" y="291"/>
                    </a:lnTo>
                    <a:lnTo>
                      <a:pt x="609" y="264"/>
                    </a:lnTo>
                    <a:lnTo>
                      <a:pt x="644" y="256"/>
                    </a:lnTo>
                    <a:lnTo>
                      <a:pt x="706" y="229"/>
                    </a:lnTo>
                    <a:lnTo>
                      <a:pt x="882" y="159"/>
                    </a:lnTo>
                    <a:lnTo>
                      <a:pt x="927" y="150"/>
                    </a:lnTo>
                    <a:lnTo>
                      <a:pt x="962" y="141"/>
                    </a:lnTo>
                    <a:lnTo>
                      <a:pt x="988" y="141"/>
                    </a:lnTo>
                    <a:lnTo>
                      <a:pt x="1050" y="150"/>
                    </a:lnTo>
                    <a:lnTo>
                      <a:pt x="1138" y="141"/>
                    </a:lnTo>
                    <a:lnTo>
                      <a:pt x="1227" y="106"/>
                    </a:lnTo>
                    <a:lnTo>
                      <a:pt x="1262" y="97"/>
                    </a:lnTo>
                    <a:lnTo>
                      <a:pt x="1288" y="88"/>
                    </a:lnTo>
                    <a:lnTo>
                      <a:pt x="1324" y="88"/>
                    </a:lnTo>
                    <a:lnTo>
                      <a:pt x="1332" y="79"/>
                    </a:lnTo>
                    <a:lnTo>
                      <a:pt x="1544" y="70"/>
                    </a:lnTo>
                    <a:close/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0" name="Freeform 62"/>
              <p:cNvSpPr>
                <a:spLocks noChangeArrowheads="1"/>
              </p:cNvSpPr>
              <p:nvPr/>
            </p:nvSpPr>
            <p:spPr bwMode="auto">
              <a:xfrm>
                <a:off x="4912327" y="2364566"/>
                <a:ext cx="52902" cy="56592"/>
              </a:xfrm>
              <a:custGeom>
                <a:avLst/>
                <a:gdLst>
                  <a:gd name="T0" fmla="*/ 25913163 w 54"/>
                  <a:gd name="T1" fmla="*/ 0 h 54"/>
                  <a:gd name="T2" fmla="*/ 25913163 w 54"/>
                  <a:gd name="T3" fmla="*/ 0 h 54"/>
                  <a:gd name="T4" fmla="*/ 42228532 w 54"/>
                  <a:gd name="T5" fmla="*/ 19769472 h 54"/>
                  <a:gd name="T6" fmla="*/ 42228532 w 54"/>
                  <a:gd name="T7" fmla="*/ 19769472 h 54"/>
                  <a:gd name="T8" fmla="*/ 50866253 w 54"/>
                  <a:gd name="T9" fmla="*/ 39538944 h 54"/>
                  <a:gd name="T10" fmla="*/ 42228532 w 54"/>
                  <a:gd name="T11" fmla="*/ 58210112 h 54"/>
                  <a:gd name="T12" fmla="*/ 42228532 w 54"/>
                  <a:gd name="T13" fmla="*/ 58210112 h 54"/>
                  <a:gd name="T14" fmla="*/ 42228532 w 54"/>
                  <a:gd name="T15" fmla="*/ 58210112 h 54"/>
                  <a:gd name="T16" fmla="*/ 42228532 w 54"/>
                  <a:gd name="T17" fmla="*/ 58210112 h 54"/>
                  <a:gd name="T18" fmla="*/ 34550884 w 54"/>
                  <a:gd name="T19" fmla="*/ 58210112 h 54"/>
                  <a:gd name="T20" fmla="*/ 34550884 w 54"/>
                  <a:gd name="T21" fmla="*/ 58210112 h 54"/>
                  <a:gd name="T22" fmla="*/ 34550884 w 54"/>
                  <a:gd name="T23" fmla="*/ 58210112 h 54"/>
                  <a:gd name="T24" fmla="*/ 34550884 w 54"/>
                  <a:gd name="T25" fmla="*/ 58210112 h 54"/>
                  <a:gd name="T26" fmla="*/ 17275442 w 54"/>
                  <a:gd name="T27" fmla="*/ 58210112 h 54"/>
                  <a:gd name="T28" fmla="*/ 17275442 w 54"/>
                  <a:gd name="T29" fmla="*/ 58210112 h 54"/>
                  <a:gd name="T30" fmla="*/ 17275442 w 54"/>
                  <a:gd name="T31" fmla="*/ 58210112 h 54"/>
                  <a:gd name="T32" fmla="*/ 0 w 54"/>
                  <a:gd name="T33" fmla="*/ 39538944 h 54"/>
                  <a:gd name="T34" fmla="*/ 0 w 54"/>
                  <a:gd name="T35" fmla="*/ 39538944 h 54"/>
                  <a:gd name="T36" fmla="*/ 0 w 54"/>
                  <a:gd name="T37" fmla="*/ 29654208 h 54"/>
                  <a:gd name="T38" fmla="*/ 0 w 54"/>
                  <a:gd name="T39" fmla="*/ 29654208 h 54"/>
                  <a:gd name="T40" fmla="*/ 0 w 54"/>
                  <a:gd name="T41" fmla="*/ 9884736 h 54"/>
                  <a:gd name="T42" fmla="*/ 8637721 w 54"/>
                  <a:gd name="T43" fmla="*/ 0 h 54"/>
                  <a:gd name="T44" fmla="*/ 8637721 w 54"/>
                  <a:gd name="T45" fmla="*/ 0 h 54"/>
                  <a:gd name="T46" fmla="*/ 17275442 w 54"/>
                  <a:gd name="T47" fmla="*/ 0 h 54"/>
                  <a:gd name="T48" fmla="*/ 17275442 w 54"/>
                  <a:gd name="T49" fmla="*/ 0 h 54"/>
                  <a:gd name="T50" fmla="*/ 25913163 w 54"/>
                  <a:gd name="T51" fmla="*/ 0 h 5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54" h="54">
                    <a:moveTo>
                      <a:pt x="27" y="0"/>
                    </a:moveTo>
                    <a:lnTo>
                      <a:pt x="27" y="0"/>
                    </a:lnTo>
                    <a:lnTo>
                      <a:pt x="44" y="18"/>
                    </a:lnTo>
                    <a:lnTo>
                      <a:pt x="53" y="36"/>
                    </a:lnTo>
                    <a:lnTo>
                      <a:pt x="44" y="53"/>
                    </a:lnTo>
                    <a:lnTo>
                      <a:pt x="36" y="53"/>
                    </a:lnTo>
                    <a:lnTo>
                      <a:pt x="18" y="53"/>
                    </a:lnTo>
                    <a:lnTo>
                      <a:pt x="0" y="36"/>
                    </a:lnTo>
                    <a:lnTo>
                      <a:pt x="0" y="27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18" y="0"/>
                    </a:lnTo>
                    <a:lnTo>
                      <a:pt x="27" y="0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1" name="Freeform 63"/>
              <p:cNvSpPr>
                <a:spLocks noChangeArrowheads="1"/>
              </p:cNvSpPr>
              <p:nvPr/>
            </p:nvSpPr>
            <p:spPr bwMode="auto">
              <a:xfrm>
                <a:off x="4175474" y="2345700"/>
                <a:ext cx="56680" cy="56594"/>
              </a:xfrm>
              <a:custGeom>
                <a:avLst/>
                <a:gdLst>
                  <a:gd name="T0" fmla="*/ 19830653 w 54"/>
                  <a:gd name="T1" fmla="*/ 0 h 54"/>
                  <a:gd name="T2" fmla="*/ 19830653 w 54"/>
                  <a:gd name="T3" fmla="*/ 0 h 54"/>
                  <a:gd name="T4" fmla="*/ 38560244 w 54"/>
                  <a:gd name="T5" fmla="*/ 0 h 54"/>
                  <a:gd name="T6" fmla="*/ 38560244 w 54"/>
                  <a:gd name="T7" fmla="*/ 0 h 54"/>
                  <a:gd name="T8" fmla="*/ 58390896 w 54"/>
                  <a:gd name="T9" fmla="*/ 18672876 h 54"/>
                  <a:gd name="T10" fmla="*/ 58390896 w 54"/>
                  <a:gd name="T11" fmla="*/ 28557961 h 54"/>
                  <a:gd name="T12" fmla="*/ 58390896 w 54"/>
                  <a:gd name="T13" fmla="*/ 48329180 h 54"/>
                  <a:gd name="T14" fmla="*/ 58390896 w 54"/>
                  <a:gd name="T15" fmla="*/ 48329180 h 54"/>
                  <a:gd name="T16" fmla="*/ 58390896 w 54"/>
                  <a:gd name="T17" fmla="*/ 48329180 h 54"/>
                  <a:gd name="T18" fmla="*/ 58390896 w 54"/>
                  <a:gd name="T19" fmla="*/ 48329180 h 54"/>
                  <a:gd name="T20" fmla="*/ 38560244 w 54"/>
                  <a:gd name="T21" fmla="*/ 58214265 h 54"/>
                  <a:gd name="T22" fmla="*/ 38560244 w 54"/>
                  <a:gd name="T23" fmla="*/ 58214265 h 54"/>
                  <a:gd name="T24" fmla="*/ 38560244 w 54"/>
                  <a:gd name="T25" fmla="*/ 58214265 h 54"/>
                  <a:gd name="T26" fmla="*/ 0 w 54"/>
                  <a:gd name="T27" fmla="*/ 38443047 h 54"/>
                  <a:gd name="T28" fmla="*/ 0 w 54"/>
                  <a:gd name="T29" fmla="*/ 38443047 h 54"/>
                  <a:gd name="T30" fmla="*/ 0 w 54"/>
                  <a:gd name="T31" fmla="*/ 18672876 h 54"/>
                  <a:gd name="T32" fmla="*/ 0 w 54"/>
                  <a:gd name="T33" fmla="*/ 9885085 h 54"/>
                  <a:gd name="T34" fmla="*/ 0 w 54"/>
                  <a:gd name="T35" fmla="*/ 0 h 54"/>
                  <a:gd name="T36" fmla="*/ 0 w 54"/>
                  <a:gd name="T37" fmla="*/ 0 h 54"/>
                  <a:gd name="T38" fmla="*/ 19830653 w 54"/>
                  <a:gd name="T39" fmla="*/ 0 h 5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54">
                    <a:moveTo>
                      <a:pt x="18" y="0"/>
                    </a:moveTo>
                    <a:lnTo>
                      <a:pt x="18" y="0"/>
                    </a:lnTo>
                    <a:lnTo>
                      <a:pt x="35" y="0"/>
                    </a:lnTo>
                    <a:lnTo>
                      <a:pt x="53" y="17"/>
                    </a:lnTo>
                    <a:lnTo>
                      <a:pt x="53" y="26"/>
                    </a:lnTo>
                    <a:lnTo>
                      <a:pt x="53" y="44"/>
                    </a:lnTo>
                    <a:lnTo>
                      <a:pt x="35" y="53"/>
                    </a:lnTo>
                    <a:lnTo>
                      <a:pt x="0" y="35"/>
                    </a:lnTo>
                    <a:lnTo>
                      <a:pt x="0" y="17"/>
                    </a:lnTo>
                    <a:lnTo>
                      <a:pt x="0" y="9"/>
                    </a:lnTo>
                    <a:lnTo>
                      <a:pt x="0" y="0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2" name="Freeform 64"/>
              <p:cNvSpPr>
                <a:spLocks noChangeArrowheads="1"/>
              </p:cNvSpPr>
              <p:nvPr/>
            </p:nvSpPr>
            <p:spPr bwMode="auto">
              <a:xfrm>
                <a:off x="5188176" y="2587164"/>
                <a:ext cx="79352" cy="64140"/>
              </a:xfrm>
              <a:custGeom>
                <a:avLst/>
                <a:gdLst>
                  <a:gd name="T0" fmla="*/ 0 w 80"/>
                  <a:gd name="T1" fmla="*/ 27986420 h 63"/>
                  <a:gd name="T2" fmla="*/ 0 w 80"/>
                  <a:gd name="T3" fmla="*/ 27986420 h 63"/>
                  <a:gd name="T4" fmla="*/ 25580109 w 80"/>
                  <a:gd name="T5" fmla="*/ 0 h 63"/>
                  <a:gd name="T6" fmla="*/ 34435792 w 80"/>
                  <a:gd name="T7" fmla="*/ 0 h 63"/>
                  <a:gd name="T8" fmla="*/ 51161210 w 80"/>
                  <a:gd name="T9" fmla="*/ 0 h 63"/>
                  <a:gd name="T10" fmla="*/ 51161210 w 80"/>
                  <a:gd name="T11" fmla="*/ 0 h 63"/>
                  <a:gd name="T12" fmla="*/ 60015901 w 80"/>
                  <a:gd name="T13" fmla="*/ 9328807 h 63"/>
                  <a:gd name="T14" fmla="*/ 77725284 w 80"/>
                  <a:gd name="T15" fmla="*/ 27986420 h 63"/>
                  <a:gd name="T16" fmla="*/ 77725284 w 80"/>
                  <a:gd name="T17" fmla="*/ 27986420 h 63"/>
                  <a:gd name="T18" fmla="*/ 77725284 w 80"/>
                  <a:gd name="T19" fmla="*/ 36277788 h 63"/>
                  <a:gd name="T20" fmla="*/ 68870593 w 80"/>
                  <a:gd name="T21" fmla="*/ 45606594 h 63"/>
                  <a:gd name="T22" fmla="*/ 43290484 w 80"/>
                  <a:gd name="T23" fmla="*/ 64264208 h 63"/>
                  <a:gd name="T24" fmla="*/ 43290484 w 80"/>
                  <a:gd name="T25" fmla="*/ 64264208 h 63"/>
                  <a:gd name="T26" fmla="*/ 16725418 w 80"/>
                  <a:gd name="T27" fmla="*/ 54935401 h 63"/>
                  <a:gd name="T28" fmla="*/ 0 w 80"/>
                  <a:gd name="T29" fmla="*/ 27986420 h 6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0" h="63">
                    <a:moveTo>
                      <a:pt x="0" y="27"/>
                    </a:moveTo>
                    <a:lnTo>
                      <a:pt x="0" y="27"/>
                    </a:lnTo>
                    <a:lnTo>
                      <a:pt x="26" y="0"/>
                    </a:lnTo>
                    <a:lnTo>
                      <a:pt x="35" y="0"/>
                    </a:lnTo>
                    <a:lnTo>
                      <a:pt x="52" y="0"/>
                    </a:lnTo>
                    <a:lnTo>
                      <a:pt x="61" y="9"/>
                    </a:lnTo>
                    <a:lnTo>
                      <a:pt x="79" y="27"/>
                    </a:lnTo>
                    <a:lnTo>
                      <a:pt x="79" y="35"/>
                    </a:lnTo>
                    <a:lnTo>
                      <a:pt x="70" y="44"/>
                    </a:lnTo>
                    <a:lnTo>
                      <a:pt x="44" y="62"/>
                    </a:lnTo>
                    <a:lnTo>
                      <a:pt x="17" y="53"/>
                    </a:lnTo>
                    <a:lnTo>
                      <a:pt x="0" y="27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3" name="Freeform 65"/>
              <p:cNvSpPr>
                <a:spLocks noChangeArrowheads="1"/>
              </p:cNvSpPr>
              <p:nvPr/>
            </p:nvSpPr>
            <p:spPr bwMode="auto">
              <a:xfrm>
                <a:off x="5048361" y="2428703"/>
                <a:ext cx="64240" cy="37729"/>
              </a:xfrm>
              <a:custGeom>
                <a:avLst/>
                <a:gdLst>
                  <a:gd name="T0" fmla="*/ 55106703 w 63"/>
                  <a:gd name="T1" fmla="*/ 38442707 h 36"/>
                  <a:gd name="T2" fmla="*/ 55106703 w 63"/>
                  <a:gd name="T3" fmla="*/ 38442707 h 36"/>
                  <a:gd name="T4" fmla="*/ 28072880 w 63"/>
                  <a:gd name="T5" fmla="*/ 38442707 h 36"/>
                  <a:gd name="T6" fmla="*/ 9357627 w 63"/>
                  <a:gd name="T7" fmla="*/ 29656042 h 36"/>
                  <a:gd name="T8" fmla="*/ 9357627 w 63"/>
                  <a:gd name="T9" fmla="*/ 29656042 h 36"/>
                  <a:gd name="T10" fmla="*/ 0 w 63"/>
                  <a:gd name="T11" fmla="*/ 19771044 h 36"/>
                  <a:gd name="T12" fmla="*/ 9357627 w 63"/>
                  <a:gd name="T13" fmla="*/ 9884998 h 36"/>
                  <a:gd name="T14" fmla="*/ 9357627 w 63"/>
                  <a:gd name="T15" fmla="*/ 9884998 h 36"/>
                  <a:gd name="T16" fmla="*/ 45749077 w 63"/>
                  <a:gd name="T17" fmla="*/ 0 h 36"/>
                  <a:gd name="T18" fmla="*/ 64464330 w 63"/>
                  <a:gd name="T19" fmla="*/ 19771044 h 36"/>
                  <a:gd name="T20" fmla="*/ 64464330 w 63"/>
                  <a:gd name="T21" fmla="*/ 19771044 h 36"/>
                  <a:gd name="T22" fmla="*/ 64464330 w 63"/>
                  <a:gd name="T23" fmla="*/ 29656042 h 36"/>
                  <a:gd name="T24" fmla="*/ 55106703 w 63"/>
                  <a:gd name="T25" fmla="*/ 38442707 h 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3" h="36">
                    <a:moveTo>
                      <a:pt x="53" y="35"/>
                    </a:moveTo>
                    <a:lnTo>
                      <a:pt x="53" y="35"/>
                    </a:lnTo>
                    <a:lnTo>
                      <a:pt x="27" y="35"/>
                    </a:lnTo>
                    <a:lnTo>
                      <a:pt x="9" y="27"/>
                    </a:lnTo>
                    <a:lnTo>
                      <a:pt x="0" y="18"/>
                    </a:lnTo>
                    <a:lnTo>
                      <a:pt x="9" y="9"/>
                    </a:lnTo>
                    <a:lnTo>
                      <a:pt x="44" y="0"/>
                    </a:lnTo>
                    <a:lnTo>
                      <a:pt x="62" y="18"/>
                    </a:lnTo>
                    <a:lnTo>
                      <a:pt x="62" y="27"/>
                    </a:lnTo>
                    <a:lnTo>
                      <a:pt x="53" y="35"/>
                    </a:lnTo>
                  </a:path>
                </a:pathLst>
              </a:custGeom>
              <a:solidFill>
                <a:srgbClr val="252616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569" name="Freeform 153"/>
            <p:cNvSpPr>
              <a:spLocks/>
            </p:cNvSpPr>
            <p:nvPr/>
          </p:nvSpPr>
          <p:spPr bwMode="auto">
            <a:xfrm rot="-9814080">
              <a:off x="3063839" y="2195498"/>
              <a:ext cx="92580" cy="522237"/>
            </a:xfrm>
            <a:custGeom>
              <a:avLst/>
              <a:gdLst>
                <a:gd name="T0" fmla="*/ 1 w 175396"/>
                <a:gd name="T1" fmla="*/ 142572 h 566379"/>
                <a:gd name="T2" fmla="*/ 1 w 175396"/>
                <a:gd name="T3" fmla="*/ 55091 h 566379"/>
                <a:gd name="T4" fmla="*/ 0 w 175396"/>
                <a:gd name="T5" fmla="*/ 18590 h 566379"/>
                <a:gd name="T6" fmla="*/ 3 w 175396"/>
                <a:gd name="T7" fmla="*/ 0 h 566379"/>
                <a:gd name="T8" fmla="*/ 3 w 175396"/>
                <a:gd name="T9" fmla="*/ 78304 h 566379"/>
                <a:gd name="T10" fmla="*/ 1 w 175396"/>
                <a:gd name="T11" fmla="*/ 142572 h 5663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5396" h="566379">
                  <a:moveTo>
                    <a:pt x="65240" y="566379"/>
                  </a:moveTo>
                  <a:cubicBezTo>
                    <a:pt x="64441" y="450537"/>
                    <a:pt x="63641" y="334694"/>
                    <a:pt x="62842" y="218852"/>
                  </a:cubicBezTo>
                  <a:lnTo>
                    <a:pt x="0" y="73846"/>
                  </a:lnTo>
                  <a:lnTo>
                    <a:pt x="142063" y="0"/>
                  </a:lnTo>
                  <a:lnTo>
                    <a:pt x="175396" y="311068"/>
                  </a:lnTo>
                  <a:lnTo>
                    <a:pt x="65240" y="566379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70" name="Freeform 154"/>
            <p:cNvSpPr>
              <a:spLocks/>
            </p:cNvSpPr>
            <p:nvPr/>
          </p:nvSpPr>
          <p:spPr bwMode="auto">
            <a:xfrm rot="9346964" flipH="1">
              <a:off x="2506986" y="1782420"/>
              <a:ext cx="383659" cy="1101576"/>
            </a:xfrm>
            <a:custGeom>
              <a:avLst/>
              <a:gdLst>
                <a:gd name="T0" fmla="*/ 2147483646 w 216483"/>
                <a:gd name="T1" fmla="*/ 15899 h 1435671"/>
                <a:gd name="T2" fmla="*/ 1634089507 w 216483"/>
                <a:gd name="T3" fmla="*/ 8012 h 1435671"/>
                <a:gd name="T4" fmla="*/ 326020135 w 216483"/>
                <a:gd name="T5" fmla="*/ 3721 h 1435671"/>
                <a:gd name="T6" fmla="*/ 0 w 216483"/>
                <a:gd name="T7" fmla="*/ 0 h 1435671"/>
                <a:gd name="T8" fmla="*/ 2147483646 w 216483"/>
                <a:gd name="T9" fmla="*/ 8516 h 1435671"/>
                <a:gd name="T10" fmla="*/ 2147483646 w 216483"/>
                <a:gd name="T11" fmla="*/ 15899 h 14356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483" h="1435671">
                  <a:moveTo>
                    <a:pt x="216483" y="1435671"/>
                  </a:moveTo>
                  <a:cubicBezTo>
                    <a:pt x="206046" y="1404647"/>
                    <a:pt x="118766" y="819470"/>
                    <a:pt x="97366" y="723468"/>
                  </a:cubicBezTo>
                  <a:cubicBezTo>
                    <a:pt x="64523" y="540181"/>
                    <a:pt x="43959" y="501220"/>
                    <a:pt x="19426" y="335947"/>
                  </a:cubicBezTo>
                  <a:lnTo>
                    <a:pt x="0" y="0"/>
                  </a:lnTo>
                  <a:lnTo>
                    <a:pt x="148274" y="768972"/>
                  </a:lnTo>
                  <a:lnTo>
                    <a:pt x="216483" y="1435671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71" name="Freeform 155"/>
            <p:cNvSpPr>
              <a:spLocks/>
            </p:cNvSpPr>
            <p:nvPr/>
          </p:nvSpPr>
          <p:spPr bwMode="auto">
            <a:xfrm rot="-431986">
              <a:off x="2212841" y="1693755"/>
              <a:ext cx="370482" cy="1720522"/>
            </a:xfrm>
            <a:custGeom>
              <a:avLst/>
              <a:gdLst>
                <a:gd name="T0" fmla="*/ 1091 w 532930"/>
                <a:gd name="T1" fmla="*/ 348293791 h 1223236"/>
                <a:gd name="T2" fmla="*/ 1103 w 532930"/>
                <a:gd name="T3" fmla="*/ 244876334 h 1223236"/>
                <a:gd name="T4" fmla="*/ 978 w 532930"/>
                <a:gd name="T5" fmla="*/ 181624248 h 1223236"/>
                <a:gd name="T6" fmla="*/ 876 w 532930"/>
                <a:gd name="T7" fmla="*/ 125037991 h 1223236"/>
                <a:gd name="T8" fmla="*/ 685 w 532930"/>
                <a:gd name="T9" fmla="*/ 76708605 h 1223236"/>
                <a:gd name="T10" fmla="*/ 0 w 532930"/>
                <a:gd name="T11" fmla="*/ 0 h 1223236"/>
                <a:gd name="T12" fmla="*/ 496 w 532930"/>
                <a:gd name="T13" fmla="*/ 83279585 h 1223236"/>
                <a:gd name="T14" fmla="*/ 679 w 532930"/>
                <a:gd name="T15" fmla="*/ 133916678 h 1223236"/>
                <a:gd name="T16" fmla="*/ 790 w 532930"/>
                <a:gd name="T17" fmla="*/ 235650904 h 1223236"/>
                <a:gd name="T18" fmla="*/ 806 w 532930"/>
                <a:gd name="T19" fmla="*/ 403700915 h 12232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2930" h="1223236">
                  <a:moveTo>
                    <a:pt x="527422" y="1055349"/>
                  </a:moveTo>
                  <a:lnTo>
                    <a:pt x="532930" y="741988"/>
                  </a:lnTo>
                  <a:cubicBezTo>
                    <a:pt x="498457" y="638570"/>
                    <a:pt x="507417" y="653749"/>
                    <a:pt x="472944" y="550331"/>
                  </a:cubicBezTo>
                  <a:lnTo>
                    <a:pt x="423488" y="378872"/>
                  </a:lnTo>
                  <a:lnTo>
                    <a:pt x="331449" y="232431"/>
                  </a:lnTo>
                  <a:lnTo>
                    <a:pt x="0" y="0"/>
                  </a:lnTo>
                  <a:lnTo>
                    <a:pt x="239938" y="252342"/>
                  </a:lnTo>
                  <a:lnTo>
                    <a:pt x="328495" y="405775"/>
                  </a:lnTo>
                  <a:lnTo>
                    <a:pt x="382016" y="714035"/>
                  </a:lnTo>
                  <a:lnTo>
                    <a:pt x="389902" y="1223236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6572" name="Group 156"/>
            <p:cNvGrpSpPr>
              <a:grpSpLocks/>
            </p:cNvGrpSpPr>
            <p:nvPr/>
          </p:nvGrpSpPr>
          <p:grpSpPr bwMode="auto">
            <a:xfrm>
              <a:off x="2306065" y="3291424"/>
              <a:ext cx="4800599" cy="867240"/>
              <a:chOff x="2654133" y="2833457"/>
              <a:chExt cx="3557842" cy="642707"/>
            </a:xfrm>
          </p:grpSpPr>
          <p:sp>
            <p:nvSpPr>
              <p:cNvPr id="158" name="Freeform 66"/>
              <p:cNvSpPr>
                <a:spLocks noChangeArrowheads="1"/>
              </p:cNvSpPr>
              <p:nvPr/>
            </p:nvSpPr>
            <p:spPr bwMode="auto">
              <a:xfrm>
                <a:off x="2653048" y="2834544"/>
                <a:ext cx="3558927" cy="641620"/>
              </a:xfrm>
              <a:custGeom>
                <a:avLst/>
                <a:gdLst>
                  <a:gd name="T0" fmla="*/ 776083626 w 3416"/>
                  <a:gd name="T1" fmla="*/ 559773543 h 619"/>
                  <a:gd name="T2" fmla="*/ 1082175310 w 3416"/>
                  <a:gd name="T3" fmla="*/ 644652924 h 619"/>
                  <a:gd name="T4" fmla="*/ 1226537933 w 3416"/>
                  <a:gd name="T5" fmla="*/ 540433727 h 619"/>
                  <a:gd name="T6" fmla="*/ 1465332975 w 3416"/>
                  <a:gd name="T7" fmla="*/ 483489175 h 619"/>
                  <a:gd name="T8" fmla="*/ 1810499927 w 3416"/>
                  <a:gd name="T9" fmla="*/ 483489175 h 619"/>
                  <a:gd name="T10" fmla="*/ 2030841891 w 3416"/>
                  <a:gd name="T11" fmla="*/ 626386967 h 619"/>
                  <a:gd name="T12" fmla="*/ 2147483646 w 3416"/>
                  <a:gd name="T13" fmla="*/ 663991703 h 619"/>
                  <a:gd name="T14" fmla="*/ 2147483646 w 3416"/>
                  <a:gd name="T15" fmla="*/ 540433727 h 619"/>
                  <a:gd name="T16" fmla="*/ 2147483646 w 3416"/>
                  <a:gd name="T17" fmla="*/ 455554346 h 619"/>
                  <a:gd name="T18" fmla="*/ 2147483646 w 3416"/>
                  <a:gd name="T19" fmla="*/ 455554346 h 619"/>
                  <a:gd name="T20" fmla="*/ 2147483646 w 3416"/>
                  <a:gd name="T21" fmla="*/ 512498899 h 619"/>
                  <a:gd name="T22" fmla="*/ 2147483646 w 3416"/>
                  <a:gd name="T23" fmla="*/ 530763819 h 619"/>
                  <a:gd name="T24" fmla="*/ 2147483646 w 3416"/>
                  <a:gd name="T25" fmla="*/ 351335149 h 619"/>
                  <a:gd name="T26" fmla="*/ 2147483646 w 3416"/>
                  <a:gd name="T27" fmla="*/ 95623147 h 619"/>
                  <a:gd name="T28" fmla="*/ 2147483646 w 3416"/>
                  <a:gd name="T29" fmla="*/ 47274645 h 619"/>
                  <a:gd name="T30" fmla="*/ 2147483646 w 3416"/>
                  <a:gd name="T31" fmla="*/ 113889105 h 619"/>
                  <a:gd name="T32" fmla="*/ 2147483646 w 3416"/>
                  <a:gd name="T33" fmla="*/ 247116989 h 619"/>
                  <a:gd name="T34" fmla="*/ 2147483646 w 3416"/>
                  <a:gd name="T35" fmla="*/ 304061541 h 619"/>
                  <a:gd name="T36" fmla="*/ 2147483646 w 3416"/>
                  <a:gd name="T37" fmla="*/ 170832621 h 619"/>
                  <a:gd name="T38" fmla="*/ 2078600899 w 3416"/>
                  <a:gd name="T39" fmla="*/ 113889105 h 619"/>
                  <a:gd name="T40" fmla="*/ 1906017944 w 3416"/>
                  <a:gd name="T41" fmla="*/ 227777173 h 619"/>
                  <a:gd name="T42" fmla="*/ 1657453564 w 3416"/>
                  <a:gd name="T43" fmla="*/ 361005057 h 619"/>
                  <a:gd name="T44" fmla="*/ 1379583254 w 3416"/>
                  <a:gd name="T45" fmla="*/ 369601107 h 619"/>
                  <a:gd name="T46" fmla="*/ 1139702614 w 3416"/>
                  <a:gd name="T47" fmla="*/ 199842344 h 619"/>
                  <a:gd name="T48" fmla="*/ 1006194927 w 3416"/>
                  <a:gd name="T49" fmla="*/ 161162713 h 619"/>
                  <a:gd name="T50" fmla="*/ 785851922 w 3416"/>
                  <a:gd name="T51" fmla="*/ 218107265 h 619"/>
                  <a:gd name="T52" fmla="*/ 555740620 w 3416"/>
                  <a:gd name="T53" fmla="*/ 284721725 h 619"/>
                  <a:gd name="T54" fmla="*/ 421147335 w 3416"/>
                  <a:gd name="T55" fmla="*/ 180502529 h 619"/>
                  <a:gd name="T56" fmla="*/ 315861022 w 3416"/>
                  <a:gd name="T57" fmla="*/ 170832621 h 619"/>
                  <a:gd name="T58" fmla="*/ 200804330 w 3416"/>
                  <a:gd name="T59" fmla="*/ 237447081 h 619"/>
                  <a:gd name="T60" fmla="*/ 0 w 3416"/>
                  <a:gd name="T61" fmla="*/ 256786897 h 619"/>
                  <a:gd name="T62" fmla="*/ 86834277 w 3416"/>
                  <a:gd name="T63" fmla="*/ 398609794 h 619"/>
                  <a:gd name="T64" fmla="*/ 392925961 w 3416"/>
                  <a:gd name="T65" fmla="*/ 426544623 h 619"/>
                  <a:gd name="T66" fmla="*/ 632806601 w 3416"/>
                  <a:gd name="T67" fmla="*/ 436214530 h 619"/>
                  <a:gd name="T68" fmla="*/ 2147483646 w 3416"/>
                  <a:gd name="T69" fmla="*/ 398609794 h 619"/>
                  <a:gd name="T70" fmla="*/ 2147483646 w 3416"/>
                  <a:gd name="T71" fmla="*/ 474894162 h 619"/>
                  <a:gd name="T72" fmla="*/ 2147483646 w 3416"/>
                  <a:gd name="T73" fmla="*/ 408279702 h 619"/>
                  <a:gd name="T74" fmla="*/ 2147483646 w 3416"/>
                  <a:gd name="T75" fmla="*/ 294391633 h 619"/>
                  <a:gd name="T76" fmla="*/ 2147483646 w 3416"/>
                  <a:gd name="T77" fmla="*/ 142897792 h 619"/>
                  <a:gd name="T78" fmla="*/ 2147483646 w 3416"/>
                  <a:gd name="T79" fmla="*/ 104219197 h 619"/>
                  <a:gd name="T80" fmla="*/ 2147483646 w 3416"/>
                  <a:gd name="T81" fmla="*/ 170832621 h 619"/>
                  <a:gd name="T82" fmla="*/ 2147483646 w 3416"/>
                  <a:gd name="T83" fmla="*/ 388939886 h 619"/>
                  <a:gd name="T84" fmla="*/ 2147483646 w 3416"/>
                  <a:gd name="T85" fmla="*/ 369601107 h 619"/>
                  <a:gd name="T86" fmla="*/ 2147483646 w 3416"/>
                  <a:gd name="T87" fmla="*/ 208437357 h 619"/>
                  <a:gd name="T88" fmla="*/ 2147483646 w 3416"/>
                  <a:gd name="T89" fmla="*/ 275051818 h 619"/>
                  <a:gd name="T90" fmla="*/ 2147483646 w 3416"/>
                  <a:gd name="T91" fmla="*/ 550103635 h 619"/>
                  <a:gd name="T92" fmla="*/ 2147483646 w 3416"/>
                  <a:gd name="T93" fmla="*/ 597378280 h 619"/>
                  <a:gd name="T94" fmla="*/ 2040611229 w 3416"/>
                  <a:gd name="T95" fmla="*/ 474894162 h 619"/>
                  <a:gd name="T96" fmla="*/ 1983083924 w 3416"/>
                  <a:gd name="T97" fmla="*/ 313731449 h 619"/>
                  <a:gd name="T98" fmla="*/ 2011304257 w 3416"/>
                  <a:gd name="T99" fmla="*/ 265381910 h 619"/>
                  <a:gd name="T100" fmla="*/ 1072405972 w 3416"/>
                  <a:gd name="T101" fmla="*/ 569443451 h 619"/>
                  <a:gd name="T102" fmla="*/ 843380268 w 3416"/>
                  <a:gd name="T103" fmla="*/ 512498899 h 619"/>
                  <a:gd name="T104" fmla="*/ 871601642 w 3416"/>
                  <a:gd name="T105" fmla="*/ 369601107 h 619"/>
                  <a:gd name="T106" fmla="*/ 881369938 w 3416"/>
                  <a:gd name="T107" fmla="*/ 247116989 h 619"/>
                  <a:gd name="T108" fmla="*/ 1121250578 w 3416"/>
                  <a:gd name="T109" fmla="*/ 294391633 h 619"/>
                  <a:gd name="T110" fmla="*/ 373388327 w 3416"/>
                  <a:gd name="T111" fmla="*/ 369601107 h 619"/>
                  <a:gd name="T112" fmla="*/ 134593285 w 3416"/>
                  <a:gd name="T113" fmla="*/ 379271015 h 619"/>
                  <a:gd name="T114" fmla="*/ 57528346 w 3416"/>
                  <a:gd name="T115" fmla="*/ 304061541 h 619"/>
                  <a:gd name="T116" fmla="*/ 210573668 w 3416"/>
                  <a:gd name="T117" fmla="*/ 284721725 h 619"/>
                  <a:gd name="T118" fmla="*/ 315861022 w 3416"/>
                  <a:gd name="T119" fmla="*/ 256786897 h 619"/>
                  <a:gd name="T120" fmla="*/ 412463595 w 3416"/>
                  <a:gd name="T121" fmla="*/ 351335149 h 61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3416" h="619">
                    <a:moveTo>
                      <a:pt x="741" y="415"/>
                    </a:moveTo>
                    <a:lnTo>
                      <a:pt x="741" y="415"/>
                    </a:lnTo>
                    <a:lnTo>
                      <a:pt x="733" y="433"/>
                    </a:lnTo>
                    <a:lnTo>
                      <a:pt x="733" y="450"/>
                    </a:lnTo>
                    <a:lnTo>
                      <a:pt x="724" y="459"/>
                    </a:lnTo>
                    <a:lnTo>
                      <a:pt x="706" y="477"/>
                    </a:lnTo>
                    <a:lnTo>
                      <a:pt x="715" y="503"/>
                    </a:lnTo>
                    <a:lnTo>
                      <a:pt x="715" y="521"/>
                    </a:lnTo>
                    <a:lnTo>
                      <a:pt x="715" y="530"/>
                    </a:lnTo>
                    <a:lnTo>
                      <a:pt x="724" y="547"/>
                    </a:lnTo>
                    <a:lnTo>
                      <a:pt x="741" y="565"/>
                    </a:lnTo>
                    <a:lnTo>
                      <a:pt x="777" y="574"/>
                    </a:lnTo>
                    <a:lnTo>
                      <a:pt x="847" y="592"/>
                    </a:lnTo>
                    <a:lnTo>
                      <a:pt x="927" y="600"/>
                    </a:lnTo>
                    <a:lnTo>
                      <a:pt x="997" y="600"/>
                    </a:lnTo>
                    <a:lnTo>
                      <a:pt x="1033" y="600"/>
                    </a:lnTo>
                    <a:lnTo>
                      <a:pt x="1059" y="600"/>
                    </a:lnTo>
                    <a:lnTo>
                      <a:pt x="1094" y="592"/>
                    </a:lnTo>
                    <a:lnTo>
                      <a:pt x="1112" y="565"/>
                    </a:lnTo>
                    <a:lnTo>
                      <a:pt x="1112" y="556"/>
                    </a:lnTo>
                    <a:lnTo>
                      <a:pt x="1121" y="539"/>
                    </a:lnTo>
                    <a:lnTo>
                      <a:pt x="1130" y="512"/>
                    </a:lnTo>
                    <a:lnTo>
                      <a:pt x="1130" y="503"/>
                    </a:lnTo>
                    <a:lnTo>
                      <a:pt x="1121" y="477"/>
                    </a:lnTo>
                    <a:lnTo>
                      <a:pt x="1130" y="442"/>
                    </a:lnTo>
                    <a:lnTo>
                      <a:pt x="1138" y="442"/>
                    </a:lnTo>
                    <a:lnTo>
                      <a:pt x="1174" y="450"/>
                    </a:lnTo>
                    <a:lnTo>
                      <a:pt x="1271" y="459"/>
                    </a:lnTo>
                    <a:lnTo>
                      <a:pt x="1306" y="459"/>
                    </a:lnTo>
                    <a:lnTo>
                      <a:pt x="1350" y="450"/>
                    </a:lnTo>
                    <a:lnTo>
                      <a:pt x="1394" y="442"/>
                    </a:lnTo>
                    <a:lnTo>
                      <a:pt x="1447" y="450"/>
                    </a:lnTo>
                    <a:lnTo>
                      <a:pt x="1518" y="450"/>
                    </a:lnTo>
                    <a:lnTo>
                      <a:pt x="1544" y="459"/>
                    </a:lnTo>
                    <a:lnTo>
                      <a:pt x="1571" y="459"/>
                    </a:lnTo>
                    <a:lnTo>
                      <a:pt x="1588" y="459"/>
                    </a:lnTo>
                    <a:lnTo>
                      <a:pt x="1633" y="459"/>
                    </a:lnTo>
                    <a:lnTo>
                      <a:pt x="1668" y="450"/>
                    </a:lnTo>
                    <a:lnTo>
                      <a:pt x="1721" y="433"/>
                    </a:lnTo>
                    <a:lnTo>
                      <a:pt x="1774" y="433"/>
                    </a:lnTo>
                    <a:lnTo>
                      <a:pt x="1783" y="433"/>
                    </a:lnTo>
                    <a:lnTo>
                      <a:pt x="1809" y="433"/>
                    </a:lnTo>
                    <a:lnTo>
                      <a:pt x="1836" y="433"/>
                    </a:lnTo>
                    <a:lnTo>
                      <a:pt x="1836" y="450"/>
                    </a:lnTo>
                    <a:lnTo>
                      <a:pt x="1853" y="547"/>
                    </a:lnTo>
                    <a:lnTo>
                      <a:pt x="1862" y="565"/>
                    </a:lnTo>
                    <a:lnTo>
                      <a:pt x="1871" y="583"/>
                    </a:lnTo>
                    <a:lnTo>
                      <a:pt x="1888" y="600"/>
                    </a:lnTo>
                    <a:lnTo>
                      <a:pt x="1915" y="609"/>
                    </a:lnTo>
                    <a:lnTo>
                      <a:pt x="1924" y="609"/>
                    </a:lnTo>
                    <a:lnTo>
                      <a:pt x="1933" y="609"/>
                    </a:lnTo>
                    <a:lnTo>
                      <a:pt x="1977" y="609"/>
                    </a:lnTo>
                    <a:lnTo>
                      <a:pt x="2074" y="618"/>
                    </a:lnTo>
                    <a:lnTo>
                      <a:pt x="2100" y="618"/>
                    </a:lnTo>
                    <a:lnTo>
                      <a:pt x="2153" y="618"/>
                    </a:lnTo>
                    <a:lnTo>
                      <a:pt x="2206" y="609"/>
                    </a:lnTo>
                    <a:lnTo>
                      <a:pt x="2250" y="592"/>
                    </a:lnTo>
                    <a:lnTo>
                      <a:pt x="2294" y="556"/>
                    </a:lnTo>
                    <a:lnTo>
                      <a:pt x="2303" y="556"/>
                    </a:lnTo>
                    <a:lnTo>
                      <a:pt x="2312" y="539"/>
                    </a:lnTo>
                    <a:lnTo>
                      <a:pt x="2312" y="521"/>
                    </a:lnTo>
                    <a:lnTo>
                      <a:pt x="2312" y="503"/>
                    </a:lnTo>
                    <a:lnTo>
                      <a:pt x="2303" y="468"/>
                    </a:lnTo>
                    <a:lnTo>
                      <a:pt x="2294" y="450"/>
                    </a:lnTo>
                    <a:lnTo>
                      <a:pt x="2294" y="442"/>
                    </a:lnTo>
                    <a:lnTo>
                      <a:pt x="2303" y="433"/>
                    </a:lnTo>
                    <a:lnTo>
                      <a:pt x="2321" y="433"/>
                    </a:lnTo>
                    <a:lnTo>
                      <a:pt x="2330" y="433"/>
                    </a:lnTo>
                    <a:lnTo>
                      <a:pt x="2338" y="424"/>
                    </a:lnTo>
                    <a:lnTo>
                      <a:pt x="2347" y="424"/>
                    </a:lnTo>
                    <a:lnTo>
                      <a:pt x="2356" y="424"/>
                    </a:lnTo>
                    <a:lnTo>
                      <a:pt x="2391" y="433"/>
                    </a:lnTo>
                    <a:lnTo>
                      <a:pt x="2427" y="433"/>
                    </a:lnTo>
                    <a:lnTo>
                      <a:pt x="2453" y="433"/>
                    </a:lnTo>
                    <a:lnTo>
                      <a:pt x="2506" y="433"/>
                    </a:lnTo>
                    <a:lnTo>
                      <a:pt x="2550" y="424"/>
                    </a:lnTo>
                    <a:lnTo>
                      <a:pt x="2568" y="415"/>
                    </a:lnTo>
                    <a:lnTo>
                      <a:pt x="2577" y="415"/>
                    </a:lnTo>
                    <a:lnTo>
                      <a:pt x="2612" y="424"/>
                    </a:lnTo>
                    <a:lnTo>
                      <a:pt x="2656" y="442"/>
                    </a:lnTo>
                    <a:lnTo>
                      <a:pt x="2709" y="459"/>
                    </a:lnTo>
                    <a:lnTo>
                      <a:pt x="2762" y="468"/>
                    </a:lnTo>
                    <a:lnTo>
                      <a:pt x="2788" y="468"/>
                    </a:lnTo>
                    <a:lnTo>
                      <a:pt x="2824" y="477"/>
                    </a:lnTo>
                    <a:lnTo>
                      <a:pt x="2947" y="503"/>
                    </a:lnTo>
                    <a:lnTo>
                      <a:pt x="2956" y="503"/>
                    </a:lnTo>
                    <a:lnTo>
                      <a:pt x="3000" y="512"/>
                    </a:lnTo>
                    <a:lnTo>
                      <a:pt x="3018" y="512"/>
                    </a:lnTo>
                    <a:lnTo>
                      <a:pt x="3106" y="503"/>
                    </a:lnTo>
                    <a:lnTo>
                      <a:pt x="3141" y="494"/>
                    </a:lnTo>
                    <a:lnTo>
                      <a:pt x="3177" y="494"/>
                    </a:lnTo>
                    <a:lnTo>
                      <a:pt x="3186" y="494"/>
                    </a:lnTo>
                    <a:lnTo>
                      <a:pt x="3239" y="486"/>
                    </a:lnTo>
                    <a:lnTo>
                      <a:pt x="3300" y="459"/>
                    </a:lnTo>
                    <a:lnTo>
                      <a:pt x="3353" y="424"/>
                    </a:lnTo>
                    <a:lnTo>
                      <a:pt x="3380" y="397"/>
                    </a:lnTo>
                    <a:lnTo>
                      <a:pt x="3397" y="371"/>
                    </a:lnTo>
                    <a:lnTo>
                      <a:pt x="3415" y="327"/>
                    </a:lnTo>
                    <a:lnTo>
                      <a:pt x="3415" y="309"/>
                    </a:lnTo>
                    <a:lnTo>
                      <a:pt x="3415" y="292"/>
                    </a:lnTo>
                    <a:lnTo>
                      <a:pt x="3397" y="256"/>
                    </a:lnTo>
                    <a:lnTo>
                      <a:pt x="3389" y="247"/>
                    </a:lnTo>
                    <a:lnTo>
                      <a:pt x="3353" y="194"/>
                    </a:lnTo>
                    <a:lnTo>
                      <a:pt x="3318" y="150"/>
                    </a:lnTo>
                    <a:lnTo>
                      <a:pt x="3309" y="142"/>
                    </a:lnTo>
                    <a:lnTo>
                      <a:pt x="3256" y="89"/>
                    </a:lnTo>
                    <a:lnTo>
                      <a:pt x="3177" y="27"/>
                    </a:lnTo>
                    <a:lnTo>
                      <a:pt x="3141" y="9"/>
                    </a:lnTo>
                    <a:lnTo>
                      <a:pt x="3106" y="0"/>
                    </a:lnTo>
                    <a:lnTo>
                      <a:pt x="3027" y="9"/>
                    </a:lnTo>
                    <a:lnTo>
                      <a:pt x="2991" y="18"/>
                    </a:lnTo>
                    <a:lnTo>
                      <a:pt x="2956" y="27"/>
                    </a:lnTo>
                    <a:lnTo>
                      <a:pt x="2939" y="44"/>
                    </a:lnTo>
                    <a:lnTo>
                      <a:pt x="2903" y="44"/>
                    </a:lnTo>
                    <a:lnTo>
                      <a:pt x="2886" y="53"/>
                    </a:lnTo>
                    <a:lnTo>
                      <a:pt x="2824" y="62"/>
                    </a:lnTo>
                    <a:lnTo>
                      <a:pt x="2762" y="71"/>
                    </a:lnTo>
                    <a:lnTo>
                      <a:pt x="2727" y="71"/>
                    </a:lnTo>
                    <a:lnTo>
                      <a:pt x="2691" y="89"/>
                    </a:lnTo>
                    <a:lnTo>
                      <a:pt x="2665" y="106"/>
                    </a:lnTo>
                    <a:lnTo>
                      <a:pt x="2665" y="115"/>
                    </a:lnTo>
                    <a:lnTo>
                      <a:pt x="2656" y="106"/>
                    </a:lnTo>
                    <a:lnTo>
                      <a:pt x="2647" y="106"/>
                    </a:lnTo>
                    <a:lnTo>
                      <a:pt x="2630" y="115"/>
                    </a:lnTo>
                    <a:lnTo>
                      <a:pt x="2568" y="159"/>
                    </a:lnTo>
                    <a:lnTo>
                      <a:pt x="2533" y="186"/>
                    </a:lnTo>
                    <a:lnTo>
                      <a:pt x="2480" y="230"/>
                    </a:lnTo>
                    <a:lnTo>
                      <a:pt x="2427" y="274"/>
                    </a:lnTo>
                    <a:lnTo>
                      <a:pt x="2409" y="283"/>
                    </a:lnTo>
                    <a:lnTo>
                      <a:pt x="2391" y="292"/>
                    </a:lnTo>
                    <a:lnTo>
                      <a:pt x="2347" y="292"/>
                    </a:lnTo>
                    <a:lnTo>
                      <a:pt x="2321" y="292"/>
                    </a:lnTo>
                    <a:lnTo>
                      <a:pt x="2286" y="283"/>
                    </a:lnTo>
                    <a:lnTo>
                      <a:pt x="2268" y="283"/>
                    </a:lnTo>
                    <a:lnTo>
                      <a:pt x="2259" y="274"/>
                    </a:lnTo>
                    <a:lnTo>
                      <a:pt x="2250" y="247"/>
                    </a:lnTo>
                    <a:lnTo>
                      <a:pt x="2224" y="221"/>
                    </a:lnTo>
                    <a:lnTo>
                      <a:pt x="2215" y="212"/>
                    </a:lnTo>
                    <a:lnTo>
                      <a:pt x="2197" y="194"/>
                    </a:lnTo>
                    <a:lnTo>
                      <a:pt x="2188" y="194"/>
                    </a:lnTo>
                    <a:lnTo>
                      <a:pt x="2144" y="159"/>
                    </a:lnTo>
                    <a:lnTo>
                      <a:pt x="2127" y="159"/>
                    </a:lnTo>
                    <a:lnTo>
                      <a:pt x="2109" y="150"/>
                    </a:lnTo>
                    <a:lnTo>
                      <a:pt x="2091" y="133"/>
                    </a:lnTo>
                    <a:lnTo>
                      <a:pt x="2056" y="115"/>
                    </a:lnTo>
                    <a:lnTo>
                      <a:pt x="2012" y="106"/>
                    </a:lnTo>
                    <a:lnTo>
                      <a:pt x="1977" y="97"/>
                    </a:lnTo>
                    <a:lnTo>
                      <a:pt x="1933" y="97"/>
                    </a:lnTo>
                    <a:lnTo>
                      <a:pt x="1915" y="106"/>
                    </a:lnTo>
                    <a:lnTo>
                      <a:pt x="1871" y="124"/>
                    </a:lnTo>
                    <a:lnTo>
                      <a:pt x="1827" y="159"/>
                    </a:lnTo>
                    <a:lnTo>
                      <a:pt x="1818" y="168"/>
                    </a:lnTo>
                    <a:lnTo>
                      <a:pt x="1791" y="186"/>
                    </a:lnTo>
                    <a:lnTo>
                      <a:pt x="1774" y="194"/>
                    </a:lnTo>
                    <a:lnTo>
                      <a:pt x="1756" y="203"/>
                    </a:lnTo>
                    <a:lnTo>
                      <a:pt x="1756" y="212"/>
                    </a:lnTo>
                    <a:lnTo>
                      <a:pt x="1738" y="221"/>
                    </a:lnTo>
                    <a:lnTo>
                      <a:pt x="1703" y="247"/>
                    </a:lnTo>
                    <a:lnTo>
                      <a:pt x="1668" y="283"/>
                    </a:lnTo>
                    <a:lnTo>
                      <a:pt x="1624" y="309"/>
                    </a:lnTo>
                    <a:lnTo>
                      <a:pt x="1597" y="327"/>
                    </a:lnTo>
                    <a:lnTo>
                      <a:pt x="1588" y="336"/>
                    </a:lnTo>
                    <a:lnTo>
                      <a:pt x="1527" y="336"/>
                    </a:lnTo>
                    <a:lnTo>
                      <a:pt x="1518" y="336"/>
                    </a:lnTo>
                    <a:lnTo>
                      <a:pt x="1500" y="344"/>
                    </a:lnTo>
                    <a:lnTo>
                      <a:pt x="1483" y="344"/>
                    </a:lnTo>
                    <a:lnTo>
                      <a:pt x="1412" y="353"/>
                    </a:lnTo>
                    <a:lnTo>
                      <a:pt x="1368" y="344"/>
                    </a:lnTo>
                    <a:lnTo>
                      <a:pt x="1341" y="344"/>
                    </a:lnTo>
                    <a:lnTo>
                      <a:pt x="1315" y="344"/>
                    </a:lnTo>
                    <a:lnTo>
                      <a:pt x="1271" y="344"/>
                    </a:lnTo>
                    <a:lnTo>
                      <a:pt x="1253" y="344"/>
                    </a:lnTo>
                    <a:lnTo>
                      <a:pt x="1244" y="327"/>
                    </a:lnTo>
                    <a:lnTo>
                      <a:pt x="1236" y="318"/>
                    </a:lnTo>
                    <a:lnTo>
                      <a:pt x="1165" y="265"/>
                    </a:lnTo>
                    <a:lnTo>
                      <a:pt x="1103" y="230"/>
                    </a:lnTo>
                    <a:lnTo>
                      <a:pt x="1094" y="221"/>
                    </a:lnTo>
                    <a:lnTo>
                      <a:pt x="1077" y="203"/>
                    </a:lnTo>
                    <a:lnTo>
                      <a:pt x="1050" y="186"/>
                    </a:lnTo>
                    <a:lnTo>
                      <a:pt x="1033" y="177"/>
                    </a:lnTo>
                    <a:lnTo>
                      <a:pt x="997" y="159"/>
                    </a:lnTo>
                    <a:lnTo>
                      <a:pt x="971" y="159"/>
                    </a:lnTo>
                    <a:lnTo>
                      <a:pt x="962" y="159"/>
                    </a:lnTo>
                    <a:lnTo>
                      <a:pt x="953" y="150"/>
                    </a:lnTo>
                    <a:lnTo>
                      <a:pt x="927" y="150"/>
                    </a:lnTo>
                    <a:lnTo>
                      <a:pt x="918" y="150"/>
                    </a:lnTo>
                    <a:lnTo>
                      <a:pt x="891" y="150"/>
                    </a:lnTo>
                    <a:lnTo>
                      <a:pt x="830" y="159"/>
                    </a:lnTo>
                    <a:lnTo>
                      <a:pt x="803" y="159"/>
                    </a:lnTo>
                    <a:lnTo>
                      <a:pt x="759" y="177"/>
                    </a:lnTo>
                    <a:lnTo>
                      <a:pt x="741" y="186"/>
                    </a:lnTo>
                    <a:lnTo>
                      <a:pt x="724" y="203"/>
                    </a:lnTo>
                    <a:lnTo>
                      <a:pt x="706" y="230"/>
                    </a:lnTo>
                    <a:lnTo>
                      <a:pt x="706" y="239"/>
                    </a:lnTo>
                    <a:lnTo>
                      <a:pt x="697" y="239"/>
                    </a:lnTo>
                    <a:lnTo>
                      <a:pt x="671" y="239"/>
                    </a:lnTo>
                    <a:lnTo>
                      <a:pt x="600" y="256"/>
                    </a:lnTo>
                    <a:lnTo>
                      <a:pt x="538" y="265"/>
                    </a:lnTo>
                    <a:lnTo>
                      <a:pt x="521" y="265"/>
                    </a:lnTo>
                    <a:lnTo>
                      <a:pt x="512" y="265"/>
                    </a:lnTo>
                    <a:lnTo>
                      <a:pt x="494" y="256"/>
                    </a:lnTo>
                    <a:lnTo>
                      <a:pt x="494" y="247"/>
                    </a:lnTo>
                    <a:lnTo>
                      <a:pt x="494" y="230"/>
                    </a:lnTo>
                    <a:lnTo>
                      <a:pt x="477" y="221"/>
                    </a:lnTo>
                    <a:lnTo>
                      <a:pt x="433" y="186"/>
                    </a:lnTo>
                    <a:lnTo>
                      <a:pt x="424" y="177"/>
                    </a:lnTo>
                    <a:lnTo>
                      <a:pt x="406" y="168"/>
                    </a:lnTo>
                    <a:lnTo>
                      <a:pt x="388" y="168"/>
                    </a:lnTo>
                    <a:lnTo>
                      <a:pt x="362" y="159"/>
                    </a:lnTo>
                    <a:lnTo>
                      <a:pt x="344" y="159"/>
                    </a:lnTo>
                    <a:lnTo>
                      <a:pt x="335" y="159"/>
                    </a:lnTo>
                    <a:lnTo>
                      <a:pt x="327" y="159"/>
                    </a:lnTo>
                    <a:lnTo>
                      <a:pt x="300" y="159"/>
                    </a:lnTo>
                    <a:lnTo>
                      <a:pt x="291" y="159"/>
                    </a:lnTo>
                    <a:lnTo>
                      <a:pt x="283" y="159"/>
                    </a:lnTo>
                    <a:lnTo>
                      <a:pt x="265" y="168"/>
                    </a:lnTo>
                    <a:lnTo>
                      <a:pt x="247" y="177"/>
                    </a:lnTo>
                    <a:lnTo>
                      <a:pt x="238" y="186"/>
                    </a:lnTo>
                    <a:lnTo>
                      <a:pt x="230" y="186"/>
                    </a:lnTo>
                    <a:lnTo>
                      <a:pt x="221" y="194"/>
                    </a:lnTo>
                    <a:lnTo>
                      <a:pt x="203" y="203"/>
                    </a:lnTo>
                    <a:lnTo>
                      <a:pt x="185" y="221"/>
                    </a:lnTo>
                    <a:lnTo>
                      <a:pt x="168" y="230"/>
                    </a:lnTo>
                    <a:lnTo>
                      <a:pt x="133" y="230"/>
                    </a:lnTo>
                    <a:lnTo>
                      <a:pt x="106" y="221"/>
                    </a:lnTo>
                    <a:lnTo>
                      <a:pt x="44" y="203"/>
                    </a:lnTo>
                    <a:lnTo>
                      <a:pt x="27" y="203"/>
                    </a:lnTo>
                    <a:lnTo>
                      <a:pt x="9" y="212"/>
                    </a:lnTo>
                    <a:lnTo>
                      <a:pt x="0" y="230"/>
                    </a:lnTo>
                    <a:lnTo>
                      <a:pt x="0" y="239"/>
                    </a:lnTo>
                    <a:lnTo>
                      <a:pt x="0" y="247"/>
                    </a:lnTo>
                    <a:lnTo>
                      <a:pt x="0" y="256"/>
                    </a:lnTo>
                    <a:lnTo>
                      <a:pt x="9" y="274"/>
                    </a:lnTo>
                    <a:lnTo>
                      <a:pt x="9" y="300"/>
                    </a:lnTo>
                    <a:lnTo>
                      <a:pt x="27" y="327"/>
                    </a:lnTo>
                    <a:lnTo>
                      <a:pt x="53" y="353"/>
                    </a:lnTo>
                    <a:lnTo>
                      <a:pt x="80" y="371"/>
                    </a:lnTo>
                    <a:lnTo>
                      <a:pt x="97" y="389"/>
                    </a:lnTo>
                    <a:lnTo>
                      <a:pt x="133" y="406"/>
                    </a:lnTo>
                    <a:lnTo>
                      <a:pt x="177" y="415"/>
                    </a:lnTo>
                    <a:lnTo>
                      <a:pt x="203" y="415"/>
                    </a:lnTo>
                    <a:lnTo>
                      <a:pt x="221" y="415"/>
                    </a:lnTo>
                    <a:lnTo>
                      <a:pt x="230" y="415"/>
                    </a:lnTo>
                    <a:lnTo>
                      <a:pt x="300" y="406"/>
                    </a:lnTo>
                    <a:lnTo>
                      <a:pt x="362" y="397"/>
                    </a:lnTo>
                    <a:lnTo>
                      <a:pt x="371" y="397"/>
                    </a:lnTo>
                    <a:lnTo>
                      <a:pt x="406" y="397"/>
                    </a:lnTo>
                    <a:lnTo>
                      <a:pt x="433" y="389"/>
                    </a:lnTo>
                    <a:lnTo>
                      <a:pt x="450" y="389"/>
                    </a:lnTo>
                    <a:lnTo>
                      <a:pt x="494" y="397"/>
                    </a:lnTo>
                    <a:lnTo>
                      <a:pt x="538" y="397"/>
                    </a:lnTo>
                    <a:lnTo>
                      <a:pt x="583" y="406"/>
                    </a:lnTo>
                    <a:lnTo>
                      <a:pt x="600" y="406"/>
                    </a:lnTo>
                    <a:lnTo>
                      <a:pt x="662" y="415"/>
                    </a:lnTo>
                    <a:lnTo>
                      <a:pt x="697" y="415"/>
                    </a:lnTo>
                    <a:lnTo>
                      <a:pt x="733" y="406"/>
                    </a:lnTo>
                    <a:lnTo>
                      <a:pt x="741" y="415"/>
                    </a:lnTo>
                    <a:close/>
                    <a:moveTo>
                      <a:pt x="2974" y="344"/>
                    </a:moveTo>
                    <a:lnTo>
                      <a:pt x="2974" y="344"/>
                    </a:lnTo>
                    <a:lnTo>
                      <a:pt x="2965" y="353"/>
                    </a:lnTo>
                    <a:lnTo>
                      <a:pt x="2965" y="362"/>
                    </a:lnTo>
                    <a:lnTo>
                      <a:pt x="2965" y="371"/>
                    </a:lnTo>
                    <a:lnTo>
                      <a:pt x="2974" y="389"/>
                    </a:lnTo>
                    <a:lnTo>
                      <a:pt x="2983" y="397"/>
                    </a:lnTo>
                    <a:lnTo>
                      <a:pt x="3044" y="442"/>
                    </a:lnTo>
                    <a:lnTo>
                      <a:pt x="3036" y="442"/>
                    </a:lnTo>
                    <a:lnTo>
                      <a:pt x="2991" y="442"/>
                    </a:lnTo>
                    <a:lnTo>
                      <a:pt x="2956" y="442"/>
                    </a:lnTo>
                    <a:lnTo>
                      <a:pt x="2939" y="433"/>
                    </a:lnTo>
                    <a:lnTo>
                      <a:pt x="2868" y="424"/>
                    </a:lnTo>
                    <a:lnTo>
                      <a:pt x="2788" y="406"/>
                    </a:lnTo>
                    <a:lnTo>
                      <a:pt x="2771" y="397"/>
                    </a:lnTo>
                    <a:lnTo>
                      <a:pt x="2727" y="389"/>
                    </a:lnTo>
                    <a:lnTo>
                      <a:pt x="2656" y="380"/>
                    </a:lnTo>
                    <a:lnTo>
                      <a:pt x="2638" y="371"/>
                    </a:lnTo>
                    <a:lnTo>
                      <a:pt x="2603" y="362"/>
                    </a:lnTo>
                    <a:lnTo>
                      <a:pt x="2594" y="353"/>
                    </a:lnTo>
                    <a:lnTo>
                      <a:pt x="2586" y="336"/>
                    </a:lnTo>
                    <a:lnTo>
                      <a:pt x="2586" y="327"/>
                    </a:lnTo>
                    <a:lnTo>
                      <a:pt x="2577" y="309"/>
                    </a:lnTo>
                    <a:lnTo>
                      <a:pt x="2577" y="292"/>
                    </a:lnTo>
                    <a:lnTo>
                      <a:pt x="2594" y="274"/>
                    </a:lnTo>
                    <a:lnTo>
                      <a:pt x="2603" y="256"/>
                    </a:lnTo>
                    <a:lnTo>
                      <a:pt x="2612" y="247"/>
                    </a:lnTo>
                    <a:lnTo>
                      <a:pt x="2647" y="203"/>
                    </a:lnTo>
                    <a:lnTo>
                      <a:pt x="2674" y="177"/>
                    </a:lnTo>
                    <a:lnTo>
                      <a:pt x="2709" y="150"/>
                    </a:lnTo>
                    <a:lnTo>
                      <a:pt x="2744" y="142"/>
                    </a:lnTo>
                    <a:lnTo>
                      <a:pt x="2771" y="133"/>
                    </a:lnTo>
                    <a:lnTo>
                      <a:pt x="2797" y="133"/>
                    </a:lnTo>
                    <a:lnTo>
                      <a:pt x="2815" y="124"/>
                    </a:lnTo>
                    <a:lnTo>
                      <a:pt x="2841" y="124"/>
                    </a:lnTo>
                    <a:lnTo>
                      <a:pt x="2877" y="124"/>
                    </a:lnTo>
                    <a:lnTo>
                      <a:pt x="2921" y="115"/>
                    </a:lnTo>
                    <a:lnTo>
                      <a:pt x="2947" y="106"/>
                    </a:lnTo>
                    <a:lnTo>
                      <a:pt x="2974" y="97"/>
                    </a:lnTo>
                    <a:lnTo>
                      <a:pt x="3000" y="80"/>
                    </a:lnTo>
                    <a:lnTo>
                      <a:pt x="3044" y="71"/>
                    </a:lnTo>
                    <a:lnTo>
                      <a:pt x="3089" y="71"/>
                    </a:lnTo>
                    <a:lnTo>
                      <a:pt x="3097" y="71"/>
                    </a:lnTo>
                    <a:lnTo>
                      <a:pt x="3141" y="80"/>
                    </a:lnTo>
                    <a:lnTo>
                      <a:pt x="3194" y="115"/>
                    </a:lnTo>
                    <a:lnTo>
                      <a:pt x="3247" y="159"/>
                    </a:lnTo>
                    <a:lnTo>
                      <a:pt x="3274" y="203"/>
                    </a:lnTo>
                    <a:lnTo>
                      <a:pt x="3300" y="221"/>
                    </a:lnTo>
                    <a:lnTo>
                      <a:pt x="3318" y="256"/>
                    </a:lnTo>
                    <a:lnTo>
                      <a:pt x="3327" y="265"/>
                    </a:lnTo>
                    <a:lnTo>
                      <a:pt x="3336" y="300"/>
                    </a:lnTo>
                    <a:lnTo>
                      <a:pt x="3344" y="336"/>
                    </a:lnTo>
                    <a:lnTo>
                      <a:pt x="3336" y="344"/>
                    </a:lnTo>
                    <a:lnTo>
                      <a:pt x="3318" y="362"/>
                    </a:lnTo>
                    <a:lnTo>
                      <a:pt x="3230" y="415"/>
                    </a:lnTo>
                    <a:lnTo>
                      <a:pt x="3203" y="424"/>
                    </a:lnTo>
                    <a:lnTo>
                      <a:pt x="3186" y="424"/>
                    </a:lnTo>
                    <a:lnTo>
                      <a:pt x="3133" y="415"/>
                    </a:lnTo>
                    <a:lnTo>
                      <a:pt x="3062" y="389"/>
                    </a:lnTo>
                    <a:lnTo>
                      <a:pt x="3000" y="353"/>
                    </a:lnTo>
                    <a:lnTo>
                      <a:pt x="2991" y="344"/>
                    </a:lnTo>
                    <a:lnTo>
                      <a:pt x="2974" y="344"/>
                    </a:lnTo>
                    <a:close/>
                    <a:moveTo>
                      <a:pt x="1853" y="239"/>
                    </a:moveTo>
                    <a:lnTo>
                      <a:pt x="1853" y="239"/>
                    </a:lnTo>
                    <a:lnTo>
                      <a:pt x="1862" y="230"/>
                    </a:lnTo>
                    <a:lnTo>
                      <a:pt x="1915" y="212"/>
                    </a:lnTo>
                    <a:lnTo>
                      <a:pt x="1950" y="203"/>
                    </a:lnTo>
                    <a:lnTo>
                      <a:pt x="1986" y="194"/>
                    </a:lnTo>
                    <a:lnTo>
                      <a:pt x="2021" y="194"/>
                    </a:lnTo>
                    <a:lnTo>
                      <a:pt x="2047" y="194"/>
                    </a:lnTo>
                    <a:lnTo>
                      <a:pt x="2083" y="203"/>
                    </a:lnTo>
                    <a:lnTo>
                      <a:pt x="2109" y="221"/>
                    </a:lnTo>
                    <a:lnTo>
                      <a:pt x="2109" y="230"/>
                    </a:lnTo>
                    <a:lnTo>
                      <a:pt x="2118" y="247"/>
                    </a:lnTo>
                    <a:lnTo>
                      <a:pt x="2136" y="256"/>
                    </a:lnTo>
                    <a:lnTo>
                      <a:pt x="2162" y="274"/>
                    </a:lnTo>
                    <a:lnTo>
                      <a:pt x="2206" y="309"/>
                    </a:lnTo>
                    <a:lnTo>
                      <a:pt x="2233" y="362"/>
                    </a:lnTo>
                    <a:lnTo>
                      <a:pt x="2241" y="415"/>
                    </a:lnTo>
                    <a:lnTo>
                      <a:pt x="2250" y="442"/>
                    </a:lnTo>
                    <a:lnTo>
                      <a:pt x="2259" y="477"/>
                    </a:lnTo>
                    <a:lnTo>
                      <a:pt x="2259" y="494"/>
                    </a:lnTo>
                    <a:lnTo>
                      <a:pt x="2250" y="512"/>
                    </a:lnTo>
                    <a:lnTo>
                      <a:pt x="2215" y="530"/>
                    </a:lnTo>
                    <a:lnTo>
                      <a:pt x="2180" y="547"/>
                    </a:lnTo>
                    <a:lnTo>
                      <a:pt x="2136" y="556"/>
                    </a:lnTo>
                    <a:lnTo>
                      <a:pt x="2109" y="565"/>
                    </a:lnTo>
                    <a:lnTo>
                      <a:pt x="2083" y="574"/>
                    </a:lnTo>
                    <a:lnTo>
                      <a:pt x="2030" y="565"/>
                    </a:lnTo>
                    <a:lnTo>
                      <a:pt x="1994" y="556"/>
                    </a:lnTo>
                    <a:lnTo>
                      <a:pt x="1968" y="547"/>
                    </a:lnTo>
                    <a:lnTo>
                      <a:pt x="1933" y="539"/>
                    </a:lnTo>
                    <a:lnTo>
                      <a:pt x="1924" y="539"/>
                    </a:lnTo>
                    <a:lnTo>
                      <a:pt x="1897" y="530"/>
                    </a:lnTo>
                    <a:lnTo>
                      <a:pt x="1888" y="521"/>
                    </a:lnTo>
                    <a:lnTo>
                      <a:pt x="1888" y="486"/>
                    </a:lnTo>
                    <a:lnTo>
                      <a:pt x="1880" y="450"/>
                    </a:lnTo>
                    <a:lnTo>
                      <a:pt x="1880" y="442"/>
                    </a:lnTo>
                    <a:lnTo>
                      <a:pt x="1871" y="424"/>
                    </a:lnTo>
                    <a:lnTo>
                      <a:pt x="1871" y="406"/>
                    </a:lnTo>
                    <a:lnTo>
                      <a:pt x="1871" y="380"/>
                    </a:lnTo>
                    <a:lnTo>
                      <a:pt x="1862" y="327"/>
                    </a:lnTo>
                    <a:lnTo>
                      <a:pt x="1844" y="300"/>
                    </a:lnTo>
                    <a:lnTo>
                      <a:pt x="1827" y="292"/>
                    </a:lnTo>
                    <a:lnTo>
                      <a:pt x="1818" y="283"/>
                    </a:lnTo>
                    <a:lnTo>
                      <a:pt x="1827" y="283"/>
                    </a:lnTo>
                    <a:lnTo>
                      <a:pt x="1836" y="274"/>
                    </a:lnTo>
                    <a:lnTo>
                      <a:pt x="1844" y="256"/>
                    </a:lnTo>
                    <a:lnTo>
                      <a:pt x="1844" y="247"/>
                    </a:lnTo>
                    <a:lnTo>
                      <a:pt x="1853" y="247"/>
                    </a:lnTo>
                    <a:lnTo>
                      <a:pt x="1853" y="239"/>
                    </a:lnTo>
                    <a:close/>
                    <a:moveTo>
                      <a:pt x="1077" y="477"/>
                    </a:moveTo>
                    <a:lnTo>
                      <a:pt x="1077" y="477"/>
                    </a:lnTo>
                    <a:lnTo>
                      <a:pt x="1077" y="494"/>
                    </a:lnTo>
                    <a:lnTo>
                      <a:pt x="1068" y="512"/>
                    </a:lnTo>
                    <a:lnTo>
                      <a:pt x="1059" y="530"/>
                    </a:lnTo>
                    <a:lnTo>
                      <a:pt x="1050" y="530"/>
                    </a:lnTo>
                    <a:lnTo>
                      <a:pt x="1024" y="530"/>
                    </a:lnTo>
                    <a:lnTo>
                      <a:pt x="988" y="530"/>
                    </a:lnTo>
                    <a:lnTo>
                      <a:pt x="936" y="539"/>
                    </a:lnTo>
                    <a:lnTo>
                      <a:pt x="883" y="530"/>
                    </a:lnTo>
                    <a:lnTo>
                      <a:pt x="856" y="521"/>
                    </a:lnTo>
                    <a:lnTo>
                      <a:pt x="838" y="521"/>
                    </a:lnTo>
                    <a:lnTo>
                      <a:pt x="786" y="503"/>
                    </a:lnTo>
                    <a:lnTo>
                      <a:pt x="768" y="503"/>
                    </a:lnTo>
                    <a:lnTo>
                      <a:pt x="777" y="494"/>
                    </a:lnTo>
                    <a:lnTo>
                      <a:pt x="777" y="477"/>
                    </a:lnTo>
                    <a:lnTo>
                      <a:pt x="786" y="459"/>
                    </a:lnTo>
                    <a:lnTo>
                      <a:pt x="794" y="450"/>
                    </a:lnTo>
                    <a:lnTo>
                      <a:pt x="803" y="442"/>
                    </a:lnTo>
                    <a:lnTo>
                      <a:pt x="794" y="424"/>
                    </a:lnTo>
                    <a:lnTo>
                      <a:pt x="794" y="415"/>
                    </a:lnTo>
                    <a:lnTo>
                      <a:pt x="794" y="389"/>
                    </a:lnTo>
                    <a:lnTo>
                      <a:pt x="803" y="353"/>
                    </a:lnTo>
                    <a:lnTo>
                      <a:pt x="803" y="344"/>
                    </a:lnTo>
                    <a:lnTo>
                      <a:pt x="794" y="327"/>
                    </a:lnTo>
                    <a:lnTo>
                      <a:pt x="786" y="300"/>
                    </a:lnTo>
                    <a:lnTo>
                      <a:pt x="768" y="292"/>
                    </a:lnTo>
                    <a:lnTo>
                      <a:pt x="759" y="274"/>
                    </a:lnTo>
                    <a:lnTo>
                      <a:pt x="759" y="265"/>
                    </a:lnTo>
                    <a:lnTo>
                      <a:pt x="768" y="256"/>
                    </a:lnTo>
                    <a:lnTo>
                      <a:pt x="786" y="239"/>
                    </a:lnTo>
                    <a:lnTo>
                      <a:pt x="812" y="230"/>
                    </a:lnTo>
                    <a:lnTo>
                      <a:pt x="856" y="221"/>
                    </a:lnTo>
                    <a:lnTo>
                      <a:pt x="900" y="221"/>
                    </a:lnTo>
                    <a:lnTo>
                      <a:pt x="918" y="221"/>
                    </a:lnTo>
                    <a:lnTo>
                      <a:pt x="936" y="230"/>
                    </a:lnTo>
                    <a:lnTo>
                      <a:pt x="953" y="239"/>
                    </a:lnTo>
                    <a:lnTo>
                      <a:pt x="962" y="247"/>
                    </a:lnTo>
                    <a:lnTo>
                      <a:pt x="997" y="256"/>
                    </a:lnTo>
                    <a:lnTo>
                      <a:pt x="1033" y="274"/>
                    </a:lnTo>
                    <a:lnTo>
                      <a:pt x="1050" y="300"/>
                    </a:lnTo>
                    <a:lnTo>
                      <a:pt x="1077" y="327"/>
                    </a:lnTo>
                    <a:lnTo>
                      <a:pt x="1086" y="380"/>
                    </a:lnTo>
                    <a:lnTo>
                      <a:pt x="1086" y="433"/>
                    </a:lnTo>
                    <a:lnTo>
                      <a:pt x="1077" y="450"/>
                    </a:lnTo>
                    <a:lnTo>
                      <a:pt x="1077" y="477"/>
                    </a:lnTo>
                    <a:close/>
                    <a:moveTo>
                      <a:pt x="353" y="336"/>
                    </a:moveTo>
                    <a:lnTo>
                      <a:pt x="353" y="336"/>
                    </a:lnTo>
                    <a:lnTo>
                      <a:pt x="344" y="344"/>
                    </a:lnTo>
                    <a:lnTo>
                      <a:pt x="300" y="353"/>
                    </a:lnTo>
                    <a:lnTo>
                      <a:pt x="256" y="362"/>
                    </a:lnTo>
                    <a:lnTo>
                      <a:pt x="221" y="362"/>
                    </a:lnTo>
                    <a:lnTo>
                      <a:pt x="194" y="362"/>
                    </a:lnTo>
                    <a:lnTo>
                      <a:pt x="159" y="362"/>
                    </a:lnTo>
                    <a:lnTo>
                      <a:pt x="141" y="353"/>
                    </a:lnTo>
                    <a:lnTo>
                      <a:pt x="124" y="353"/>
                    </a:lnTo>
                    <a:lnTo>
                      <a:pt x="97" y="344"/>
                    </a:lnTo>
                    <a:lnTo>
                      <a:pt x="80" y="327"/>
                    </a:lnTo>
                    <a:lnTo>
                      <a:pt x="71" y="318"/>
                    </a:lnTo>
                    <a:lnTo>
                      <a:pt x="62" y="318"/>
                    </a:lnTo>
                    <a:lnTo>
                      <a:pt x="62" y="309"/>
                    </a:lnTo>
                    <a:lnTo>
                      <a:pt x="62" y="292"/>
                    </a:lnTo>
                    <a:lnTo>
                      <a:pt x="53" y="283"/>
                    </a:lnTo>
                    <a:lnTo>
                      <a:pt x="53" y="274"/>
                    </a:lnTo>
                    <a:lnTo>
                      <a:pt x="53" y="265"/>
                    </a:lnTo>
                    <a:lnTo>
                      <a:pt x="71" y="256"/>
                    </a:lnTo>
                    <a:lnTo>
                      <a:pt x="88" y="265"/>
                    </a:lnTo>
                    <a:lnTo>
                      <a:pt x="115" y="274"/>
                    </a:lnTo>
                    <a:lnTo>
                      <a:pt x="141" y="274"/>
                    </a:lnTo>
                    <a:lnTo>
                      <a:pt x="194" y="265"/>
                    </a:lnTo>
                    <a:lnTo>
                      <a:pt x="203" y="265"/>
                    </a:lnTo>
                    <a:lnTo>
                      <a:pt x="230" y="256"/>
                    </a:lnTo>
                    <a:lnTo>
                      <a:pt x="247" y="247"/>
                    </a:lnTo>
                    <a:lnTo>
                      <a:pt x="256" y="239"/>
                    </a:lnTo>
                    <a:lnTo>
                      <a:pt x="274" y="230"/>
                    </a:lnTo>
                    <a:lnTo>
                      <a:pt x="283" y="230"/>
                    </a:lnTo>
                    <a:lnTo>
                      <a:pt x="291" y="239"/>
                    </a:lnTo>
                    <a:lnTo>
                      <a:pt x="309" y="256"/>
                    </a:lnTo>
                    <a:lnTo>
                      <a:pt x="335" y="274"/>
                    </a:lnTo>
                    <a:lnTo>
                      <a:pt x="362" y="292"/>
                    </a:lnTo>
                    <a:lnTo>
                      <a:pt x="371" y="300"/>
                    </a:lnTo>
                    <a:lnTo>
                      <a:pt x="380" y="318"/>
                    </a:lnTo>
                    <a:lnTo>
                      <a:pt x="380" y="327"/>
                    </a:lnTo>
                    <a:lnTo>
                      <a:pt x="380" y="336"/>
                    </a:lnTo>
                    <a:lnTo>
                      <a:pt x="380" y="344"/>
                    </a:lnTo>
                    <a:lnTo>
                      <a:pt x="371" y="344"/>
                    </a:lnTo>
                    <a:lnTo>
                      <a:pt x="371" y="336"/>
                    </a:lnTo>
                    <a:lnTo>
                      <a:pt x="362" y="336"/>
                    </a:lnTo>
                    <a:lnTo>
                      <a:pt x="353" y="336"/>
                    </a:ln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9" name="Freeform 67"/>
              <p:cNvSpPr>
                <a:spLocks noChangeArrowheads="1"/>
              </p:cNvSpPr>
              <p:nvPr/>
            </p:nvSpPr>
            <p:spPr bwMode="auto">
              <a:xfrm>
                <a:off x="5324133" y="2898707"/>
                <a:ext cx="819837" cy="403842"/>
              </a:xfrm>
              <a:custGeom>
                <a:avLst/>
                <a:gdLst>
                  <a:gd name="T0" fmla="*/ 537449048 w 786"/>
                  <a:gd name="T1" fmla="*/ 418172681 h 389"/>
                  <a:gd name="T2" fmla="*/ 527656898 w 786"/>
                  <a:gd name="T3" fmla="*/ 418172681 h 389"/>
                  <a:gd name="T4" fmla="*/ 451500716 w 786"/>
                  <a:gd name="T5" fmla="*/ 418172681 h 389"/>
                  <a:gd name="T6" fmla="*/ 403629954 w 786"/>
                  <a:gd name="T7" fmla="*/ 409550810 h 389"/>
                  <a:gd name="T8" fmla="*/ 239349639 w 786"/>
                  <a:gd name="T9" fmla="*/ 370750834 h 389"/>
                  <a:gd name="T10" fmla="*/ 172984564 w 786"/>
                  <a:gd name="T11" fmla="*/ 361051358 h 389"/>
                  <a:gd name="T12" fmla="*/ 95739438 w 786"/>
                  <a:gd name="T13" fmla="*/ 352428449 h 389"/>
                  <a:gd name="T14" fmla="*/ 38078612 w 786"/>
                  <a:gd name="T15" fmla="*/ 333029499 h 389"/>
                  <a:gd name="T16" fmla="*/ 9791107 w 786"/>
                  <a:gd name="T17" fmla="*/ 303928998 h 389"/>
                  <a:gd name="T18" fmla="*/ 9791107 w 786"/>
                  <a:gd name="T19" fmla="*/ 285607652 h 389"/>
                  <a:gd name="T20" fmla="*/ 0 w 786"/>
                  <a:gd name="T21" fmla="*/ 266207663 h 389"/>
                  <a:gd name="T22" fmla="*/ 0 w 786"/>
                  <a:gd name="T23" fmla="*/ 247885279 h 389"/>
                  <a:gd name="T24" fmla="*/ 38078612 w 786"/>
                  <a:gd name="T25" fmla="*/ 209086341 h 389"/>
                  <a:gd name="T26" fmla="*/ 85948332 w 786"/>
                  <a:gd name="T27" fmla="*/ 151965018 h 389"/>
                  <a:gd name="T28" fmla="*/ 115322695 w 786"/>
                  <a:gd name="T29" fmla="*/ 114242645 h 389"/>
                  <a:gd name="T30" fmla="*/ 143610201 w 786"/>
                  <a:gd name="T31" fmla="*/ 94843695 h 389"/>
                  <a:gd name="T32" fmla="*/ 182775671 w 786"/>
                  <a:gd name="T33" fmla="*/ 76521311 h 389"/>
                  <a:gd name="T34" fmla="*/ 239349639 w 786"/>
                  <a:gd name="T35" fmla="*/ 66821836 h 389"/>
                  <a:gd name="T36" fmla="*/ 288307259 w 786"/>
                  <a:gd name="T37" fmla="*/ 57121323 h 389"/>
                  <a:gd name="T38" fmla="*/ 384047740 w 786"/>
                  <a:gd name="T39" fmla="*/ 47421848 h 389"/>
                  <a:gd name="T40" fmla="*/ 403629954 w 786"/>
                  <a:gd name="T41" fmla="*/ 47421848 h 389"/>
                  <a:gd name="T42" fmla="*/ 469995029 w 786"/>
                  <a:gd name="T43" fmla="*/ 19399988 h 389"/>
                  <a:gd name="T44" fmla="*/ 517865791 w 786"/>
                  <a:gd name="T45" fmla="*/ 9699475 h 389"/>
                  <a:gd name="T46" fmla="*/ 575526617 w 786"/>
                  <a:gd name="T47" fmla="*/ 0 h 389"/>
                  <a:gd name="T48" fmla="*/ 623396336 w 786"/>
                  <a:gd name="T49" fmla="*/ 9699475 h 389"/>
                  <a:gd name="T50" fmla="*/ 690850355 w 786"/>
                  <a:gd name="T51" fmla="*/ 57121323 h 389"/>
                  <a:gd name="T52" fmla="*/ 748511181 w 786"/>
                  <a:gd name="T53" fmla="*/ 104543170 h 389"/>
                  <a:gd name="T54" fmla="*/ 796380900 w 786"/>
                  <a:gd name="T55" fmla="*/ 171365006 h 389"/>
                  <a:gd name="T56" fmla="*/ 825756307 w 786"/>
                  <a:gd name="T57" fmla="*/ 218785816 h 389"/>
                  <a:gd name="T58" fmla="*/ 844251662 w 786"/>
                  <a:gd name="T59" fmla="*/ 256508188 h 389"/>
                  <a:gd name="T60" fmla="*/ 844251662 w 786"/>
                  <a:gd name="T61" fmla="*/ 303928998 h 389"/>
                  <a:gd name="T62" fmla="*/ 815964157 w 786"/>
                  <a:gd name="T63" fmla="*/ 333029499 h 389"/>
                  <a:gd name="T64" fmla="*/ 720224718 w 786"/>
                  <a:gd name="T65" fmla="*/ 390150822 h 389"/>
                  <a:gd name="T66" fmla="*/ 690850355 w 786"/>
                  <a:gd name="T67" fmla="*/ 399850297 h 389"/>
                  <a:gd name="T68" fmla="*/ 614693130 w 786"/>
                  <a:gd name="T69" fmla="*/ 390150822 h 389"/>
                  <a:gd name="T70" fmla="*/ 537449048 w 786"/>
                  <a:gd name="T71" fmla="*/ 361051358 h 389"/>
                  <a:gd name="T72" fmla="*/ 460203922 w 786"/>
                  <a:gd name="T73" fmla="*/ 313629511 h 389"/>
                  <a:gd name="T74" fmla="*/ 441708566 w 786"/>
                  <a:gd name="T75" fmla="*/ 313629511 h 389"/>
                  <a:gd name="T76" fmla="*/ 441708566 w 786"/>
                  <a:gd name="T77" fmla="*/ 323328986 h 389"/>
                  <a:gd name="T78" fmla="*/ 441708566 w 786"/>
                  <a:gd name="T79" fmla="*/ 333029499 h 389"/>
                  <a:gd name="T80" fmla="*/ 451500716 w 786"/>
                  <a:gd name="T81" fmla="*/ 352428449 h 389"/>
                  <a:gd name="T82" fmla="*/ 451500716 w 786"/>
                  <a:gd name="T83" fmla="*/ 361051358 h 389"/>
                  <a:gd name="T84" fmla="*/ 662562849 w 786"/>
                  <a:gd name="T85" fmla="*/ 161664493 h 389"/>
                  <a:gd name="T86" fmla="*/ 652771743 w 786"/>
                  <a:gd name="T87" fmla="*/ 142264505 h 389"/>
                  <a:gd name="T88" fmla="*/ 614693130 w 786"/>
                  <a:gd name="T89" fmla="*/ 133642634 h 389"/>
                  <a:gd name="T90" fmla="*/ 517865791 w 786"/>
                  <a:gd name="T91" fmla="*/ 142264505 h 389"/>
                  <a:gd name="T92" fmla="*/ 479787179 w 786"/>
                  <a:gd name="T93" fmla="*/ 161664493 h 389"/>
                  <a:gd name="T94" fmla="*/ 479787179 w 786"/>
                  <a:gd name="T95" fmla="*/ 181064481 h 389"/>
                  <a:gd name="T96" fmla="*/ 479787179 w 786"/>
                  <a:gd name="T97" fmla="*/ 209086341 h 389"/>
                  <a:gd name="T98" fmla="*/ 499370435 w 786"/>
                  <a:gd name="T99" fmla="*/ 238185804 h 389"/>
                  <a:gd name="T100" fmla="*/ 537449048 w 786"/>
                  <a:gd name="T101" fmla="*/ 247885279 h 389"/>
                  <a:gd name="T102" fmla="*/ 614693130 w 786"/>
                  <a:gd name="T103" fmla="*/ 228486329 h 389"/>
                  <a:gd name="T104" fmla="*/ 681058205 w 786"/>
                  <a:gd name="T105" fmla="*/ 190763956 h 389"/>
                  <a:gd name="T106" fmla="*/ 681058205 w 786"/>
                  <a:gd name="T107" fmla="*/ 161664493 h 389"/>
                  <a:gd name="T108" fmla="*/ 662562849 w 786"/>
                  <a:gd name="T109" fmla="*/ 161664493 h 389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786" h="389">
                    <a:moveTo>
                      <a:pt x="494" y="388"/>
                    </a:moveTo>
                    <a:lnTo>
                      <a:pt x="494" y="388"/>
                    </a:lnTo>
                    <a:lnTo>
                      <a:pt x="485" y="388"/>
                    </a:lnTo>
                    <a:lnTo>
                      <a:pt x="415" y="388"/>
                    </a:lnTo>
                    <a:lnTo>
                      <a:pt x="371" y="380"/>
                    </a:lnTo>
                    <a:lnTo>
                      <a:pt x="220" y="344"/>
                    </a:lnTo>
                    <a:lnTo>
                      <a:pt x="159" y="335"/>
                    </a:lnTo>
                    <a:lnTo>
                      <a:pt x="88" y="327"/>
                    </a:lnTo>
                    <a:lnTo>
                      <a:pt x="35" y="309"/>
                    </a:lnTo>
                    <a:lnTo>
                      <a:pt x="18" y="300"/>
                    </a:lnTo>
                    <a:lnTo>
                      <a:pt x="9" y="282"/>
                    </a:lnTo>
                    <a:lnTo>
                      <a:pt x="9" y="265"/>
                    </a:lnTo>
                    <a:lnTo>
                      <a:pt x="0" y="247"/>
                    </a:lnTo>
                    <a:lnTo>
                      <a:pt x="0" y="238"/>
                    </a:lnTo>
                    <a:lnTo>
                      <a:pt x="0" y="230"/>
                    </a:lnTo>
                    <a:lnTo>
                      <a:pt x="35" y="194"/>
                    </a:lnTo>
                    <a:lnTo>
                      <a:pt x="79" y="141"/>
                    </a:lnTo>
                    <a:lnTo>
                      <a:pt x="106" y="106"/>
                    </a:lnTo>
                    <a:lnTo>
                      <a:pt x="132" y="88"/>
                    </a:lnTo>
                    <a:lnTo>
                      <a:pt x="168" y="71"/>
                    </a:lnTo>
                    <a:lnTo>
                      <a:pt x="194" y="62"/>
                    </a:lnTo>
                    <a:lnTo>
                      <a:pt x="220" y="62"/>
                    </a:lnTo>
                    <a:lnTo>
                      <a:pt x="265" y="53"/>
                    </a:lnTo>
                    <a:lnTo>
                      <a:pt x="353" y="44"/>
                    </a:lnTo>
                    <a:lnTo>
                      <a:pt x="371" y="44"/>
                    </a:lnTo>
                    <a:lnTo>
                      <a:pt x="432" y="18"/>
                    </a:lnTo>
                    <a:lnTo>
                      <a:pt x="476" y="9"/>
                    </a:lnTo>
                    <a:lnTo>
                      <a:pt x="529" y="0"/>
                    </a:lnTo>
                    <a:lnTo>
                      <a:pt x="573" y="9"/>
                    </a:lnTo>
                    <a:lnTo>
                      <a:pt x="635" y="53"/>
                    </a:lnTo>
                    <a:lnTo>
                      <a:pt x="688" y="97"/>
                    </a:lnTo>
                    <a:lnTo>
                      <a:pt x="732" y="159"/>
                    </a:lnTo>
                    <a:lnTo>
                      <a:pt x="759" y="203"/>
                    </a:lnTo>
                    <a:lnTo>
                      <a:pt x="776" y="238"/>
                    </a:lnTo>
                    <a:lnTo>
                      <a:pt x="785" y="256"/>
                    </a:lnTo>
                    <a:lnTo>
                      <a:pt x="776" y="282"/>
                    </a:lnTo>
                    <a:lnTo>
                      <a:pt x="768" y="300"/>
                    </a:lnTo>
                    <a:lnTo>
                      <a:pt x="750" y="309"/>
                    </a:lnTo>
                    <a:lnTo>
                      <a:pt x="662" y="362"/>
                    </a:lnTo>
                    <a:lnTo>
                      <a:pt x="635" y="371"/>
                    </a:lnTo>
                    <a:lnTo>
                      <a:pt x="609" y="371"/>
                    </a:lnTo>
                    <a:lnTo>
                      <a:pt x="565" y="362"/>
                    </a:lnTo>
                    <a:lnTo>
                      <a:pt x="494" y="335"/>
                    </a:lnTo>
                    <a:lnTo>
                      <a:pt x="423" y="291"/>
                    </a:lnTo>
                    <a:lnTo>
                      <a:pt x="415" y="291"/>
                    </a:lnTo>
                    <a:lnTo>
                      <a:pt x="406" y="291"/>
                    </a:lnTo>
                    <a:lnTo>
                      <a:pt x="406" y="300"/>
                    </a:lnTo>
                    <a:lnTo>
                      <a:pt x="406" y="309"/>
                    </a:lnTo>
                    <a:lnTo>
                      <a:pt x="415" y="327"/>
                    </a:lnTo>
                    <a:lnTo>
                      <a:pt x="415" y="335"/>
                    </a:lnTo>
                    <a:lnTo>
                      <a:pt x="494" y="388"/>
                    </a:lnTo>
                    <a:close/>
                    <a:moveTo>
                      <a:pt x="609" y="150"/>
                    </a:moveTo>
                    <a:lnTo>
                      <a:pt x="609" y="150"/>
                    </a:lnTo>
                    <a:lnTo>
                      <a:pt x="600" y="132"/>
                    </a:lnTo>
                    <a:lnTo>
                      <a:pt x="565" y="124"/>
                    </a:lnTo>
                    <a:lnTo>
                      <a:pt x="476" y="132"/>
                    </a:lnTo>
                    <a:lnTo>
                      <a:pt x="450" y="141"/>
                    </a:lnTo>
                    <a:lnTo>
                      <a:pt x="441" y="150"/>
                    </a:lnTo>
                    <a:lnTo>
                      <a:pt x="441" y="168"/>
                    </a:lnTo>
                    <a:lnTo>
                      <a:pt x="441" y="194"/>
                    </a:lnTo>
                    <a:lnTo>
                      <a:pt x="450" y="203"/>
                    </a:lnTo>
                    <a:lnTo>
                      <a:pt x="459" y="221"/>
                    </a:lnTo>
                    <a:lnTo>
                      <a:pt x="476" y="230"/>
                    </a:lnTo>
                    <a:lnTo>
                      <a:pt x="494" y="230"/>
                    </a:lnTo>
                    <a:lnTo>
                      <a:pt x="565" y="212"/>
                    </a:lnTo>
                    <a:lnTo>
                      <a:pt x="626" y="177"/>
                    </a:lnTo>
                    <a:lnTo>
                      <a:pt x="626" y="168"/>
                    </a:lnTo>
                    <a:lnTo>
                      <a:pt x="626" y="150"/>
                    </a:lnTo>
                    <a:lnTo>
                      <a:pt x="609" y="1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0" name="Freeform 68"/>
              <p:cNvSpPr>
                <a:spLocks noChangeArrowheads="1"/>
              </p:cNvSpPr>
              <p:nvPr/>
            </p:nvSpPr>
            <p:spPr bwMode="auto">
              <a:xfrm>
                <a:off x="4545854" y="3038352"/>
                <a:ext cx="468479" cy="392521"/>
              </a:xfrm>
              <a:custGeom>
                <a:avLst/>
                <a:gdLst>
                  <a:gd name="T0" fmla="*/ 285938391 w 451"/>
                  <a:gd name="T1" fmla="*/ 403329236 h 381"/>
                  <a:gd name="T2" fmla="*/ 189906429 w 451"/>
                  <a:gd name="T3" fmla="*/ 393776861 h 381"/>
                  <a:gd name="T4" fmla="*/ 152141412 w 451"/>
                  <a:gd name="T5" fmla="*/ 374671082 h 381"/>
                  <a:gd name="T6" fmla="*/ 114375356 w 451"/>
                  <a:gd name="T7" fmla="*/ 374671082 h 381"/>
                  <a:gd name="T8" fmla="*/ 75531072 w 451"/>
                  <a:gd name="T9" fmla="*/ 366179853 h 381"/>
                  <a:gd name="T10" fmla="*/ 66899009 w 451"/>
                  <a:gd name="T11" fmla="*/ 347075104 h 381"/>
                  <a:gd name="T12" fmla="*/ 57187678 w 451"/>
                  <a:gd name="T13" fmla="*/ 271716223 h 381"/>
                  <a:gd name="T14" fmla="*/ 57187678 w 451"/>
                  <a:gd name="T15" fmla="*/ 244120246 h 381"/>
                  <a:gd name="T16" fmla="*/ 47476347 w 451"/>
                  <a:gd name="T17" fmla="*/ 206971893 h 381"/>
                  <a:gd name="T18" fmla="*/ 37765017 w 451"/>
                  <a:gd name="T19" fmla="*/ 141165387 h 381"/>
                  <a:gd name="T20" fmla="*/ 0 w 451"/>
                  <a:gd name="T21" fmla="*/ 104016005 h 381"/>
                  <a:gd name="T22" fmla="*/ 0 w 451"/>
                  <a:gd name="T23" fmla="*/ 94463630 h 381"/>
                  <a:gd name="T24" fmla="*/ 0 w 451"/>
                  <a:gd name="T25" fmla="*/ 84911255 h 381"/>
                  <a:gd name="T26" fmla="*/ 19422662 w 451"/>
                  <a:gd name="T27" fmla="*/ 65806506 h 381"/>
                  <a:gd name="T28" fmla="*/ 28054725 w 451"/>
                  <a:gd name="T29" fmla="*/ 56254132 h 381"/>
                  <a:gd name="T30" fmla="*/ 28054725 w 451"/>
                  <a:gd name="T31" fmla="*/ 47762903 h 381"/>
                  <a:gd name="T32" fmla="*/ 104664026 w 451"/>
                  <a:gd name="T33" fmla="*/ 9552375 h 381"/>
                  <a:gd name="T34" fmla="*/ 181274365 w 451"/>
                  <a:gd name="T35" fmla="*/ 0 h 381"/>
                  <a:gd name="T36" fmla="*/ 247094107 w 451"/>
                  <a:gd name="T37" fmla="*/ 0 h 381"/>
                  <a:gd name="T38" fmla="*/ 285938391 w 451"/>
                  <a:gd name="T39" fmla="*/ 0 h 381"/>
                  <a:gd name="T40" fmla="*/ 323704446 w 451"/>
                  <a:gd name="T41" fmla="*/ 28657124 h 381"/>
                  <a:gd name="T42" fmla="*/ 323704446 w 451"/>
                  <a:gd name="T43" fmla="*/ 38210529 h 381"/>
                  <a:gd name="T44" fmla="*/ 323704446 w 451"/>
                  <a:gd name="T45" fmla="*/ 47762903 h 381"/>
                  <a:gd name="T46" fmla="*/ 380892125 w 451"/>
                  <a:gd name="T47" fmla="*/ 75358881 h 381"/>
                  <a:gd name="T48" fmla="*/ 428368472 w 451"/>
                  <a:gd name="T49" fmla="*/ 122059608 h 381"/>
                  <a:gd name="T50" fmla="*/ 456423197 w 451"/>
                  <a:gd name="T51" fmla="*/ 178313739 h 381"/>
                  <a:gd name="T52" fmla="*/ 466134527 w 451"/>
                  <a:gd name="T53" fmla="*/ 234567871 h 381"/>
                  <a:gd name="T54" fmla="*/ 475844819 w 451"/>
                  <a:gd name="T55" fmla="*/ 263224995 h 381"/>
                  <a:gd name="T56" fmla="*/ 485556150 w 451"/>
                  <a:gd name="T57" fmla="*/ 300374377 h 381"/>
                  <a:gd name="T58" fmla="*/ 475844819 w 451"/>
                  <a:gd name="T59" fmla="*/ 337522729 h 381"/>
                  <a:gd name="T60" fmla="*/ 438079803 w 451"/>
                  <a:gd name="T61" fmla="*/ 366179853 h 381"/>
                  <a:gd name="T62" fmla="*/ 390603455 w 451"/>
                  <a:gd name="T63" fmla="*/ 384223456 h 381"/>
                  <a:gd name="T64" fmla="*/ 285938391 w 451"/>
                  <a:gd name="T65" fmla="*/ 403329236 h 38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51" h="381">
                    <a:moveTo>
                      <a:pt x="265" y="380"/>
                    </a:moveTo>
                    <a:lnTo>
                      <a:pt x="265" y="380"/>
                    </a:lnTo>
                    <a:lnTo>
                      <a:pt x="212" y="380"/>
                    </a:lnTo>
                    <a:lnTo>
                      <a:pt x="176" y="371"/>
                    </a:lnTo>
                    <a:lnTo>
                      <a:pt x="141" y="353"/>
                    </a:lnTo>
                    <a:lnTo>
                      <a:pt x="106" y="353"/>
                    </a:lnTo>
                    <a:lnTo>
                      <a:pt x="70" y="345"/>
                    </a:lnTo>
                    <a:lnTo>
                      <a:pt x="62" y="327"/>
                    </a:lnTo>
                    <a:lnTo>
                      <a:pt x="53" y="256"/>
                    </a:lnTo>
                    <a:lnTo>
                      <a:pt x="53" y="230"/>
                    </a:lnTo>
                    <a:lnTo>
                      <a:pt x="44" y="195"/>
                    </a:lnTo>
                    <a:lnTo>
                      <a:pt x="35" y="133"/>
                    </a:lnTo>
                    <a:lnTo>
                      <a:pt x="26" y="115"/>
                    </a:lnTo>
                    <a:lnTo>
                      <a:pt x="0" y="98"/>
                    </a:lnTo>
                    <a:lnTo>
                      <a:pt x="0" y="89"/>
                    </a:lnTo>
                    <a:lnTo>
                      <a:pt x="0" y="80"/>
                    </a:lnTo>
                    <a:lnTo>
                      <a:pt x="18" y="62"/>
                    </a:lnTo>
                    <a:lnTo>
                      <a:pt x="26" y="53"/>
                    </a:lnTo>
                    <a:lnTo>
                      <a:pt x="26" y="45"/>
                    </a:lnTo>
                    <a:lnTo>
                      <a:pt x="97" y="9"/>
                    </a:lnTo>
                    <a:lnTo>
                      <a:pt x="132" y="0"/>
                    </a:lnTo>
                    <a:lnTo>
                      <a:pt x="168" y="0"/>
                    </a:lnTo>
                    <a:lnTo>
                      <a:pt x="229" y="0"/>
                    </a:lnTo>
                    <a:lnTo>
                      <a:pt x="265" y="0"/>
                    </a:lnTo>
                    <a:lnTo>
                      <a:pt x="282" y="9"/>
                    </a:lnTo>
                    <a:lnTo>
                      <a:pt x="300" y="27"/>
                    </a:lnTo>
                    <a:lnTo>
                      <a:pt x="300" y="36"/>
                    </a:lnTo>
                    <a:lnTo>
                      <a:pt x="300" y="45"/>
                    </a:lnTo>
                    <a:lnTo>
                      <a:pt x="353" y="71"/>
                    </a:lnTo>
                    <a:lnTo>
                      <a:pt x="397" y="115"/>
                    </a:lnTo>
                    <a:lnTo>
                      <a:pt x="423" y="168"/>
                    </a:lnTo>
                    <a:lnTo>
                      <a:pt x="432" y="186"/>
                    </a:lnTo>
                    <a:lnTo>
                      <a:pt x="432" y="221"/>
                    </a:lnTo>
                    <a:lnTo>
                      <a:pt x="441" y="248"/>
                    </a:lnTo>
                    <a:lnTo>
                      <a:pt x="450" y="283"/>
                    </a:lnTo>
                    <a:lnTo>
                      <a:pt x="450" y="300"/>
                    </a:lnTo>
                    <a:lnTo>
                      <a:pt x="441" y="318"/>
                    </a:lnTo>
                    <a:lnTo>
                      <a:pt x="406" y="345"/>
                    </a:lnTo>
                    <a:lnTo>
                      <a:pt x="362" y="362"/>
                    </a:lnTo>
                    <a:lnTo>
                      <a:pt x="309" y="371"/>
                    </a:lnTo>
                    <a:lnTo>
                      <a:pt x="265" y="38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1" name="Freeform 69"/>
              <p:cNvSpPr>
                <a:spLocks noChangeArrowheads="1"/>
              </p:cNvSpPr>
              <p:nvPr/>
            </p:nvSpPr>
            <p:spPr bwMode="auto">
              <a:xfrm>
                <a:off x="3435106" y="3053449"/>
                <a:ext cx="355137" cy="351005"/>
              </a:xfrm>
              <a:custGeom>
                <a:avLst/>
                <a:gdLst>
                  <a:gd name="T0" fmla="*/ 9536200 w 345"/>
                  <a:gd name="T1" fmla="*/ 317570729 h 336"/>
                  <a:gd name="T2" fmla="*/ 9536200 w 345"/>
                  <a:gd name="T3" fmla="*/ 317570729 h 336"/>
                  <a:gd name="T4" fmla="*/ 19073430 w 345"/>
                  <a:gd name="T5" fmla="*/ 289196780 h 336"/>
                  <a:gd name="T6" fmla="*/ 19073430 w 345"/>
                  <a:gd name="T7" fmla="*/ 289196780 h 336"/>
                  <a:gd name="T8" fmla="*/ 28609631 w 345"/>
                  <a:gd name="T9" fmla="*/ 279374908 h 336"/>
                  <a:gd name="T10" fmla="*/ 38146861 w 345"/>
                  <a:gd name="T11" fmla="*/ 269553036 h 336"/>
                  <a:gd name="T12" fmla="*/ 38146861 w 345"/>
                  <a:gd name="T13" fmla="*/ 269553036 h 336"/>
                  <a:gd name="T14" fmla="*/ 46623826 w 345"/>
                  <a:gd name="T15" fmla="*/ 259732209 h 336"/>
                  <a:gd name="T16" fmla="*/ 46623826 w 345"/>
                  <a:gd name="T17" fmla="*/ 251000959 h 336"/>
                  <a:gd name="T18" fmla="*/ 38146861 w 345"/>
                  <a:gd name="T19" fmla="*/ 221536388 h 336"/>
                  <a:gd name="T20" fmla="*/ 38146861 w 345"/>
                  <a:gd name="T21" fmla="*/ 221536388 h 336"/>
                  <a:gd name="T22" fmla="*/ 38146861 w 345"/>
                  <a:gd name="T23" fmla="*/ 183340567 h 336"/>
                  <a:gd name="T24" fmla="*/ 46623826 w 345"/>
                  <a:gd name="T25" fmla="*/ 144053079 h 336"/>
                  <a:gd name="T26" fmla="*/ 46623826 w 345"/>
                  <a:gd name="T27" fmla="*/ 144053079 h 336"/>
                  <a:gd name="T28" fmla="*/ 46623826 w 345"/>
                  <a:gd name="T29" fmla="*/ 144053079 h 336"/>
                  <a:gd name="T30" fmla="*/ 46623826 w 345"/>
                  <a:gd name="T31" fmla="*/ 144053079 h 336"/>
                  <a:gd name="T32" fmla="*/ 38146861 w 345"/>
                  <a:gd name="T33" fmla="*/ 115679130 h 336"/>
                  <a:gd name="T34" fmla="*/ 28609631 w 345"/>
                  <a:gd name="T35" fmla="*/ 96035386 h 336"/>
                  <a:gd name="T36" fmla="*/ 19073430 w 345"/>
                  <a:gd name="T37" fmla="*/ 87305181 h 336"/>
                  <a:gd name="T38" fmla="*/ 19073430 w 345"/>
                  <a:gd name="T39" fmla="*/ 87305181 h 336"/>
                  <a:gd name="T40" fmla="*/ 0 w 345"/>
                  <a:gd name="T41" fmla="*/ 77483309 h 336"/>
                  <a:gd name="T42" fmla="*/ 0 w 345"/>
                  <a:gd name="T43" fmla="*/ 67661437 h 336"/>
                  <a:gd name="T44" fmla="*/ 0 w 345"/>
                  <a:gd name="T45" fmla="*/ 57839565 h 336"/>
                  <a:gd name="T46" fmla="*/ 9536200 w 345"/>
                  <a:gd name="T47" fmla="*/ 38195821 h 336"/>
                  <a:gd name="T48" fmla="*/ 9536200 w 345"/>
                  <a:gd name="T49" fmla="*/ 38195821 h 336"/>
                  <a:gd name="T50" fmla="*/ 28609631 w 345"/>
                  <a:gd name="T51" fmla="*/ 19643744 h 336"/>
                  <a:gd name="T52" fmla="*/ 65697257 w 345"/>
                  <a:gd name="T53" fmla="*/ 9821872 h 336"/>
                  <a:gd name="T54" fmla="*/ 65697257 w 345"/>
                  <a:gd name="T55" fmla="*/ 9821872 h 336"/>
                  <a:gd name="T56" fmla="*/ 158943880 w 345"/>
                  <a:gd name="T57" fmla="*/ 0 h 336"/>
                  <a:gd name="T58" fmla="*/ 158943880 w 345"/>
                  <a:gd name="T59" fmla="*/ 0 h 336"/>
                  <a:gd name="T60" fmla="*/ 187554541 w 345"/>
                  <a:gd name="T61" fmla="*/ 0 h 336"/>
                  <a:gd name="T62" fmla="*/ 205567707 w 345"/>
                  <a:gd name="T63" fmla="*/ 19643744 h 336"/>
                  <a:gd name="T64" fmla="*/ 205567707 w 345"/>
                  <a:gd name="T65" fmla="*/ 19643744 h 336"/>
                  <a:gd name="T66" fmla="*/ 234178367 w 345"/>
                  <a:gd name="T67" fmla="*/ 29465616 h 336"/>
                  <a:gd name="T68" fmla="*/ 234178367 w 345"/>
                  <a:gd name="T69" fmla="*/ 29465616 h 336"/>
                  <a:gd name="T70" fmla="*/ 271264964 w 345"/>
                  <a:gd name="T71" fmla="*/ 38195821 h 336"/>
                  <a:gd name="T72" fmla="*/ 308351560 w 345"/>
                  <a:gd name="T73" fmla="*/ 67661437 h 336"/>
                  <a:gd name="T74" fmla="*/ 327424991 w 345"/>
                  <a:gd name="T75" fmla="*/ 87305181 h 336"/>
                  <a:gd name="T76" fmla="*/ 346498421 w 345"/>
                  <a:gd name="T77" fmla="*/ 125501002 h 336"/>
                  <a:gd name="T78" fmla="*/ 346498421 w 345"/>
                  <a:gd name="T79" fmla="*/ 125501002 h 336"/>
                  <a:gd name="T80" fmla="*/ 364512617 w 345"/>
                  <a:gd name="T81" fmla="*/ 183340567 h 336"/>
                  <a:gd name="T82" fmla="*/ 364512617 w 345"/>
                  <a:gd name="T83" fmla="*/ 211714516 h 336"/>
                  <a:gd name="T84" fmla="*/ 356035651 w 345"/>
                  <a:gd name="T85" fmla="*/ 241179087 h 336"/>
                  <a:gd name="T86" fmla="*/ 356035651 w 345"/>
                  <a:gd name="T87" fmla="*/ 241179087 h 336"/>
                  <a:gd name="T88" fmla="*/ 356035651 w 345"/>
                  <a:gd name="T89" fmla="*/ 259732209 h 336"/>
                  <a:gd name="T90" fmla="*/ 356035651 w 345"/>
                  <a:gd name="T91" fmla="*/ 279374908 h 336"/>
                  <a:gd name="T92" fmla="*/ 356035651 w 345"/>
                  <a:gd name="T93" fmla="*/ 279374908 h 336"/>
                  <a:gd name="T94" fmla="*/ 356035651 w 345"/>
                  <a:gd name="T95" fmla="*/ 307748857 h 336"/>
                  <a:gd name="T96" fmla="*/ 346498421 w 345"/>
                  <a:gd name="T97" fmla="*/ 337214473 h 336"/>
                  <a:gd name="T98" fmla="*/ 346498421 w 345"/>
                  <a:gd name="T99" fmla="*/ 337214473 h 336"/>
                  <a:gd name="T100" fmla="*/ 327424991 w 345"/>
                  <a:gd name="T101" fmla="*/ 347036345 h 336"/>
                  <a:gd name="T102" fmla="*/ 327424991 w 345"/>
                  <a:gd name="T103" fmla="*/ 347036345 h 336"/>
                  <a:gd name="T104" fmla="*/ 308351560 w 345"/>
                  <a:gd name="T105" fmla="*/ 356858217 h 336"/>
                  <a:gd name="T106" fmla="*/ 308351560 w 345"/>
                  <a:gd name="T107" fmla="*/ 356858217 h 336"/>
                  <a:gd name="T108" fmla="*/ 280801164 w 345"/>
                  <a:gd name="T109" fmla="*/ 347036345 h 336"/>
                  <a:gd name="T110" fmla="*/ 252191533 w 345"/>
                  <a:gd name="T111" fmla="*/ 356858217 h 336"/>
                  <a:gd name="T112" fmla="*/ 252191533 w 345"/>
                  <a:gd name="T113" fmla="*/ 356858217 h 336"/>
                  <a:gd name="T114" fmla="*/ 197090741 w 345"/>
                  <a:gd name="T115" fmla="*/ 365588422 h 336"/>
                  <a:gd name="T116" fmla="*/ 131393484 w 345"/>
                  <a:gd name="T117" fmla="*/ 347036345 h 336"/>
                  <a:gd name="T118" fmla="*/ 131393484 w 345"/>
                  <a:gd name="T119" fmla="*/ 347036345 h 336"/>
                  <a:gd name="T120" fmla="*/ 93247653 w 345"/>
                  <a:gd name="T121" fmla="*/ 337214473 h 336"/>
                  <a:gd name="T122" fmla="*/ 93247653 w 345"/>
                  <a:gd name="T123" fmla="*/ 337214473 h 336"/>
                  <a:gd name="T124" fmla="*/ 9536200 w 345"/>
                  <a:gd name="T125" fmla="*/ 317570729 h 3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345" h="336">
                    <a:moveTo>
                      <a:pt x="9" y="291"/>
                    </a:moveTo>
                    <a:lnTo>
                      <a:pt x="9" y="291"/>
                    </a:lnTo>
                    <a:lnTo>
                      <a:pt x="18" y="265"/>
                    </a:lnTo>
                    <a:lnTo>
                      <a:pt x="27" y="256"/>
                    </a:lnTo>
                    <a:lnTo>
                      <a:pt x="36" y="247"/>
                    </a:lnTo>
                    <a:lnTo>
                      <a:pt x="44" y="238"/>
                    </a:lnTo>
                    <a:lnTo>
                      <a:pt x="44" y="230"/>
                    </a:lnTo>
                    <a:lnTo>
                      <a:pt x="36" y="203"/>
                    </a:lnTo>
                    <a:lnTo>
                      <a:pt x="36" y="168"/>
                    </a:lnTo>
                    <a:lnTo>
                      <a:pt x="44" y="132"/>
                    </a:lnTo>
                    <a:lnTo>
                      <a:pt x="36" y="106"/>
                    </a:lnTo>
                    <a:lnTo>
                      <a:pt x="27" y="88"/>
                    </a:lnTo>
                    <a:lnTo>
                      <a:pt x="18" y="80"/>
                    </a:lnTo>
                    <a:lnTo>
                      <a:pt x="0" y="71"/>
                    </a:lnTo>
                    <a:lnTo>
                      <a:pt x="0" y="62"/>
                    </a:lnTo>
                    <a:lnTo>
                      <a:pt x="0" y="53"/>
                    </a:lnTo>
                    <a:lnTo>
                      <a:pt x="9" y="35"/>
                    </a:lnTo>
                    <a:lnTo>
                      <a:pt x="27" y="18"/>
                    </a:lnTo>
                    <a:lnTo>
                      <a:pt x="62" y="9"/>
                    </a:lnTo>
                    <a:lnTo>
                      <a:pt x="150" y="0"/>
                    </a:lnTo>
                    <a:lnTo>
                      <a:pt x="177" y="0"/>
                    </a:lnTo>
                    <a:lnTo>
                      <a:pt x="194" y="18"/>
                    </a:lnTo>
                    <a:lnTo>
                      <a:pt x="221" y="27"/>
                    </a:lnTo>
                    <a:lnTo>
                      <a:pt x="256" y="35"/>
                    </a:lnTo>
                    <a:lnTo>
                      <a:pt x="291" y="62"/>
                    </a:lnTo>
                    <a:lnTo>
                      <a:pt x="309" y="80"/>
                    </a:lnTo>
                    <a:lnTo>
                      <a:pt x="327" y="115"/>
                    </a:lnTo>
                    <a:lnTo>
                      <a:pt x="344" y="168"/>
                    </a:lnTo>
                    <a:lnTo>
                      <a:pt x="344" y="194"/>
                    </a:lnTo>
                    <a:lnTo>
                      <a:pt x="336" y="221"/>
                    </a:lnTo>
                    <a:lnTo>
                      <a:pt x="336" y="238"/>
                    </a:lnTo>
                    <a:lnTo>
                      <a:pt x="336" y="256"/>
                    </a:lnTo>
                    <a:lnTo>
                      <a:pt x="336" y="282"/>
                    </a:lnTo>
                    <a:lnTo>
                      <a:pt x="327" y="309"/>
                    </a:lnTo>
                    <a:lnTo>
                      <a:pt x="309" y="318"/>
                    </a:lnTo>
                    <a:lnTo>
                      <a:pt x="291" y="327"/>
                    </a:lnTo>
                    <a:lnTo>
                      <a:pt x="265" y="318"/>
                    </a:lnTo>
                    <a:lnTo>
                      <a:pt x="238" y="327"/>
                    </a:lnTo>
                    <a:lnTo>
                      <a:pt x="186" y="335"/>
                    </a:lnTo>
                    <a:lnTo>
                      <a:pt x="124" y="318"/>
                    </a:lnTo>
                    <a:lnTo>
                      <a:pt x="88" y="309"/>
                    </a:lnTo>
                    <a:lnTo>
                      <a:pt x="9" y="29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2" name="Freeform 70"/>
              <p:cNvSpPr>
                <a:spLocks noChangeArrowheads="1"/>
              </p:cNvSpPr>
              <p:nvPr/>
            </p:nvSpPr>
            <p:spPr bwMode="auto">
              <a:xfrm>
                <a:off x="2698384" y="3072322"/>
                <a:ext cx="358916" cy="147194"/>
              </a:xfrm>
              <a:custGeom>
                <a:avLst/>
                <a:gdLst>
                  <a:gd name="T0" fmla="*/ 344171315 w 345"/>
                  <a:gd name="T1" fmla="*/ 122492359 h 142"/>
                  <a:gd name="T2" fmla="*/ 344171315 w 345"/>
                  <a:gd name="T3" fmla="*/ 122492359 h 142"/>
                  <a:gd name="T4" fmla="*/ 277068587 w 345"/>
                  <a:gd name="T5" fmla="*/ 141832821 h 142"/>
                  <a:gd name="T6" fmla="*/ 277068587 w 345"/>
                  <a:gd name="T7" fmla="*/ 141832821 h 142"/>
                  <a:gd name="T8" fmla="*/ 191567514 w 345"/>
                  <a:gd name="T9" fmla="*/ 151503053 h 142"/>
                  <a:gd name="T10" fmla="*/ 191567514 w 345"/>
                  <a:gd name="T11" fmla="*/ 151503053 h 142"/>
                  <a:gd name="T12" fmla="*/ 152603801 w 345"/>
                  <a:gd name="T13" fmla="*/ 151503053 h 142"/>
                  <a:gd name="T14" fmla="*/ 124464786 w 345"/>
                  <a:gd name="T15" fmla="*/ 141832821 h 142"/>
                  <a:gd name="T16" fmla="*/ 124464786 w 345"/>
                  <a:gd name="T17" fmla="*/ 141832821 h 142"/>
                  <a:gd name="T18" fmla="*/ 86584064 w 345"/>
                  <a:gd name="T19" fmla="*/ 132162590 h 142"/>
                  <a:gd name="T20" fmla="*/ 86584064 w 345"/>
                  <a:gd name="T21" fmla="*/ 132162590 h 142"/>
                  <a:gd name="T22" fmla="*/ 57362059 w 345"/>
                  <a:gd name="T23" fmla="*/ 122492359 h 142"/>
                  <a:gd name="T24" fmla="*/ 29222004 w 345"/>
                  <a:gd name="T25" fmla="*/ 104225791 h 142"/>
                  <a:gd name="T26" fmla="*/ 29222004 w 345"/>
                  <a:gd name="T27" fmla="*/ 104225791 h 142"/>
                  <a:gd name="T28" fmla="*/ 19481336 w 345"/>
                  <a:gd name="T29" fmla="*/ 94555560 h 142"/>
                  <a:gd name="T30" fmla="*/ 19481336 w 345"/>
                  <a:gd name="T31" fmla="*/ 94555560 h 142"/>
                  <a:gd name="T32" fmla="*/ 9740668 w 345"/>
                  <a:gd name="T33" fmla="*/ 84885329 h 142"/>
                  <a:gd name="T34" fmla="*/ 9740668 w 345"/>
                  <a:gd name="T35" fmla="*/ 75214061 h 142"/>
                  <a:gd name="T36" fmla="*/ 9740668 w 345"/>
                  <a:gd name="T37" fmla="*/ 75214061 h 142"/>
                  <a:gd name="T38" fmla="*/ 9740668 w 345"/>
                  <a:gd name="T39" fmla="*/ 66618761 h 142"/>
                  <a:gd name="T40" fmla="*/ 9740668 w 345"/>
                  <a:gd name="T41" fmla="*/ 66618761 h 142"/>
                  <a:gd name="T42" fmla="*/ 0 w 345"/>
                  <a:gd name="T43" fmla="*/ 47277262 h 142"/>
                  <a:gd name="T44" fmla="*/ 0 w 345"/>
                  <a:gd name="T45" fmla="*/ 47277262 h 142"/>
                  <a:gd name="T46" fmla="*/ 0 w 345"/>
                  <a:gd name="T47" fmla="*/ 37607030 h 142"/>
                  <a:gd name="T48" fmla="*/ 9740668 w 345"/>
                  <a:gd name="T49" fmla="*/ 27936799 h 142"/>
                  <a:gd name="T50" fmla="*/ 9740668 w 345"/>
                  <a:gd name="T51" fmla="*/ 27936799 h 142"/>
                  <a:gd name="T52" fmla="*/ 29222004 w 345"/>
                  <a:gd name="T53" fmla="*/ 27936799 h 142"/>
                  <a:gd name="T54" fmla="*/ 47621391 w 345"/>
                  <a:gd name="T55" fmla="*/ 27936799 h 142"/>
                  <a:gd name="T56" fmla="*/ 47621391 w 345"/>
                  <a:gd name="T57" fmla="*/ 27936799 h 142"/>
                  <a:gd name="T58" fmla="*/ 76843395 w 345"/>
                  <a:gd name="T59" fmla="*/ 37607030 h 142"/>
                  <a:gd name="T60" fmla="*/ 104983450 w 345"/>
                  <a:gd name="T61" fmla="*/ 37607030 h 142"/>
                  <a:gd name="T62" fmla="*/ 162344469 w 345"/>
                  <a:gd name="T63" fmla="*/ 27936799 h 142"/>
                  <a:gd name="T64" fmla="*/ 162344469 w 345"/>
                  <a:gd name="T65" fmla="*/ 27936799 h 142"/>
                  <a:gd name="T66" fmla="*/ 191567514 w 345"/>
                  <a:gd name="T67" fmla="*/ 18266568 h 142"/>
                  <a:gd name="T68" fmla="*/ 191567514 w 345"/>
                  <a:gd name="T69" fmla="*/ 18266568 h 142"/>
                  <a:gd name="T70" fmla="*/ 219706528 w 345"/>
                  <a:gd name="T71" fmla="*/ 9670231 h 142"/>
                  <a:gd name="T72" fmla="*/ 219706528 w 345"/>
                  <a:gd name="T73" fmla="*/ 9670231 h 142"/>
                  <a:gd name="T74" fmla="*/ 239187864 w 345"/>
                  <a:gd name="T75" fmla="*/ 0 h 142"/>
                  <a:gd name="T76" fmla="*/ 239187864 w 345"/>
                  <a:gd name="T77" fmla="*/ 0 h 142"/>
                  <a:gd name="T78" fmla="*/ 267327919 w 345"/>
                  <a:gd name="T79" fmla="*/ 0 h 142"/>
                  <a:gd name="T80" fmla="*/ 277068587 w 345"/>
                  <a:gd name="T81" fmla="*/ 9670231 h 142"/>
                  <a:gd name="T82" fmla="*/ 277068587 w 345"/>
                  <a:gd name="T83" fmla="*/ 9670231 h 142"/>
                  <a:gd name="T84" fmla="*/ 296549924 w 345"/>
                  <a:gd name="T85" fmla="*/ 27936799 h 142"/>
                  <a:gd name="T86" fmla="*/ 296549924 w 345"/>
                  <a:gd name="T87" fmla="*/ 27936799 h 142"/>
                  <a:gd name="T88" fmla="*/ 314949310 w 345"/>
                  <a:gd name="T89" fmla="*/ 47277262 h 142"/>
                  <a:gd name="T90" fmla="*/ 344171315 w 345"/>
                  <a:gd name="T91" fmla="*/ 56948529 h 142"/>
                  <a:gd name="T92" fmla="*/ 344171315 w 345"/>
                  <a:gd name="T93" fmla="*/ 56948529 h 142"/>
                  <a:gd name="T94" fmla="*/ 363652651 w 345"/>
                  <a:gd name="T95" fmla="*/ 75214061 h 142"/>
                  <a:gd name="T96" fmla="*/ 372311369 w 345"/>
                  <a:gd name="T97" fmla="*/ 94555560 h 142"/>
                  <a:gd name="T98" fmla="*/ 372311369 w 345"/>
                  <a:gd name="T99" fmla="*/ 94555560 h 142"/>
                  <a:gd name="T100" fmla="*/ 372311369 w 345"/>
                  <a:gd name="T101" fmla="*/ 113896022 h 142"/>
                  <a:gd name="T102" fmla="*/ 372311369 w 345"/>
                  <a:gd name="T103" fmla="*/ 113896022 h 142"/>
                  <a:gd name="T104" fmla="*/ 363652651 w 345"/>
                  <a:gd name="T105" fmla="*/ 122492359 h 142"/>
                  <a:gd name="T106" fmla="*/ 363652651 w 345"/>
                  <a:gd name="T107" fmla="*/ 122492359 h 142"/>
                  <a:gd name="T108" fmla="*/ 344171315 w 345"/>
                  <a:gd name="T109" fmla="*/ 122492359 h 14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345" h="142">
                    <a:moveTo>
                      <a:pt x="318" y="114"/>
                    </a:moveTo>
                    <a:lnTo>
                      <a:pt x="318" y="114"/>
                    </a:lnTo>
                    <a:lnTo>
                      <a:pt x="256" y="132"/>
                    </a:lnTo>
                    <a:lnTo>
                      <a:pt x="177" y="141"/>
                    </a:lnTo>
                    <a:lnTo>
                      <a:pt x="141" y="141"/>
                    </a:lnTo>
                    <a:lnTo>
                      <a:pt x="115" y="132"/>
                    </a:lnTo>
                    <a:lnTo>
                      <a:pt x="80" y="123"/>
                    </a:lnTo>
                    <a:lnTo>
                      <a:pt x="53" y="114"/>
                    </a:lnTo>
                    <a:lnTo>
                      <a:pt x="27" y="97"/>
                    </a:lnTo>
                    <a:lnTo>
                      <a:pt x="18" y="88"/>
                    </a:lnTo>
                    <a:lnTo>
                      <a:pt x="9" y="79"/>
                    </a:lnTo>
                    <a:lnTo>
                      <a:pt x="9" y="70"/>
                    </a:lnTo>
                    <a:lnTo>
                      <a:pt x="9" y="62"/>
                    </a:lnTo>
                    <a:lnTo>
                      <a:pt x="0" y="44"/>
                    </a:lnTo>
                    <a:lnTo>
                      <a:pt x="0" y="35"/>
                    </a:lnTo>
                    <a:lnTo>
                      <a:pt x="9" y="26"/>
                    </a:lnTo>
                    <a:lnTo>
                      <a:pt x="27" y="26"/>
                    </a:lnTo>
                    <a:lnTo>
                      <a:pt x="44" y="26"/>
                    </a:lnTo>
                    <a:lnTo>
                      <a:pt x="71" y="35"/>
                    </a:lnTo>
                    <a:lnTo>
                      <a:pt x="97" y="35"/>
                    </a:lnTo>
                    <a:lnTo>
                      <a:pt x="150" y="26"/>
                    </a:lnTo>
                    <a:lnTo>
                      <a:pt x="177" y="17"/>
                    </a:lnTo>
                    <a:lnTo>
                      <a:pt x="203" y="9"/>
                    </a:lnTo>
                    <a:lnTo>
                      <a:pt x="221" y="0"/>
                    </a:lnTo>
                    <a:lnTo>
                      <a:pt x="247" y="0"/>
                    </a:lnTo>
                    <a:lnTo>
                      <a:pt x="256" y="9"/>
                    </a:lnTo>
                    <a:lnTo>
                      <a:pt x="274" y="26"/>
                    </a:lnTo>
                    <a:lnTo>
                      <a:pt x="291" y="44"/>
                    </a:lnTo>
                    <a:lnTo>
                      <a:pt x="318" y="53"/>
                    </a:lnTo>
                    <a:lnTo>
                      <a:pt x="336" y="70"/>
                    </a:lnTo>
                    <a:lnTo>
                      <a:pt x="344" y="88"/>
                    </a:lnTo>
                    <a:lnTo>
                      <a:pt x="344" y="106"/>
                    </a:lnTo>
                    <a:lnTo>
                      <a:pt x="336" y="114"/>
                    </a:lnTo>
                    <a:lnTo>
                      <a:pt x="318" y="11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3" name="Freeform 71"/>
              <p:cNvSpPr>
                <a:spLocks noChangeArrowheads="1"/>
              </p:cNvSpPr>
              <p:nvPr/>
            </p:nvSpPr>
            <p:spPr bwMode="auto">
              <a:xfrm>
                <a:off x="5766165" y="3027031"/>
                <a:ext cx="211571" cy="109452"/>
              </a:xfrm>
              <a:custGeom>
                <a:avLst/>
                <a:gdLst>
                  <a:gd name="T0" fmla="*/ 200062160 w 204"/>
                  <a:gd name="T1" fmla="*/ 27205471 h 107"/>
                  <a:gd name="T2" fmla="*/ 200062160 w 204"/>
                  <a:gd name="T3" fmla="*/ 27205471 h 107"/>
                  <a:gd name="T4" fmla="*/ 218347495 w 204"/>
                  <a:gd name="T5" fmla="*/ 27205471 h 107"/>
                  <a:gd name="T6" fmla="*/ 218347495 w 204"/>
                  <a:gd name="T7" fmla="*/ 27205471 h 107"/>
                  <a:gd name="T8" fmla="*/ 218347495 w 204"/>
                  <a:gd name="T9" fmla="*/ 46039398 h 107"/>
                  <a:gd name="T10" fmla="*/ 218347495 w 204"/>
                  <a:gd name="T11" fmla="*/ 55457385 h 107"/>
                  <a:gd name="T12" fmla="*/ 218347495 w 204"/>
                  <a:gd name="T13" fmla="*/ 55457385 h 107"/>
                  <a:gd name="T14" fmla="*/ 152735594 w 204"/>
                  <a:gd name="T15" fmla="*/ 92079819 h 107"/>
                  <a:gd name="T16" fmla="*/ 76367797 w 204"/>
                  <a:gd name="T17" fmla="*/ 110913747 h 107"/>
                  <a:gd name="T18" fmla="*/ 76367797 w 204"/>
                  <a:gd name="T19" fmla="*/ 110913747 h 107"/>
                  <a:gd name="T20" fmla="*/ 57006976 w 204"/>
                  <a:gd name="T21" fmla="*/ 110913747 h 107"/>
                  <a:gd name="T22" fmla="*/ 29041231 w 204"/>
                  <a:gd name="T23" fmla="*/ 101496783 h 107"/>
                  <a:gd name="T24" fmla="*/ 9680410 w 204"/>
                  <a:gd name="T25" fmla="*/ 82661833 h 107"/>
                  <a:gd name="T26" fmla="*/ 0 w 204"/>
                  <a:gd name="T27" fmla="*/ 73244869 h 107"/>
                  <a:gd name="T28" fmla="*/ 0 w 204"/>
                  <a:gd name="T29" fmla="*/ 73244869 h 107"/>
                  <a:gd name="T30" fmla="*/ 0 w 204"/>
                  <a:gd name="T31" fmla="*/ 46039398 h 107"/>
                  <a:gd name="T32" fmla="*/ 0 w 204"/>
                  <a:gd name="T33" fmla="*/ 46039398 h 107"/>
                  <a:gd name="T34" fmla="*/ 0 w 204"/>
                  <a:gd name="T35" fmla="*/ 27205471 h 107"/>
                  <a:gd name="T36" fmla="*/ 19360821 w 204"/>
                  <a:gd name="T37" fmla="*/ 17788507 h 107"/>
                  <a:gd name="T38" fmla="*/ 57006976 w 204"/>
                  <a:gd name="T39" fmla="*/ 8370521 h 107"/>
                  <a:gd name="T40" fmla="*/ 57006976 w 204"/>
                  <a:gd name="T41" fmla="*/ 8370521 h 107"/>
                  <a:gd name="T42" fmla="*/ 152735594 w 204"/>
                  <a:gd name="T43" fmla="*/ 0 h 107"/>
                  <a:gd name="T44" fmla="*/ 152735594 w 204"/>
                  <a:gd name="T45" fmla="*/ 0 h 107"/>
                  <a:gd name="T46" fmla="*/ 190381750 w 204"/>
                  <a:gd name="T47" fmla="*/ 8370521 h 107"/>
                  <a:gd name="T48" fmla="*/ 200062160 w 204"/>
                  <a:gd name="T49" fmla="*/ 27205471 h 107"/>
                  <a:gd name="T50" fmla="*/ 123694363 w 204"/>
                  <a:gd name="T51" fmla="*/ 63827906 h 107"/>
                  <a:gd name="T52" fmla="*/ 123694363 w 204"/>
                  <a:gd name="T53" fmla="*/ 63827906 h 107"/>
                  <a:gd name="T54" fmla="*/ 152735594 w 204"/>
                  <a:gd name="T55" fmla="*/ 55457385 h 107"/>
                  <a:gd name="T56" fmla="*/ 180701339 w 204"/>
                  <a:gd name="T57" fmla="*/ 36622435 h 107"/>
                  <a:gd name="T58" fmla="*/ 180701339 w 204"/>
                  <a:gd name="T59" fmla="*/ 36622435 h 107"/>
                  <a:gd name="T60" fmla="*/ 171020929 w 204"/>
                  <a:gd name="T61" fmla="*/ 27205471 h 107"/>
                  <a:gd name="T62" fmla="*/ 152735594 w 204"/>
                  <a:gd name="T63" fmla="*/ 27205471 h 107"/>
                  <a:gd name="T64" fmla="*/ 123694363 w 204"/>
                  <a:gd name="T65" fmla="*/ 27205471 h 107"/>
                  <a:gd name="T66" fmla="*/ 123694363 w 204"/>
                  <a:gd name="T67" fmla="*/ 27205471 h 107"/>
                  <a:gd name="T68" fmla="*/ 123694363 w 204"/>
                  <a:gd name="T69" fmla="*/ 46039398 h 107"/>
                  <a:gd name="T70" fmla="*/ 123694363 w 204"/>
                  <a:gd name="T71" fmla="*/ 63827906 h 107"/>
                  <a:gd name="T72" fmla="*/ 123694363 w 204"/>
                  <a:gd name="T73" fmla="*/ 63827906 h 107"/>
                  <a:gd name="T74" fmla="*/ 114013953 w 204"/>
                  <a:gd name="T75" fmla="*/ 63827906 h 107"/>
                  <a:gd name="T76" fmla="*/ 114013953 w 204"/>
                  <a:gd name="T77" fmla="*/ 63827906 h 107"/>
                  <a:gd name="T78" fmla="*/ 123694363 w 204"/>
                  <a:gd name="T79" fmla="*/ 63827906 h 107"/>
                  <a:gd name="T80" fmla="*/ 76367797 w 204"/>
                  <a:gd name="T81" fmla="*/ 36622435 h 107"/>
                  <a:gd name="T82" fmla="*/ 76367797 w 204"/>
                  <a:gd name="T83" fmla="*/ 36622435 h 107"/>
                  <a:gd name="T84" fmla="*/ 48402052 w 204"/>
                  <a:gd name="T85" fmla="*/ 46039398 h 107"/>
                  <a:gd name="T86" fmla="*/ 29041231 w 204"/>
                  <a:gd name="T87" fmla="*/ 55457385 h 107"/>
                  <a:gd name="T88" fmla="*/ 29041231 w 204"/>
                  <a:gd name="T89" fmla="*/ 55457385 h 107"/>
                  <a:gd name="T90" fmla="*/ 48402052 w 204"/>
                  <a:gd name="T91" fmla="*/ 73244869 h 107"/>
                  <a:gd name="T92" fmla="*/ 76367797 w 204"/>
                  <a:gd name="T93" fmla="*/ 73244869 h 107"/>
                  <a:gd name="T94" fmla="*/ 76367797 w 204"/>
                  <a:gd name="T95" fmla="*/ 73244869 h 107"/>
                  <a:gd name="T96" fmla="*/ 66687387 w 204"/>
                  <a:gd name="T97" fmla="*/ 63827906 h 107"/>
                  <a:gd name="T98" fmla="*/ 66687387 w 204"/>
                  <a:gd name="T99" fmla="*/ 55457385 h 107"/>
                  <a:gd name="T100" fmla="*/ 76367797 w 204"/>
                  <a:gd name="T101" fmla="*/ 36622435 h 107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04" h="107">
                    <a:moveTo>
                      <a:pt x="186" y="26"/>
                    </a:moveTo>
                    <a:lnTo>
                      <a:pt x="186" y="26"/>
                    </a:lnTo>
                    <a:lnTo>
                      <a:pt x="203" y="26"/>
                    </a:lnTo>
                    <a:lnTo>
                      <a:pt x="203" y="44"/>
                    </a:lnTo>
                    <a:lnTo>
                      <a:pt x="203" y="53"/>
                    </a:lnTo>
                    <a:lnTo>
                      <a:pt x="142" y="88"/>
                    </a:lnTo>
                    <a:lnTo>
                      <a:pt x="71" y="106"/>
                    </a:lnTo>
                    <a:lnTo>
                      <a:pt x="53" y="106"/>
                    </a:lnTo>
                    <a:lnTo>
                      <a:pt x="27" y="97"/>
                    </a:lnTo>
                    <a:lnTo>
                      <a:pt x="9" y="79"/>
                    </a:lnTo>
                    <a:lnTo>
                      <a:pt x="0" y="70"/>
                    </a:lnTo>
                    <a:lnTo>
                      <a:pt x="0" y="44"/>
                    </a:lnTo>
                    <a:lnTo>
                      <a:pt x="0" y="26"/>
                    </a:lnTo>
                    <a:lnTo>
                      <a:pt x="18" y="17"/>
                    </a:lnTo>
                    <a:lnTo>
                      <a:pt x="53" y="8"/>
                    </a:lnTo>
                    <a:lnTo>
                      <a:pt x="142" y="0"/>
                    </a:lnTo>
                    <a:lnTo>
                      <a:pt x="177" y="8"/>
                    </a:lnTo>
                    <a:lnTo>
                      <a:pt x="186" y="26"/>
                    </a:lnTo>
                    <a:close/>
                    <a:moveTo>
                      <a:pt x="115" y="61"/>
                    </a:moveTo>
                    <a:lnTo>
                      <a:pt x="115" y="61"/>
                    </a:lnTo>
                    <a:lnTo>
                      <a:pt x="142" y="53"/>
                    </a:lnTo>
                    <a:lnTo>
                      <a:pt x="168" y="35"/>
                    </a:lnTo>
                    <a:lnTo>
                      <a:pt x="159" y="26"/>
                    </a:lnTo>
                    <a:lnTo>
                      <a:pt x="142" y="26"/>
                    </a:lnTo>
                    <a:lnTo>
                      <a:pt x="115" y="26"/>
                    </a:lnTo>
                    <a:lnTo>
                      <a:pt x="115" y="44"/>
                    </a:lnTo>
                    <a:lnTo>
                      <a:pt x="115" y="61"/>
                    </a:lnTo>
                    <a:lnTo>
                      <a:pt x="106" y="61"/>
                    </a:lnTo>
                    <a:lnTo>
                      <a:pt x="115" y="61"/>
                    </a:lnTo>
                    <a:close/>
                    <a:moveTo>
                      <a:pt x="71" y="35"/>
                    </a:moveTo>
                    <a:lnTo>
                      <a:pt x="71" y="35"/>
                    </a:lnTo>
                    <a:lnTo>
                      <a:pt x="45" y="44"/>
                    </a:lnTo>
                    <a:lnTo>
                      <a:pt x="27" y="53"/>
                    </a:lnTo>
                    <a:lnTo>
                      <a:pt x="45" y="70"/>
                    </a:lnTo>
                    <a:lnTo>
                      <a:pt x="71" y="70"/>
                    </a:lnTo>
                    <a:lnTo>
                      <a:pt x="62" y="61"/>
                    </a:lnTo>
                    <a:lnTo>
                      <a:pt x="62" y="53"/>
                    </a:lnTo>
                    <a:lnTo>
                      <a:pt x="71" y="35"/>
                    </a:ln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" name="Freeform 72"/>
              <p:cNvSpPr>
                <a:spLocks noChangeArrowheads="1"/>
              </p:cNvSpPr>
              <p:nvPr/>
            </p:nvSpPr>
            <p:spPr bwMode="auto">
              <a:xfrm>
                <a:off x="5887062" y="3053449"/>
                <a:ext cx="52893" cy="37742"/>
              </a:xfrm>
              <a:custGeom>
                <a:avLst/>
                <a:gdLst>
                  <a:gd name="T0" fmla="*/ 0 w 54"/>
                  <a:gd name="T1" fmla="*/ 38469582 h 36"/>
                  <a:gd name="T2" fmla="*/ 0 w 54"/>
                  <a:gd name="T3" fmla="*/ 38469582 h 36"/>
                  <a:gd name="T4" fmla="*/ 0 w 54"/>
                  <a:gd name="T5" fmla="*/ 19784147 h 36"/>
                  <a:gd name="T6" fmla="*/ 0 w 54"/>
                  <a:gd name="T7" fmla="*/ 0 h 36"/>
                  <a:gd name="T8" fmla="*/ 0 w 54"/>
                  <a:gd name="T9" fmla="*/ 0 h 36"/>
                  <a:gd name="T10" fmla="*/ 25904837 w 54"/>
                  <a:gd name="T11" fmla="*/ 0 h 36"/>
                  <a:gd name="T12" fmla="*/ 42214491 w 54"/>
                  <a:gd name="T13" fmla="*/ 0 h 36"/>
                  <a:gd name="T14" fmla="*/ 50849763 w 54"/>
                  <a:gd name="T15" fmla="*/ 9892598 h 36"/>
                  <a:gd name="T16" fmla="*/ 50849763 w 54"/>
                  <a:gd name="T17" fmla="*/ 9892598 h 36"/>
                  <a:gd name="T18" fmla="*/ 25904837 w 54"/>
                  <a:gd name="T19" fmla="*/ 29676744 h 36"/>
                  <a:gd name="T20" fmla="*/ 0 w 54"/>
                  <a:gd name="T21" fmla="*/ 38469582 h 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4" h="36">
                    <a:moveTo>
                      <a:pt x="0" y="35"/>
                    </a:moveTo>
                    <a:lnTo>
                      <a:pt x="0" y="35"/>
                    </a:lnTo>
                    <a:lnTo>
                      <a:pt x="0" y="18"/>
                    </a:lnTo>
                    <a:lnTo>
                      <a:pt x="0" y="0"/>
                    </a:lnTo>
                    <a:lnTo>
                      <a:pt x="27" y="0"/>
                    </a:lnTo>
                    <a:lnTo>
                      <a:pt x="44" y="0"/>
                    </a:lnTo>
                    <a:lnTo>
                      <a:pt x="53" y="9"/>
                    </a:lnTo>
                    <a:lnTo>
                      <a:pt x="27" y="27"/>
                    </a:lnTo>
                    <a:lnTo>
                      <a:pt x="0" y="3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5" name="Freeform 73"/>
              <p:cNvSpPr>
                <a:spLocks noChangeArrowheads="1"/>
              </p:cNvSpPr>
              <p:nvPr/>
            </p:nvSpPr>
            <p:spPr bwMode="auto">
              <a:xfrm>
                <a:off x="5792612" y="3053449"/>
                <a:ext cx="49114" cy="45291"/>
              </a:xfrm>
              <a:custGeom>
                <a:avLst/>
                <a:gdLst>
                  <a:gd name="T0" fmla="*/ 52413369 w 45"/>
                  <a:gd name="T1" fmla="*/ 0 h 45"/>
                  <a:gd name="T2" fmla="*/ 52413369 w 45"/>
                  <a:gd name="T3" fmla="*/ 0 h 45"/>
                  <a:gd name="T4" fmla="*/ 41692329 w 45"/>
                  <a:gd name="T5" fmla="*/ 18233150 h 45"/>
                  <a:gd name="T6" fmla="*/ 41692329 w 45"/>
                  <a:gd name="T7" fmla="*/ 27350732 h 45"/>
                  <a:gd name="T8" fmla="*/ 52413369 w 45"/>
                  <a:gd name="T9" fmla="*/ 44571376 h 45"/>
                  <a:gd name="T10" fmla="*/ 52413369 w 45"/>
                  <a:gd name="T11" fmla="*/ 44571376 h 45"/>
                  <a:gd name="T12" fmla="*/ 21442081 w 45"/>
                  <a:gd name="T13" fmla="*/ 44571376 h 45"/>
                  <a:gd name="T14" fmla="*/ 0 w 45"/>
                  <a:gd name="T15" fmla="*/ 27350732 h 45"/>
                  <a:gd name="T16" fmla="*/ 0 w 45"/>
                  <a:gd name="T17" fmla="*/ 27350732 h 45"/>
                  <a:gd name="T18" fmla="*/ 21442081 w 45"/>
                  <a:gd name="T19" fmla="*/ 18233150 h 45"/>
                  <a:gd name="T20" fmla="*/ 52413369 w 45"/>
                  <a:gd name="T21" fmla="*/ 0 h 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5" h="45">
                    <a:moveTo>
                      <a:pt x="44" y="0"/>
                    </a:moveTo>
                    <a:lnTo>
                      <a:pt x="44" y="0"/>
                    </a:lnTo>
                    <a:lnTo>
                      <a:pt x="35" y="18"/>
                    </a:lnTo>
                    <a:lnTo>
                      <a:pt x="35" y="27"/>
                    </a:lnTo>
                    <a:lnTo>
                      <a:pt x="44" y="44"/>
                    </a:lnTo>
                    <a:lnTo>
                      <a:pt x="18" y="44"/>
                    </a:lnTo>
                    <a:lnTo>
                      <a:pt x="0" y="27"/>
                    </a:lnTo>
                    <a:lnTo>
                      <a:pt x="18" y="18"/>
                    </a:lnTo>
                    <a:lnTo>
                      <a:pt x="44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6" name="Freeform 74"/>
              <p:cNvSpPr>
                <a:spLocks noChangeArrowheads="1"/>
              </p:cNvSpPr>
              <p:nvPr/>
            </p:nvSpPr>
            <p:spPr bwMode="auto">
              <a:xfrm>
                <a:off x="5875729" y="3091192"/>
                <a:ext cx="11333" cy="3775"/>
              </a:xfrm>
              <a:custGeom>
                <a:avLst/>
                <a:gdLst>
                  <a:gd name="T0" fmla="*/ 11559660 w 10"/>
                  <a:gd name="T1" fmla="*/ 0 h 1"/>
                  <a:gd name="T2" fmla="*/ 11559660 w 10"/>
                  <a:gd name="T3" fmla="*/ 0 h 1"/>
                  <a:gd name="T4" fmla="*/ 0 w 10"/>
                  <a:gd name="T5" fmla="*/ 0 h 1"/>
                  <a:gd name="T6" fmla="*/ 0 w 10"/>
                  <a:gd name="T7" fmla="*/ 0 h 1"/>
                  <a:gd name="T8" fmla="*/ 11559660 w 1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">
                    <a:moveTo>
                      <a:pt x="9" y="0"/>
                    </a:moveTo>
                    <a:lnTo>
                      <a:pt x="9" y="0"/>
                    </a:lnTo>
                    <a:lnTo>
                      <a:pt x="0" y="0"/>
                    </a:lnTo>
                    <a:lnTo>
                      <a:pt x="9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7" name="Freeform 75"/>
              <p:cNvSpPr>
                <a:spLocks noChangeArrowheads="1"/>
              </p:cNvSpPr>
              <p:nvPr/>
            </p:nvSpPr>
            <p:spPr bwMode="auto">
              <a:xfrm>
                <a:off x="5864394" y="3045901"/>
                <a:ext cx="98229" cy="52839"/>
              </a:xfrm>
              <a:custGeom>
                <a:avLst/>
                <a:gdLst>
                  <a:gd name="T0" fmla="*/ 97454194 w 98"/>
                  <a:gd name="T1" fmla="*/ 25851970 h 54"/>
                  <a:gd name="T2" fmla="*/ 97454194 w 98"/>
                  <a:gd name="T3" fmla="*/ 25851970 h 54"/>
                  <a:gd name="T4" fmla="*/ 88412114 w 98"/>
                  <a:gd name="T5" fmla="*/ 34468641 h 54"/>
                  <a:gd name="T6" fmla="*/ 79370034 w 98"/>
                  <a:gd name="T7" fmla="*/ 42128339 h 54"/>
                  <a:gd name="T8" fmla="*/ 44206057 w 98"/>
                  <a:gd name="T9" fmla="*/ 50745989 h 54"/>
                  <a:gd name="T10" fmla="*/ 44206057 w 98"/>
                  <a:gd name="T11" fmla="*/ 50745989 h 54"/>
                  <a:gd name="T12" fmla="*/ 9042080 w 98"/>
                  <a:gd name="T13" fmla="*/ 42128339 h 54"/>
                  <a:gd name="T14" fmla="*/ 0 w 98"/>
                  <a:gd name="T15" fmla="*/ 34468641 h 54"/>
                  <a:gd name="T16" fmla="*/ 0 w 98"/>
                  <a:gd name="T17" fmla="*/ 25851970 h 54"/>
                  <a:gd name="T18" fmla="*/ 0 w 98"/>
                  <a:gd name="T19" fmla="*/ 25851970 h 54"/>
                  <a:gd name="T20" fmla="*/ 0 w 98"/>
                  <a:gd name="T21" fmla="*/ 17234321 h 54"/>
                  <a:gd name="T22" fmla="*/ 9042080 w 98"/>
                  <a:gd name="T23" fmla="*/ 8617650 h 54"/>
                  <a:gd name="T24" fmla="*/ 44206057 w 98"/>
                  <a:gd name="T25" fmla="*/ 0 h 54"/>
                  <a:gd name="T26" fmla="*/ 44206057 w 98"/>
                  <a:gd name="T27" fmla="*/ 0 h 54"/>
                  <a:gd name="T28" fmla="*/ 79370034 w 98"/>
                  <a:gd name="T29" fmla="*/ 8617650 h 54"/>
                  <a:gd name="T30" fmla="*/ 88412114 w 98"/>
                  <a:gd name="T31" fmla="*/ 17234321 h 54"/>
                  <a:gd name="T32" fmla="*/ 97454194 w 98"/>
                  <a:gd name="T33" fmla="*/ 25851970 h 5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98" h="54">
                    <a:moveTo>
                      <a:pt x="97" y="27"/>
                    </a:moveTo>
                    <a:lnTo>
                      <a:pt x="97" y="27"/>
                    </a:lnTo>
                    <a:lnTo>
                      <a:pt x="88" y="36"/>
                    </a:lnTo>
                    <a:lnTo>
                      <a:pt x="79" y="44"/>
                    </a:lnTo>
                    <a:lnTo>
                      <a:pt x="44" y="53"/>
                    </a:lnTo>
                    <a:lnTo>
                      <a:pt x="9" y="44"/>
                    </a:lnTo>
                    <a:lnTo>
                      <a:pt x="0" y="36"/>
                    </a:lnTo>
                    <a:lnTo>
                      <a:pt x="0" y="27"/>
                    </a:lnTo>
                    <a:lnTo>
                      <a:pt x="0" y="18"/>
                    </a:lnTo>
                    <a:lnTo>
                      <a:pt x="9" y="9"/>
                    </a:lnTo>
                    <a:lnTo>
                      <a:pt x="44" y="0"/>
                    </a:lnTo>
                    <a:lnTo>
                      <a:pt x="79" y="9"/>
                    </a:lnTo>
                    <a:lnTo>
                      <a:pt x="88" y="18"/>
                    </a:lnTo>
                    <a:lnTo>
                      <a:pt x="97" y="27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6573" name="Freeform 167"/>
            <p:cNvSpPr>
              <a:spLocks/>
            </p:cNvSpPr>
            <p:nvPr/>
          </p:nvSpPr>
          <p:spPr bwMode="auto">
            <a:xfrm rot="-8346380">
              <a:off x="4877566" y="1938494"/>
              <a:ext cx="277200" cy="433325"/>
            </a:xfrm>
            <a:custGeom>
              <a:avLst/>
              <a:gdLst>
                <a:gd name="T0" fmla="*/ 65165018 w 197057"/>
                <a:gd name="T1" fmla="*/ 0 h 1192785"/>
                <a:gd name="T2" fmla="*/ 25774001 w 197057"/>
                <a:gd name="T3" fmla="*/ 0 h 1192785"/>
                <a:gd name="T4" fmla="*/ 0 w 197057"/>
                <a:gd name="T5" fmla="*/ 0 h 1192785"/>
                <a:gd name="T6" fmla="*/ 17641989 w 197057"/>
                <a:gd name="T7" fmla="*/ 0 h 1192785"/>
                <a:gd name="T8" fmla="*/ 42608807 w 197057"/>
                <a:gd name="T9" fmla="*/ 0 h 1192785"/>
                <a:gd name="T10" fmla="*/ 65165018 w 197057"/>
                <a:gd name="T11" fmla="*/ 0 h 11927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7057" h="1192785">
                  <a:moveTo>
                    <a:pt x="197057" y="1192785"/>
                  </a:moveTo>
                  <a:cubicBezTo>
                    <a:pt x="186620" y="1161761"/>
                    <a:pt x="99340" y="576584"/>
                    <a:pt x="77940" y="480582"/>
                  </a:cubicBezTo>
                  <a:cubicBezTo>
                    <a:pt x="45097" y="297295"/>
                    <a:pt x="24533" y="258334"/>
                    <a:pt x="0" y="93061"/>
                  </a:cubicBezTo>
                  <a:lnTo>
                    <a:pt x="53349" y="1"/>
                  </a:lnTo>
                  <a:lnTo>
                    <a:pt x="128848" y="526086"/>
                  </a:lnTo>
                  <a:lnTo>
                    <a:pt x="197057" y="1192785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516" name="Group 5"/>
          <p:cNvGrpSpPr>
            <a:grpSpLocks/>
          </p:cNvGrpSpPr>
          <p:nvPr/>
        </p:nvGrpSpPr>
        <p:grpSpPr bwMode="auto">
          <a:xfrm>
            <a:off x="4275932" y="3052763"/>
            <a:ext cx="960438" cy="808037"/>
            <a:chOff x="3200400" y="1809750"/>
            <a:chExt cx="2900363" cy="2439988"/>
          </a:xfrm>
        </p:grpSpPr>
        <p:sp>
          <p:nvSpPr>
            <p:cNvPr id="169" name="Freeform 76"/>
            <p:cNvSpPr>
              <a:spLocks noChangeArrowheads="1"/>
            </p:cNvSpPr>
            <p:nvPr/>
          </p:nvSpPr>
          <p:spPr bwMode="auto">
            <a:xfrm>
              <a:off x="3200400" y="1809750"/>
              <a:ext cx="2157294" cy="2161954"/>
            </a:xfrm>
            <a:custGeom>
              <a:avLst/>
              <a:gdLst>
                <a:gd name="T0" fmla="*/ 1030728077 w 1774"/>
                <a:gd name="T1" fmla="*/ 1872214406 h 1775"/>
                <a:gd name="T2" fmla="*/ 1539438432 w 1774"/>
                <a:gd name="T3" fmla="*/ 1020668836 h 1775"/>
                <a:gd name="T4" fmla="*/ 1774567669 w 1774"/>
                <a:gd name="T5" fmla="*/ 982095923 h 1775"/>
                <a:gd name="T6" fmla="*/ 1956461360 w 1774"/>
                <a:gd name="T7" fmla="*/ 1074075799 h 1775"/>
                <a:gd name="T8" fmla="*/ 2126523983 w 1774"/>
                <a:gd name="T9" fmla="*/ 1335176506 h 1775"/>
                <a:gd name="T10" fmla="*/ 2147483646 w 1774"/>
                <a:gd name="T11" fmla="*/ 955392442 h 1775"/>
                <a:gd name="T12" fmla="*/ 2147483646 w 1774"/>
                <a:gd name="T13" fmla="*/ 629016558 h 1775"/>
                <a:gd name="T14" fmla="*/ 2147483646 w 1774"/>
                <a:gd name="T15" fmla="*/ 562257854 h 1775"/>
                <a:gd name="T16" fmla="*/ 2086595803 w 1774"/>
                <a:gd name="T17" fmla="*/ 471762723 h 1775"/>
                <a:gd name="T18" fmla="*/ 1864775149 w 1774"/>
                <a:gd name="T19" fmla="*/ 249232493 h 1775"/>
                <a:gd name="T20" fmla="*/ 1774567669 w 1774"/>
                <a:gd name="T21" fmla="*/ 51923436 h 1775"/>
                <a:gd name="T22" fmla="*/ 1539438432 w 1774"/>
                <a:gd name="T23" fmla="*/ 13351741 h 1775"/>
                <a:gd name="T24" fmla="*/ 1512818834 w 1774"/>
                <a:gd name="T25" fmla="*/ 130550354 h 1775"/>
                <a:gd name="T26" fmla="*/ 1277689597 w 1774"/>
                <a:gd name="T27" fmla="*/ 65275177 h 1775"/>
                <a:gd name="T28" fmla="*/ 1030728077 w 1774"/>
                <a:gd name="T29" fmla="*/ 78626917 h 1775"/>
                <a:gd name="T30" fmla="*/ 952351664 w 1774"/>
                <a:gd name="T31" fmla="*/ 78626917 h 1775"/>
                <a:gd name="T32" fmla="*/ 860665453 w 1774"/>
                <a:gd name="T33" fmla="*/ 91978658 h 1775"/>
                <a:gd name="T34" fmla="*/ 638844799 w 1774"/>
                <a:gd name="T35" fmla="*/ 130550354 h 1775"/>
                <a:gd name="T36" fmla="*/ 246960304 w 1774"/>
                <a:gd name="T37" fmla="*/ 550389640 h 1775"/>
                <a:gd name="T38" fmla="*/ 260270103 w 1774"/>
                <a:gd name="T39" fmla="*/ 680939994 h 1775"/>
                <a:gd name="T40" fmla="*/ 522018938 w 1774"/>
                <a:gd name="T41" fmla="*/ 550389640 h 1775"/>
                <a:gd name="T42" fmla="*/ 612226417 w 1774"/>
                <a:gd name="T43" fmla="*/ 575609595 h 1775"/>
                <a:gd name="T44" fmla="*/ 822216005 w 1774"/>
                <a:gd name="T45" fmla="*/ 550389640 h 1775"/>
                <a:gd name="T46" fmla="*/ 1082486108 w 1774"/>
                <a:gd name="T47" fmla="*/ 667588253 h 1775"/>
                <a:gd name="T48" fmla="*/ 887283834 w 1774"/>
                <a:gd name="T49" fmla="*/ 1020668836 h 1775"/>
                <a:gd name="T50" fmla="*/ 782289041 w 1774"/>
                <a:gd name="T51" fmla="*/ 1191274412 h 1775"/>
                <a:gd name="T52" fmla="*/ 456951108 w 1774"/>
                <a:gd name="T53" fmla="*/ 1622980695 h 1775"/>
                <a:gd name="T54" fmla="*/ 235130453 w 1774"/>
                <a:gd name="T55" fmla="*/ 1937489583 h 1775"/>
                <a:gd name="T56" fmla="*/ 0 w 1774"/>
                <a:gd name="T57" fmla="*/ 2147483646 h 1775"/>
                <a:gd name="T58" fmla="*/ 286888484 w 1774"/>
                <a:gd name="T59" fmla="*/ 2147483646 h 1775"/>
                <a:gd name="T60" fmla="*/ 560468386 w 1774"/>
                <a:gd name="T61" fmla="*/ 2147483646 h 1775"/>
                <a:gd name="T62" fmla="*/ 1891393530 w 1774"/>
                <a:gd name="T63" fmla="*/ 863413783 h 1775"/>
                <a:gd name="T64" fmla="*/ 1734640705 w 1774"/>
                <a:gd name="T65" fmla="*/ 772918652 h 1775"/>
                <a:gd name="T66" fmla="*/ 1474370602 w 1774"/>
                <a:gd name="T67" fmla="*/ 772918652 h 1775"/>
                <a:gd name="T68" fmla="*/ 1187482117 w 1774"/>
                <a:gd name="T69" fmla="*/ 550389640 h 1775"/>
                <a:gd name="T70" fmla="*/ 860665453 w 1774"/>
                <a:gd name="T71" fmla="*/ 406487546 h 1775"/>
                <a:gd name="T72" fmla="*/ 782289041 w 1774"/>
                <a:gd name="T73" fmla="*/ 406487546 h 1775"/>
                <a:gd name="T74" fmla="*/ 560468386 w 1774"/>
                <a:gd name="T75" fmla="*/ 406487546 h 1775"/>
                <a:gd name="T76" fmla="*/ 587086767 w 1774"/>
                <a:gd name="T77" fmla="*/ 314507670 h 1775"/>
                <a:gd name="T78" fmla="*/ 755670659 w 1774"/>
                <a:gd name="T79" fmla="*/ 222529012 h 1775"/>
                <a:gd name="T80" fmla="*/ 1160863736 w 1774"/>
                <a:gd name="T81" fmla="*/ 195825530 h 1775"/>
                <a:gd name="T82" fmla="*/ 1734640705 w 1774"/>
                <a:gd name="T83" fmla="*/ 393135805 h 1775"/>
                <a:gd name="T84" fmla="*/ 2009698122 w 1774"/>
                <a:gd name="T85" fmla="*/ 562257854 h 1775"/>
                <a:gd name="T86" fmla="*/ 2147483646 w 1774"/>
                <a:gd name="T87" fmla="*/ 732863430 h 1775"/>
                <a:gd name="T88" fmla="*/ 2147483646 w 1774"/>
                <a:gd name="T89" fmla="*/ 719511689 h 1775"/>
                <a:gd name="T90" fmla="*/ 2147483646 w 1774"/>
                <a:gd name="T91" fmla="*/ 1217977893 h 1775"/>
                <a:gd name="T92" fmla="*/ 1891393530 w 1774"/>
                <a:gd name="T93" fmla="*/ 890117265 h 1775"/>
                <a:gd name="T94" fmla="*/ 468782175 w 1774"/>
                <a:gd name="T95" fmla="*/ 2147483646 h 1775"/>
                <a:gd name="T96" fmla="*/ 208512072 w 1774"/>
                <a:gd name="T97" fmla="*/ 2147483646 h 1775"/>
                <a:gd name="T98" fmla="*/ 560468386 w 1774"/>
                <a:gd name="T99" fmla="*/ 1793587488 h 1775"/>
                <a:gd name="T100" fmla="*/ 782289041 w 1774"/>
                <a:gd name="T101" fmla="*/ 1492430341 h 1775"/>
                <a:gd name="T102" fmla="*/ 1004109695 w 1774"/>
                <a:gd name="T103" fmla="*/ 1177922671 h 1775"/>
                <a:gd name="T104" fmla="*/ 1225930350 w 1774"/>
                <a:gd name="T105" fmla="*/ 838193829 h 1775"/>
                <a:gd name="T106" fmla="*/ 1434442422 w 1774"/>
                <a:gd name="T107" fmla="*/ 903469006 h 1775"/>
                <a:gd name="T108" fmla="*/ 1147553938 w 1774"/>
                <a:gd name="T109" fmla="*/ 1413803424 h 1775"/>
                <a:gd name="T110" fmla="*/ 887283834 w 1774"/>
                <a:gd name="T111" fmla="*/ 1793587488 h 1775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774" h="1775">
                  <a:moveTo>
                    <a:pt x="494" y="1579"/>
                  </a:moveTo>
                  <a:lnTo>
                    <a:pt x="494" y="1579"/>
                  </a:lnTo>
                  <a:lnTo>
                    <a:pt x="547" y="1482"/>
                  </a:lnTo>
                  <a:lnTo>
                    <a:pt x="617" y="1385"/>
                  </a:lnTo>
                  <a:lnTo>
                    <a:pt x="661" y="1332"/>
                  </a:lnTo>
                  <a:lnTo>
                    <a:pt x="697" y="1262"/>
                  </a:lnTo>
                  <a:lnTo>
                    <a:pt x="864" y="1006"/>
                  </a:lnTo>
                  <a:lnTo>
                    <a:pt x="917" y="900"/>
                  </a:lnTo>
                  <a:lnTo>
                    <a:pt x="961" y="821"/>
                  </a:lnTo>
                  <a:lnTo>
                    <a:pt x="1041" y="688"/>
                  </a:lnTo>
                  <a:lnTo>
                    <a:pt x="1067" y="635"/>
                  </a:lnTo>
                  <a:lnTo>
                    <a:pt x="1076" y="626"/>
                  </a:lnTo>
                  <a:lnTo>
                    <a:pt x="1111" y="635"/>
                  </a:lnTo>
                  <a:lnTo>
                    <a:pt x="1147" y="635"/>
                  </a:lnTo>
                  <a:lnTo>
                    <a:pt x="1200" y="662"/>
                  </a:lnTo>
                  <a:lnTo>
                    <a:pt x="1217" y="671"/>
                  </a:lnTo>
                  <a:lnTo>
                    <a:pt x="1288" y="706"/>
                  </a:lnTo>
                  <a:lnTo>
                    <a:pt x="1314" y="724"/>
                  </a:lnTo>
                  <a:lnTo>
                    <a:pt x="1323" y="724"/>
                  </a:lnTo>
                  <a:lnTo>
                    <a:pt x="1341" y="759"/>
                  </a:lnTo>
                  <a:lnTo>
                    <a:pt x="1385" y="847"/>
                  </a:lnTo>
                  <a:lnTo>
                    <a:pt x="1411" y="882"/>
                  </a:lnTo>
                  <a:lnTo>
                    <a:pt x="1438" y="900"/>
                  </a:lnTo>
                  <a:lnTo>
                    <a:pt x="1482" y="935"/>
                  </a:lnTo>
                  <a:lnTo>
                    <a:pt x="1544" y="900"/>
                  </a:lnTo>
                  <a:lnTo>
                    <a:pt x="1588" y="847"/>
                  </a:lnTo>
                  <a:lnTo>
                    <a:pt x="1667" y="732"/>
                  </a:lnTo>
                  <a:lnTo>
                    <a:pt x="1711" y="644"/>
                  </a:lnTo>
                  <a:lnTo>
                    <a:pt x="1756" y="565"/>
                  </a:lnTo>
                  <a:lnTo>
                    <a:pt x="1773" y="521"/>
                  </a:lnTo>
                  <a:lnTo>
                    <a:pt x="1773" y="485"/>
                  </a:lnTo>
                  <a:lnTo>
                    <a:pt x="1764" y="459"/>
                  </a:lnTo>
                  <a:lnTo>
                    <a:pt x="1738" y="424"/>
                  </a:lnTo>
                  <a:lnTo>
                    <a:pt x="1703" y="388"/>
                  </a:lnTo>
                  <a:lnTo>
                    <a:pt x="1676" y="379"/>
                  </a:lnTo>
                  <a:lnTo>
                    <a:pt x="1659" y="371"/>
                  </a:lnTo>
                  <a:lnTo>
                    <a:pt x="1632" y="379"/>
                  </a:lnTo>
                  <a:lnTo>
                    <a:pt x="1579" y="379"/>
                  </a:lnTo>
                  <a:lnTo>
                    <a:pt x="1517" y="379"/>
                  </a:lnTo>
                  <a:lnTo>
                    <a:pt x="1500" y="379"/>
                  </a:lnTo>
                  <a:lnTo>
                    <a:pt x="1473" y="371"/>
                  </a:lnTo>
                  <a:lnTo>
                    <a:pt x="1456" y="362"/>
                  </a:lnTo>
                  <a:lnTo>
                    <a:pt x="1411" y="318"/>
                  </a:lnTo>
                  <a:lnTo>
                    <a:pt x="1367" y="274"/>
                  </a:lnTo>
                  <a:lnTo>
                    <a:pt x="1350" y="256"/>
                  </a:lnTo>
                  <a:lnTo>
                    <a:pt x="1297" y="212"/>
                  </a:lnTo>
                  <a:lnTo>
                    <a:pt x="1279" y="194"/>
                  </a:lnTo>
                  <a:lnTo>
                    <a:pt x="1261" y="168"/>
                  </a:lnTo>
                  <a:lnTo>
                    <a:pt x="1261" y="141"/>
                  </a:lnTo>
                  <a:lnTo>
                    <a:pt x="1270" y="115"/>
                  </a:lnTo>
                  <a:lnTo>
                    <a:pt x="1261" y="88"/>
                  </a:lnTo>
                  <a:lnTo>
                    <a:pt x="1244" y="71"/>
                  </a:lnTo>
                  <a:lnTo>
                    <a:pt x="1226" y="44"/>
                  </a:lnTo>
                  <a:lnTo>
                    <a:pt x="1200" y="35"/>
                  </a:lnTo>
                  <a:lnTo>
                    <a:pt x="1138" y="18"/>
                  </a:lnTo>
                  <a:lnTo>
                    <a:pt x="1085" y="0"/>
                  </a:lnTo>
                  <a:lnTo>
                    <a:pt x="1067" y="0"/>
                  </a:lnTo>
                  <a:lnTo>
                    <a:pt x="1050" y="9"/>
                  </a:lnTo>
                  <a:lnTo>
                    <a:pt x="1041" y="9"/>
                  </a:lnTo>
                  <a:lnTo>
                    <a:pt x="1032" y="26"/>
                  </a:lnTo>
                  <a:lnTo>
                    <a:pt x="1032" y="53"/>
                  </a:lnTo>
                  <a:lnTo>
                    <a:pt x="1032" y="71"/>
                  </a:lnTo>
                  <a:lnTo>
                    <a:pt x="1032" y="79"/>
                  </a:lnTo>
                  <a:lnTo>
                    <a:pt x="1032" y="88"/>
                  </a:lnTo>
                  <a:lnTo>
                    <a:pt x="1023" y="88"/>
                  </a:lnTo>
                  <a:lnTo>
                    <a:pt x="979" y="88"/>
                  </a:lnTo>
                  <a:lnTo>
                    <a:pt x="944" y="79"/>
                  </a:lnTo>
                  <a:lnTo>
                    <a:pt x="900" y="62"/>
                  </a:lnTo>
                  <a:lnTo>
                    <a:pt x="864" y="44"/>
                  </a:lnTo>
                  <a:lnTo>
                    <a:pt x="838" y="35"/>
                  </a:lnTo>
                  <a:lnTo>
                    <a:pt x="811" y="35"/>
                  </a:lnTo>
                  <a:lnTo>
                    <a:pt x="794" y="35"/>
                  </a:lnTo>
                  <a:lnTo>
                    <a:pt x="767" y="35"/>
                  </a:lnTo>
                  <a:lnTo>
                    <a:pt x="697" y="53"/>
                  </a:lnTo>
                  <a:lnTo>
                    <a:pt x="670" y="44"/>
                  </a:lnTo>
                  <a:lnTo>
                    <a:pt x="661" y="44"/>
                  </a:lnTo>
                  <a:lnTo>
                    <a:pt x="653" y="53"/>
                  </a:lnTo>
                  <a:lnTo>
                    <a:pt x="644" y="53"/>
                  </a:lnTo>
                  <a:lnTo>
                    <a:pt x="635" y="53"/>
                  </a:lnTo>
                  <a:lnTo>
                    <a:pt x="609" y="62"/>
                  </a:lnTo>
                  <a:lnTo>
                    <a:pt x="582" y="62"/>
                  </a:lnTo>
                  <a:lnTo>
                    <a:pt x="538" y="62"/>
                  </a:lnTo>
                  <a:lnTo>
                    <a:pt x="494" y="79"/>
                  </a:lnTo>
                  <a:lnTo>
                    <a:pt x="485" y="79"/>
                  </a:lnTo>
                  <a:lnTo>
                    <a:pt x="459" y="88"/>
                  </a:lnTo>
                  <a:lnTo>
                    <a:pt x="432" y="88"/>
                  </a:lnTo>
                  <a:lnTo>
                    <a:pt x="414" y="97"/>
                  </a:lnTo>
                  <a:lnTo>
                    <a:pt x="353" y="141"/>
                  </a:lnTo>
                  <a:lnTo>
                    <a:pt x="300" y="185"/>
                  </a:lnTo>
                  <a:lnTo>
                    <a:pt x="220" y="282"/>
                  </a:lnTo>
                  <a:lnTo>
                    <a:pt x="185" y="326"/>
                  </a:lnTo>
                  <a:lnTo>
                    <a:pt x="167" y="371"/>
                  </a:lnTo>
                  <a:lnTo>
                    <a:pt x="159" y="388"/>
                  </a:lnTo>
                  <a:lnTo>
                    <a:pt x="150" y="406"/>
                  </a:lnTo>
                  <a:lnTo>
                    <a:pt x="150" y="424"/>
                  </a:lnTo>
                  <a:lnTo>
                    <a:pt x="176" y="459"/>
                  </a:lnTo>
                  <a:lnTo>
                    <a:pt x="229" y="441"/>
                  </a:lnTo>
                  <a:lnTo>
                    <a:pt x="282" y="415"/>
                  </a:lnTo>
                  <a:lnTo>
                    <a:pt x="317" y="397"/>
                  </a:lnTo>
                  <a:lnTo>
                    <a:pt x="326" y="388"/>
                  </a:lnTo>
                  <a:lnTo>
                    <a:pt x="353" y="371"/>
                  </a:lnTo>
                  <a:lnTo>
                    <a:pt x="370" y="371"/>
                  </a:lnTo>
                  <a:lnTo>
                    <a:pt x="379" y="362"/>
                  </a:lnTo>
                  <a:lnTo>
                    <a:pt x="388" y="371"/>
                  </a:lnTo>
                  <a:lnTo>
                    <a:pt x="388" y="388"/>
                  </a:lnTo>
                  <a:lnTo>
                    <a:pt x="414" y="388"/>
                  </a:lnTo>
                  <a:lnTo>
                    <a:pt x="441" y="388"/>
                  </a:lnTo>
                  <a:lnTo>
                    <a:pt x="450" y="379"/>
                  </a:lnTo>
                  <a:lnTo>
                    <a:pt x="511" y="379"/>
                  </a:lnTo>
                  <a:lnTo>
                    <a:pt x="556" y="371"/>
                  </a:lnTo>
                  <a:lnTo>
                    <a:pt x="582" y="371"/>
                  </a:lnTo>
                  <a:lnTo>
                    <a:pt x="626" y="371"/>
                  </a:lnTo>
                  <a:lnTo>
                    <a:pt x="670" y="388"/>
                  </a:lnTo>
                  <a:lnTo>
                    <a:pt x="697" y="415"/>
                  </a:lnTo>
                  <a:lnTo>
                    <a:pt x="732" y="441"/>
                  </a:lnTo>
                  <a:lnTo>
                    <a:pt x="732" y="450"/>
                  </a:lnTo>
                  <a:lnTo>
                    <a:pt x="723" y="485"/>
                  </a:lnTo>
                  <a:lnTo>
                    <a:pt x="706" y="521"/>
                  </a:lnTo>
                  <a:lnTo>
                    <a:pt x="679" y="565"/>
                  </a:lnTo>
                  <a:lnTo>
                    <a:pt x="635" y="618"/>
                  </a:lnTo>
                  <a:lnTo>
                    <a:pt x="617" y="653"/>
                  </a:lnTo>
                  <a:lnTo>
                    <a:pt x="600" y="688"/>
                  </a:lnTo>
                  <a:lnTo>
                    <a:pt x="591" y="715"/>
                  </a:lnTo>
                  <a:lnTo>
                    <a:pt x="582" y="732"/>
                  </a:lnTo>
                  <a:lnTo>
                    <a:pt x="573" y="741"/>
                  </a:lnTo>
                  <a:lnTo>
                    <a:pt x="529" y="803"/>
                  </a:lnTo>
                  <a:lnTo>
                    <a:pt x="467" y="882"/>
                  </a:lnTo>
                  <a:lnTo>
                    <a:pt x="432" y="926"/>
                  </a:lnTo>
                  <a:lnTo>
                    <a:pt x="379" y="1015"/>
                  </a:lnTo>
                  <a:lnTo>
                    <a:pt x="309" y="1094"/>
                  </a:lnTo>
                  <a:lnTo>
                    <a:pt x="273" y="1129"/>
                  </a:lnTo>
                  <a:lnTo>
                    <a:pt x="256" y="1156"/>
                  </a:lnTo>
                  <a:lnTo>
                    <a:pt x="247" y="1182"/>
                  </a:lnTo>
                  <a:lnTo>
                    <a:pt x="229" y="1226"/>
                  </a:lnTo>
                  <a:lnTo>
                    <a:pt x="194" y="1262"/>
                  </a:lnTo>
                  <a:lnTo>
                    <a:pt x="159" y="1306"/>
                  </a:lnTo>
                  <a:lnTo>
                    <a:pt x="132" y="1368"/>
                  </a:lnTo>
                  <a:lnTo>
                    <a:pt x="114" y="1403"/>
                  </a:lnTo>
                  <a:lnTo>
                    <a:pt x="88" y="1438"/>
                  </a:lnTo>
                  <a:lnTo>
                    <a:pt x="8" y="1553"/>
                  </a:lnTo>
                  <a:lnTo>
                    <a:pt x="0" y="1579"/>
                  </a:lnTo>
                  <a:lnTo>
                    <a:pt x="0" y="1606"/>
                  </a:lnTo>
                  <a:lnTo>
                    <a:pt x="8" y="1624"/>
                  </a:lnTo>
                  <a:lnTo>
                    <a:pt x="17" y="1632"/>
                  </a:lnTo>
                  <a:lnTo>
                    <a:pt x="106" y="1668"/>
                  </a:lnTo>
                  <a:lnTo>
                    <a:pt x="194" y="1712"/>
                  </a:lnTo>
                  <a:lnTo>
                    <a:pt x="264" y="1756"/>
                  </a:lnTo>
                  <a:lnTo>
                    <a:pt x="291" y="1774"/>
                  </a:lnTo>
                  <a:lnTo>
                    <a:pt x="317" y="1774"/>
                  </a:lnTo>
                  <a:lnTo>
                    <a:pt x="353" y="1765"/>
                  </a:lnTo>
                  <a:lnTo>
                    <a:pt x="379" y="1747"/>
                  </a:lnTo>
                  <a:lnTo>
                    <a:pt x="432" y="1677"/>
                  </a:lnTo>
                  <a:lnTo>
                    <a:pt x="476" y="1606"/>
                  </a:lnTo>
                  <a:lnTo>
                    <a:pt x="494" y="1579"/>
                  </a:lnTo>
                  <a:close/>
                  <a:moveTo>
                    <a:pt x="1279" y="600"/>
                  </a:moveTo>
                  <a:lnTo>
                    <a:pt x="1279" y="600"/>
                  </a:lnTo>
                  <a:lnTo>
                    <a:pt x="1279" y="582"/>
                  </a:lnTo>
                  <a:lnTo>
                    <a:pt x="1270" y="565"/>
                  </a:lnTo>
                  <a:lnTo>
                    <a:pt x="1270" y="556"/>
                  </a:lnTo>
                  <a:lnTo>
                    <a:pt x="1253" y="547"/>
                  </a:lnTo>
                  <a:lnTo>
                    <a:pt x="1217" y="529"/>
                  </a:lnTo>
                  <a:lnTo>
                    <a:pt x="1173" y="521"/>
                  </a:lnTo>
                  <a:lnTo>
                    <a:pt x="1138" y="521"/>
                  </a:lnTo>
                  <a:lnTo>
                    <a:pt x="1103" y="538"/>
                  </a:lnTo>
                  <a:lnTo>
                    <a:pt x="1059" y="547"/>
                  </a:lnTo>
                  <a:lnTo>
                    <a:pt x="1023" y="538"/>
                  </a:lnTo>
                  <a:lnTo>
                    <a:pt x="997" y="521"/>
                  </a:lnTo>
                  <a:lnTo>
                    <a:pt x="961" y="485"/>
                  </a:lnTo>
                  <a:lnTo>
                    <a:pt x="926" y="468"/>
                  </a:lnTo>
                  <a:lnTo>
                    <a:pt x="891" y="441"/>
                  </a:lnTo>
                  <a:lnTo>
                    <a:pt x="829" y="397"/>
                  </a:lnTo>
                  <a:lnTo>
                    <a:pt x="803" y="371"/>
                  </a:lnTo>
                  <a:lnTo>
                    <a:pt x="794" y="371"/>
                  </a:lnTo>
                  <a:lnTo>
                    <a:pt x="688" y="282"/>
                  </a:lnTo>
                  <a:lnTo>
                    <a:pt x="679" y="282"/>
                  </a:lnTo>
                  <a:lnTo>
                    <a:pt x="591" y="274"/>
                  </a:lnTo>
                  <a:lnTo>
                    <a:pt x="582" y="274"/>
                  </a:lnTo>
                  <a:lnTo>
                    <a:pt x="573" y="274"/>
                  </a:lnTo>
                  <a:lnTo>
                    <a:pt x="564" y="274"/>
                  </a:lnTo>
                  <a:lnTo>
                    <a:pt x="529" y="274"/>
                  </a:lnTo>
                  <a:lnTo>
                    <a:pt x="476" y="274"/>
                  </a:lnTo>
                  <a:lnTo>
                    <a:pt x="432" y="265"/>
                  </a:lnTo>
                  <a:lnTo>
                    <a:pt x="414" y="265"/>
                  </a:lnTo>
                  <a:lnTo>
                    <a:pt x="379" y="274"/>
                  </a:lnTo>
                  <a:lnTo>
                    <a:pt x="353" y="274"/>
                  </a:lnTo>
                  <a:lnTo>
                    <a:pt x="335" y="274"/>
                  </a:lnTo>
                  <a:lnTo>
                    <a:pt x="344" y="256"/>
                  </a:lnTo>
                  <a:lnTo>
                    <a:pt x="370" y="229"/>
                  </a:lnTo>
                  <a:lnTo>
                    <a:pt x="397" y="212"/>
                  </a:lnTo>
                  <a:lnTo>
                    <a:pt x="423" y="203"/>
                  </a:lnTo>
                  <a:lnTo>
                    <a:pt x="441" y="185"/>
                  </a:lnTo>
                  <a:lnTo>
                    <a:pt x="476" y="168"/>
                  </a:lnTo>
                  <a:lnTo>
                    <a:pt x="485" y="159"/>
                  </a:lnTo>
                  <a:lnTo>
                    <a:pt x="511" y="150"/>
                  </a:lnTo>
                  <a:lnTo>
                    <a:pt x="591" y="132"/>
                  </a:lnTo>
                  <a:lnTo>
                    <a:pt x="670" y="124"/>
                  </a:lnTo>
                  <a:lnTo>
                    <a:pt x="697" y="124"/>
                  </a:lnTo>
                  <a:lnTo>
                    <a:pt x="706" y="124"/>
                  </a:lnTo>
                  <a:lnTo>
                    <a:pt x="785" y="132"/>
                  </a:lnTo>
                  <a:lnTo>
                    <a:pt x="864" y="141"/>
                  </a:lnTo>
                  <a:lnTo>
                    <a:pt x="935" y="168"/>
                  </a:lnTo>
                  <a:lnTo>
                    <a:pt x="1006" y="194"/>
                  </a:lnTo>
                  <a:lnTo>
                    <a:pt x="1120" y="247"/>
                  </a:lnTo>
                  <a:lnTo>
                    <a:pt x="1173" y="265"/>
                  </a:lnTo>
                  <a:lnTo>
                    <a:pt x="1182" y="265"/>
                  </a:lnTo>
                  <a:lnTo>
                    <a:pt x="1209" y="282"/>
                  </a:lnTo>
                  <a:lnTo>
                    <a:pt x="1261" y="326"/>
                  </a:lnTo>
                  <a:lnTo>
                    <a:pt x="1323" y="362"/>
                  </a:lnTo>
                  <a:lnTo>
                    <a:pt x="1359" y="379"/>
                  </a:lnTo>
                  <a:lnTo>
                    <a:pt x="1394" y="415"/>
                  </a:lnTo>
                  <a:lnTo>
                    <a:pt x="1447" y="459"/>
                  </a:lnTo>
                  <a:lnTo>
                    <a:pt x="1491" y="485"/>
                  </a:lnTo>
                  <a:lnTo>
                    <a:pt x="1517" y="494"/>
                  </a:lnTo>
                  <a:lnTo>
                    <a:pt x="1544" y="494"/>
                  </a:lnTo>
                  <a:lnTo>
                    <a:pt x="1570" y="494"/>
                  </a:lnTo>
                  <a:lnTo>
                    <a:pt x="1579" y="494"/>
                  </a:lnTo>
                  <a:lnTo>
                    <a:pt x="1632" y="485"/>
                  </a:lnTo>
                  <a:lnTo>
                    <a:pt x="1659" y="485"/>
                  </a:lnTo>
                  <a:lnTo>
                    <a:pt x="1676" y="476"/>
                  </a:lnTo>
                  <a:lnTo>
                    <a:pt x="1667" y="494"/>
                  </a:lnTo>
                  <a:lnTo>
                    <a:pt x="1606" y="609"/>
                  </a:lnTo>
                  <a:lnTo>
                    <a:pt x="1535" y="715"/>
                  </a:lnTo>
                  <a:lnTo>
                    <a:pt x="1473" y="803"/>
                  </a:lnTo>
                  <a:lnTo>
                    <a:pt x="1464" y="821"/>
                  </a:lnTo>
                  <a:lnTo>
                    <a:pt x="1456" y="794"/>
                  </a:lnTo>
                  <a:lnTo>
                    <a:pt x="1429" y="732"/>
                  </a:lnTo>
                  <a:lnTo>
                    <a:pt x="1394" y="679"/>
                  </a:lnTo>
                  <a:lnTo>
                    <a:pt x="1350" y="635"/>
                  </a:lnTo>
                  <a:lnTo>
                    <a:pt x="1288" y="609"/>
                  </a:lnTo>
                  <a:lnTo>
                    <a:pt x="1279" y="600"/>
                  </a:lnTo>
                  <a:close/>
                  <a:moveTo>
                    <a:pt x="361" y="1597"/>
                  </a:moveTo>
                  <a:lnTo>
                    <a:pt x="361" y="1597"/>
                  </a:lnTo>
                  <a:lnTo>
                    <a:pt x="326" y="1659"/>
                  </a:lnTo>
                  <a:lnTo>
                    <a:pt x="317" y="1668"/>
                  </a:lnTo>
                  <a:lnTo>
                    <a:pt x="317" y="1677"/>
                  </a:lnTo>
                  <a:lnTo>
                    <a:pt x="309" y="1677"/>
                  </a:lnTo>
                  <a:lnTo>
                    <a:pt x="264" y="1659"/>
                  </a:lnTo>
                  <a:lnTo>
                    <a:pt x="220" y="1641"/>
                  </a:lnTo>
                  <a:lnTo>
                    <a:pt x="176" y="1615"/>
                  </a:lnTo>
                  <a:lnTo>
                    <a:pt x="141" y="1571"/>
                  </a:lnTo>
                  <a:lnTo>
                    <a:pt x="141" y="1562"/>
                  </a:lnTo>
                  <a:lnTo>
                    <a:pt x="167" y="1526"/>
                  </a:lnTo>
                  <a:lnTo>
                    <a:pt x="229" y="1429"/>
                  </a:lnTo>
                  <a:lnTo>
                    <a:pt x="309" y="1324"/>
                  </a:lnTo>
                  <a:lnTo>
                    <a:pt x="379" y="1209"/>
                  </a:lnTo>
                  <a:lnTo>
                    <a:pt x="414" y="1147"/>
                  </a:lnTo>
                  <a:lnTo>
                    <a:pt x="459" y="1094"/>
                  </a:lnTo>
                  <a:lnTo>
                    <a:pt x="494" y="1041"/>
                  </a:lnTo>
                  <a:lnTo>
                    <a:pt x="529" y="1006"/>
                  </a:lnTo>
                  <a:lnTo>
                    <a:pt x="547" y="971"/>
                  </a:lnTo>
                  <a:lnTo>
                    <a:pt x="564" y="953"/>
                  </a:lnTo>
                  <a:lnTo>
                    <a:pt x="609" y="891"/>
                  </a:lnTo>
                  <a:lnTo>
                    <a:pt x="653" y="838"/>
                  </a:lnTo>
                  <a:lnTo>
                    <a:pt x="679" y="794"/>
                  </a:lnTo>
                  <a:lnTo>
                    <a:pt x="741" y="697"/>
                  </a:lnTo>
                  <a:lnTo>
                    <a:pt x="776" y="644"/>
                  </a:lnTo>
                  <a:lnTo>
                    <a:pt x="803" y="600"/>
                  </a:lnTo>
                  <a:lnTo>
                    <a:pt x="829" y="565"/>
                  </a:lnTo>
                  <a:lnTo>
                    <a:pt x="838" y="538"/>
                  </a:lnTo>
                  <a:lnTo>
                    <a:pt x="847" y="529"/>
                  </a:lnTo>
                  <a:lnTo>
                    <a:pt x="856" y="521"/>
                  </a:lnTo>
                  <a:lnTo>
                    <a:pt x="979" y="600"/>
                  </a:lnTo>
                  <a:lnTo>
                    <a:pt x="970" y="609"/>
                  </a:lnTo>
                  <a:lnTo>
                    <a:pt x="944" y="626"/>
                  </a:lnTo>
                  <a:lnTo>
                    <a:pt x="935" y="653"/>
                  </a:lnTo>
                  <a:lnTo>
                    <a:pt x="926" y="679"/>
                  </a:lnTo>
                  <a:lnTo>
                    <a:pt x="856" y="829"/>
                  </a:lnTo>
                  <a:lnTo>
                    <a:pt x="776" y="953"/>
                  </a:lnTo>
                  <a:lnTo>
                    <a:pt x="741" y="997"/>
                  </a:lnTo>
                  <a:lnTo>
                    <a:pt x="661" y="1103"/>
                  </a:lnTo>
                  <a:lnTo>
                    <a:pt x="626" y="1165"/>
                  </a:lnTo>
                  <a:lnTo>
                    <a:pt x="600" y="1209"/>
                  </a:lnTo>
                  <a:lnTo>
                    <a:pt x="450" y="1456"/>
                  </a:lnTo>
                  <a:lnTo>
                    <a:pt x="361" y="1597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0" name="Freeform 77"/>
            <p:cNvSpPr>
              <a:spLocks noChangeArrowheads="1"/>
            </p:cNvSpPr>
            <p:nvPr/>
          </p:nvSpPr>
          <p:spPr bwMode="auto">
            <a:xfrm>
              <a:off x="3732534" y="2878742"/>
              <a:ext cx="2368229" cy="1370996"/>
            </a:xfrm>
            <a:custGeom>
              <a:avLst/>
              <a:gdLst>
                <a:gd name="T0" fmla="*/ 2147483646 w 1943"/>
                <a:gd name="T1" fmla="*/ 908103626 h 1131"/>
                <a:gd name="T2" fmla="*/ 2147483646 w 1943"/>
                <a:gd name="T3" fmla="*/ 921328707 h 1131"/>
                <a:gd name="T4" fmla="*/ 2147483646 w 1943"/>
                <a:gd name="T5" fmla="*/ 752344662 h 1131"/>
                <a:gd name="T6" fmla="*/ 2147483646 w 1943"/>
                <a:gd name="T7" fmla="*/ 531931902 h 1131"/>
                <a:gd name="T8" fmla="*/ 2147483646 w 1943"/>
                <a:gd name="T9" fmla="*/ 492256659 h 1131"/>
                <a:gd name="T10" fmla="*/ 2147483646 w 1943"/>
                <a:gd name="T11" fmla="*/ 389396806 h 1131"/>
                <a:gd name="T12" fmla="*/ 2147483646 w 1943"/>
                <a:gd name="T13" fmla="*/ 298292849 h 1131"/>
                <a:gd name="T14" fmla="*/ 2147483646 w 1943"/>
                <a:gd name="T15" fmla="*/ 64655008 h 1131"/>
                <a:gd name="T16" fmla="*/ 2147483646 w 1943"/>
                <a:gd name="T17" fmla="*/ 26450162 h 1131"/>
                <a:gd name="T18" fmla="*/ 1953563437 w 1943"/>
                <a:gd name="T19" fmla="*/ 142533884 h 1131"/>
                <a:gd name="T20" fmla="*/ 1796090226 w 1943"/>
                <a:gd name="T21" fmla="*/ 298292849 h 1131"/>
                <a:gd name="T22" fmla="*/ 1705468596 w 1943"/>
                <a:gd name="T23" fmla="*/ 531931902 h 1131"/>
                <a:gd name="T24" fmla="*/ 1638617014 w 1943"/>
                <a:gd name="T25" fmla="*/ 596585697 h 1131"/>
                <a:gd name="T26" fmla="*/ 1285043959 w 1943"/>
                <a:gd name="T27" fmla="*/ 790550720 h 1131"/>
                <a:gd name="T28" fmla="*/ 931470904 w 1943"/>
                <a:gd name="T29" fmla="*/ 921328707 h 1131"/>
                <a:gd name="T30" fmla="*/ 499161243 w 1943"/>
                <a:gd name="T31" fmla="*/ 1050638722 h 1131"/>
                <a:gd name="T32" fmla="*/ 184214820 w 1943"/>
                <a:gd name="T33" fmla="*/ 1193172606 h 1131"/>
                <a:gd name="T34" fmla="*/ 13370804 w 1943"/>
                <a:gd name="T35" fmla="*/ 1400361498 h 1131"/>
                <a:gd name="T36" fmla="*/ 105476995 w 1943"/>
                <a:gd name="T37" fmla="*/ 1607550389 h 1131"/>
                <a:gd name="T38" fmla="*/ 210955209 w 1943"/>
                <a:gd name="T39" fmla="*/ 1647224420 h 1131"/>
                <a:gd name="T40" fmla="*/ 328317227 w 1943"/>
                <a:gd name="T41" fmla="*/ 1595794493 h 1131"/>
                <a:gd name="T42" fmla="*/ 551157460 w 1943"/>
                <a:gd name="T43" fmla="*/ 1556120463 h 1131"/>
                <a:gd name="T44" fmla="*/ 760626888 w 1943"/>
                <a:gd name="T45" fmla="*/ 1517915616 h 1131"/>
                <a:gd name="T46" fmla="*/ 904730515 w 1943"/>
                <a:gd name="T47" fmla="*/ 1465015293 h 1131"/>
                <a:gd name="T48" fmla="*/ 1088944116 w 1943"/>
                <a:gd name="T49" fmla="*/ 1400361498 h 1131"/>
                <a:gd name="T50" fmla="*/ 1822830615 w 1943"/>
                <a:gd name="T51" fmla="*/ 1206397687 h 1131"/>
                <a:gd name="T52" fmla="*/ 2137778257 w 1943"/>
                <a:gd name="T53" fmla="*/ 1335706490 h 1131"/>
                <a:gd name="T54" fmla="*/ 2147483646 w 1943"/>
                <a:gd name="T55" fmla="*/ 1362156652 h 1131"/>
                <a:gd name="T56" fmla="*/ 2147483646 w 1943"/>
                <a:gd name="T57" fmla="*/ 1297501644 h 1131"/>
                <a:gd name="T58" fmla="*/ 2147483646 w 1943"/>
                <a:gd name="T59" fmla="*/ 1063862591 h 1131"/>
                <a:gd name="T60" fmla="*/ 2147483646 w 1943"/>
                <a:gd name="T61" fmla="*/ 881654677 h 1131"/>
                <a:gd name="T62" fmla="*/ 2147483646 w 1943"/>
                <a:gd name="T63" fmla="*/ 1193172606 h 1131"/>
                <a:gd name="T64" fmla="*/ 2147483646 w 1943"/>
                <a:gd name="T65" fmla="*/ 1219621556 h 1131"/>
                <a:gd name="T66" fmla="*/ 2147483646 w 1943"/>
                <a:gd name="T67" fmla="*/ 1206397687 h 1131"/>
                <a:gd name="T68" fmla="*/ 1980303827 w 1943"/>
                <a:gd name="T69" fmla="*/ 1141742679 h 1131"/>
                <a:gd name="T70" fmla="*/ 1770834398 w 1943"/>
                <a:gd name="T71" fmla="*/ 1063862591 h 1131"/>
                <a:gd name="T72" fmla="*/ 1573249993 w 1943"/>
                <a:gd name="T73" fmla="*/ 1102068649 h 1131"/>
                <a:gd name="T74" fmla="*/ 1167680722 w 1943"/>
                <a:gd name="T75" fmla="*/ 1231377452 h 1131"/>
                <a:gd name="T76" fmla="*/ 852734298 w 1943"/>
                <a:gd name="T77" fmla="*/ 1335706490 h 1131"/>
                <a:gd name="T78" fmla="*/ 577897849 w 1943"/>
                <a:gd name="T79" fmla="*/ 1413586579 h 1131"/>
                <a:gd name="T80" fmla="*/ 210955209 w 1943"/>
                <a:gd name="T81" fmla="*/ 1556120463 h 1131"/>
                <a:gd name="T82" fmla="*/ 197584405 w 1943"/>
                <a:gd name="T83" fmla="*/ 1440035528 h 1131"/>
                <a:gd name="T84" fmla="*/ 289691815 w 1943"/>
                <a:gd name="T85" fmla="*/ 1309256329 h 1131"/>
                <a:gd name="T86" fmla="*/ 551157460 w 1943"/>
                <a:gd name="T87" fmla="*/ 1179947526 h 1131"/>
                <a:gd name="T88" fmla="*/ 918100100 w 1943"/>
                <a:gd name="T89" fmla="*/ 1077087672 h 1131"/>
                <a:gd name="T90" fmla="*/ 1271673155 w 1943"/>
                <a:gd name="T91" fmla="*/ 959533553 h 1131"/>
                <a:gd name="T92" fmla="*/ 1482628364 w 1943"/>
                <a:gd name="T93" fmla="*/ 894879758 h 1131"/>
                <a:gd name="T94" fmla="*/ 1809459811 w 1943"/>
                <a:gd name="T95" fmla="*/ 623035859 h 1131"/>
                <a:gd name="T96" fmla="*/ 1914938025 w 1943"/>
                <a:gd name="T97" fmla="*/ 402621886 h 1131"/>
                <a:gd name="T98" fmla="*/ 2032300043 w 1943"/>
                <a:gd name="T99" fmla="*/ 271843899 h 1131"/>
                <a:gd name="T100" fmla="*/ 2147483646 w 1943"/>
                <a:gd name="T101" fmla="*/ 142533884 h 1131"/>
                <a:gd name="T102" fmla="*/ 2147483646 w 1943"/>
                <a:gd name="T103" fmla="*/ 220413972 h 1131"/>
                <a:gd name="T104" fmla="*/ 2147483646 w 1943"/>
                <a:gd name="T105" fmla="*/ 311517929 h 1131"/>
                <a:gd name="T106" fmla="*/ 2147483646 w 1943"/>
                <a:gd name="T107" fmla="*/ 362947856 h 1131"/>
                <a:gd name="T108" fmla="*/ 2147483646 w 1943"/>
                <a:gd name="T109" fmla="*/ 362947856 h 1131"/>
                <a:gd name="T110" fmla="*/ 2032300043 w 1943"/>
                <a:gd name="T111" fmla="*/ 674465786 h 1131"/>
                <a:gd name="T112" fmla="*/ 2018930458 w 1943"/>
                <a:gd name="T113" fmla="*/ 803774589 h 1131"/>
                <a:gd name="T114" fmla="*/ 2147483646 w 1943"/>
                <a:gd name="T115" fmla="*/ 946309685 h 1131"/>
                <a:gd name="T116" fmla="*/ 2147483646 w 1943"/>
                <a:gd name="T117" fmla="*/ 1088843569 h 1131"/>
                <a:gd name="T118" fmla="*/ 2147483646 w 1943"/>
                <a:gd name="T119" fmla="*/ 1063862591 h 1131"/>
                <a:gd name="T120" fmla="*/ 2147483646 w 1943"/>
                <a:gd name="T121" fmla="*/ 1050638722 h 113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1943" h="1131">
                  <a:moveTo>
                    <a:pt x="1906" y="600"/>
                  </a:moveTo>
                  <a:lnTo>
                    <a:pt x="1906" y="600"/>
                  </a:lnTo>
                  <a:lnTo>
                    <a:pt x="1862" y="600"/>
                  </a:lnTo>
                  <a:lnTo>
                    <a:pt x="1818" y="600"/>
                  </a:lnTo>
                  <a:lnTo>
                    <a:pt x="1774" y="618"/>
                  </a:lnTo>
                  <a:lnTo>
                    <a:pt x="1739" y="618"/>
                  </a:lnTo>
                  <a:lnTo>
                    <a:pt x="1686" y="627"/>
                  </a:lnTo>
                  <a:lnTo>
                    <a:pt x="1650" y="627"/>
                  </a:lnTo>
                  <a:lnTo>
                    <a:pt x="1615" y="609"/>
                  </a:lnTo>
                  <a:lnTo>
                    <a:pt x="1606" y="591"/>
                  </a:lnTo>
                  <a:lnTo>
                    <a:pt x="1545" y="547"/>
                  </a:lnTo>
                  <a:lnTo>
                    <a:pt x="1483" y="512"/>
                  </a:lnTo>
                  <a:lnTo>
                    <a:pt x="1474" y="503"/>
                  </a:lnTo>
                  <a:lnTo>
                    <a:pt x="1518" y="380"/>
                  </a:lnTo>
                  <a:lnTo>
                    <a:pt x="1536" y="362"/>
                  </a:lnTo>
                  <a:lnTo>
                    <a:pt x="1545" y="353"/>
                  </a:lnTo>
                  <a:lnTo>
                    <a:pt x="1562" y="344"/>
                  </a:lnTo>
                  <a:lnTo>
                    <a:pt x="1589" y="344"/>
                  </a:lnTo>
                  <a:lnTo>
                    <a:pt x="1615" y="344"/>
                  </a:lnTo>
                  <a:lnTo>
                    <a:pt x="1659" y="335"/>
                  </a:lnTo>
                  <a:lnTo>
                    <a:pt x="1686" y="327"/>
                  </a:lnTo>
                  <a:lnTo>
                    <a:pt x="1774" y="300"/>
                  </a:lnTo>
                  <a:lnTo>
                    <a:pt x="1818" y="283"/>
                  </a:lnTo>
                  <a:lnTo>
                    <a:pt x="1862" y="265"/>
                  </a:lnTo>
                  <a:lnTo>
                    <a:pt x="1871" y="247"/>
                  </a:lnTo>
                  <a:lnTo>
                    <a:pt x="1880" y="238"/>
                  </a:lnTo>
                  <a:lnTo>
                    <a:pt x="1880" y="221"/>
                  </a:lnTo>
                  <a:lnTo>
                    <a:pt x="1871" y="203"/>
                  </a:lnTo>
                  <a:lnTo>
                    <a:pt x="1853" y="177"/>
                  </a:lnTo>
                  <a:lnTo>
                    <a:pt x="1800" y="88"/>
                  </a:lnTo>
                  <a:lnTo>
                    <a:pt x="1748" y="44"/>
                  </a:lnTo>
                  <a:lnTo>
                    <a:pt x="1695" y="9"/>
                  </a:lnTo>
                  <a:lnTo>
                    <a:pt x="1642" y="0"/>
                  </a:lnTo>
                  <a:lnTo>
                    <a:pt x="1615" y="0"/>
                  </a:lnTo>
                  <a:lnTo>
                    <a:pt x="1571" y="18"/>
                  </a:lnTo>
                  <a:lnTo>
                    <a:pt x="1545" y="18"/>
                  </a:lnTo>
                  <a:lnTo>
                    <a:pt x="1492" y="27"/>
                  </a:lnTo>
                  <a:lnTo>
                    <a:pt x="1315" y="97"/>
                  </a:lnTo>
                  <a:lnTo>
                    <a:pt x="1280" y="115"/>
                  </a:lnTo>
                  <a:lnTo>
                    <a:pt x="1262" y="124"/>
                  </a:lnTo>
                  <a:lnTo>
                    <a:pt x="1245" y="141"/>
                  </a:lnTo>
                  <a:lnTo>
                    <a:pt x="1209" y="203"/>
                  </a:lnTo>
                  <a:lnTo>
                    <a:pt x="1183" y="274"/>
                  </a:lnTo>
                  <a:lnTo>
                    <a:pt x="1174" y="300"/>
                  </a:lnTo>
                  <a:lnTo>
                    <a:pt x="1156" y="344"/>
                  </a:lnTo>
                  <a:lnTo>
                    <a:pt x="1148" y="362"/>
                  </a:lnTo>
                  <a:lnTo>
                    <a:pt x="1130" y="371"/>
                  </a:lnTo>
                  <a:lnTo>
                    <a:pt x="1103" y="397"/>
                  </a:lnTo>
                  <a:lnTo>
                    <a:pt x="1103" y="406"/>
                  </a:lnTo>
                  <a:lnTo>
                    <a:pt x="1077" y="441"/>
                  </a:lnTo>
                  <a:lnTo>
                    <a:pt x="1042" y="468"/>
                  </a:lnTo>
                  <a:lnTo>
                    <a:pt x="1015" y="485"/>
                  </a:lnTo>
                  <a:lnTo>
                    <a:pt x="980" y="503"/>
                  </a:lnTo>
                  <a:lnTo>
                    <a:pt x="865" y="538"/>
                  </a:lnTo>
                  <a:lnTo>
                    <a:pt x="759" y="574"/>
                  </a:lnTo>
                  <a:lnTo>
                    <a:pt x="698" y="600"/>
                  </a:lnTo>
                  <a:lnTo>
                    <a:pt x="627" y="627"/>
                  </a:lnTo>
                  <a:lnTo>
                    <a:pt x="442" y="680"/>
                  </a:lnTo>
                  <a:lnTo>
                    <a:pt x="398" y="697"/>
                  </a:lnTo>
                  <a:lnTo>
                    <a:pt x="336" y="715"/>
                  </a:lnTo>
                  <a:lnTo>
                    <a:pt x="292" y="724"/>
                  </a:lnTo>
                  <a:lnTo>
                    <a:pt x="203" y="759"/>
                  </a:lnTo>
                  <a:lnTo>
                    <a:pt x="124" y="812"/>
                  </a:lnTo>
                  <a:lnTo>
                    <a:pt x="71" y="865"/>
                  </a:lnTo>
                  <a:lnTo>
                    <a:pt x="36" y="918"/>
                  </a:lnTo>
                  <a:lnTo>
                    <a:pt x="18" y="927"/>
                  </a:lnTo>
                  <a:lnTo>
                    <a:pt x="9" y="953"/>
                  </a:lnTo>
                  <a:lnTo>
                    <a:pt x="0" y="971"/>
                  </a:lnTo>
                  <a:lnTo>
                    <a:pt x="9" y="988"/>
                  </a:lnTo>
                  <a:lnTo>
                    <a:pt x="27" y="1033"/>
                  </a:lnTo>
                  <a:lnTo>
                    <a:pt x="45" y="1068"/>
                  </a:lnTo>
                  <a:lnTo>
                    <a:pt x="71" y="1094"/>
                  </a:lnTo>
                  <a:lnTo>
                    <a:pt x="98" y="1121"/>
                  </a:lnTo>
                  <a:lnTo>
                    <a:pt x="124" y="1130"/>
                  </a:lnTo>
                  <a:lnTo>
                    <a:pt x="142" y="1121"/>
                  </a:lnTo>
                  <a:lnTo>
                    <a:pt x="150" y="1112"/>
                  </a:lnTo>
                  <a:lnTo>
                    <a:pt x="177" y="1103"/>
                  </a:lnTo>
                  <a:lnTo>
                    <a:pt x="195" y="1103"/>
                  </a:lnTo>
                  <a:lnTo>
                    <a:pt x="221" y="1086"/>
                  </a:lnTo>
                  <a:lnTo>
                    <a:pt x="248" y="1077"/>
                  </a:lnTo>
                  <a:lnTo>
                    <a:pt x="274" y="1068"/>
                  </a:lnTo>
                  <a:lnTo>
                    <a:pt x="362" y="1059"/>
                  </a:lnTo>
                  <a:lnTo>
                    <a:pt x="371" y="1059"/>
                  </a:lnTo>
                  <a:lnTo>
                    <a:pt x="415" y="1041"/>
                  </a:lnTo>
                  <a:lnTo>
                    <a:pt x="459" y="1033"/>
                  </a:lnTo>
                  <a:lnTo>
                    <a:pt x="503" y="1033"/>
                  </a:lnTo>
                  <a:lnTo>
                    <a:pt x="512" y="1033"/>
                  </a:lnTo>
                  <a:lnTo>
                    <a:pt x="530" y="1024"/>
                  </a:lnTo>
                  <a:lnTo>
                    <a:pt x="556" y="1006"/>
                  </a:lnTo>
                  <a:lnTo>
                    <a:pt x="583" y="1006"/>
                  </a:lnTo>
                  <a:lnTo>
                    <a:pt x="609" y="997"/>
                  </a:lnTo>
                  <a:lnTo>
                    <a:pt x="662" y="980"/>
                  </a:lnTo>
                  <a:lnTo>
                    <a:pt x="706" y="962"/>
                  </a:lnTo>
                  <a:lnTo>
                    <a:pt x="733" y="953"/>
                  </a:lnTo>
                  <a:lnTo>
                    <a:pt x="1006" y="865"/>
                  </a:lnTo>
                  <a:lnTo>
                    <a:pt x="1174" y="821"/>
                  </a:lnTo>
                  <a:lnTo>
                    <a:pt x="1200" y="821"/>
                  </a:lnTo>
                  <a:lnTo>
                    <a:pt x="1227" y="821"/>
                  </a:lnTo>
                  <a:lnTo>
                    <a:pt x="1306" y="856"/>
                  </a:lnTo>
                  <a:lnTo>
                    <a:pt x="1350" y="883"/>
                  </a:lnTo>
                  <a:lnTo>
                    <a:pt x="1395" y="900"/>
                  </a:lnTo>
                  <a:lnTo>
                    <a:pt x="1439" y="909"/>
                  </a:lnTo>
                  <a:lnTo>
                    <a:pt x="1492" y="909"/>
                  </a:lnTo>
                  <a:lnTo>
                    <a:pt x="1571" y="927"/>
                  </a:lnTo>
                  <a:lnTo>
                    <a:pt x="1624" y="927"/>
                  </a:lnTo>
                  <a:lnTo>
                    <a:pt x="1668" y="927"/>
                  </a:lnTo>
                  <a:lnTo>
                    <a:pt x="1721" y="918"/>
                  </a:lnTo>
                  <a:lnTo>
                    <a:pt x="1774" y="900"/>
                  </a:lnTo>
                  <a:lnTo>
                    <a:pt x="1800" y="883"/>
                  </a:lnTo>
                  <a:lnTo>
                    <a:pt x="1827" y="865"/>
                  </a:lnTo>
                  <a:lnTo>
                    <a:pt x="1871" y="821"/>
                  </a:lnTo>
                  <a:lnTo>
                    <a:pt x="1898" y="777"/>
                  </a:lnTo>
                  <a:lnTo>
                    <a:pt x="1933" y="724"/>
                  </a:lnTo>
                  <a:lnTo>
                    <a:pt x="1942" y="688"/>
                  </a:lnTo>
                  <a:lnTo>
                    <a:pt x="1942" y="653"/>
                  </a:lnTo>
                  <a:lnTo>
                    <a:pt x="1942" y="627"/>
                  </a:lnTo>
                  <a:lnTo>
                    <a:pt x="1933" y="618"/>
                  </a:lnTo>
                  <a:lnTo>
                    <a:pt x="1906" y="600"/>
                  </a:lnTo>
                  <a:close/>
                  <a:moveTo>
                    <a:pt x="1818" y="724"/>
                  </a:moveTo>
                  <a:lnTo>
                    <a:pt x="1818" y="724"/>
                  </a:lnTo>
                  <a:lnTo>
                    <a:pt x="1783" y="777"/>
                  </a:lnTo>
                  <a:lnTo>
                    <a:pt x="1756" y="803"/>
                  </a:lnTo>
                  <a:lnTo>
                    <a:pt x="1730" y="812"/>
                  </a:lnTo>
                  <a:lnTo>
                    <a:pt x="1703" y="830"/>
                  </a:lnTo>
                  <a:lnTo>
                    <a:pt x="1677" y="830"/>
                  </a:lnTo>
                  <a:lnTo>
                    <a:pt x="1642" y="830"/>
                  </a:lnTo>
                  <a:lnTo>
                    <a:pt x="1562" y="830"/>
                  </a:lnTo>
                  <a:lnTo>
                    <a:pt x="1545" y="821"/>
                  </a:lnTo>
                  <a:lnTo>
                    <a:pt x="1509" y="821"/>
                  </a:lnTo>
                  <a:lnTo>
                    <a:pt x="1492" y="821"/>
                  </a:lnTo>
                  <a:lnTo>
                    <a:pt x="1456" y="821"/>
                  </a:lnTo>
                  <a:lnTo>
                    <a:pt x="1421" y="812"/>
                  </a:lnTo>
                  <a:lnTo>
                    <a:pt x="1333" y="777"/>
                  </a:lnTo>
                  <a:lnTo>
                    <a:pt x="1324" y="768"/>
                  </a:lnTo>
                  <a:lnTo>
                    <a:pt x="1262" y="741"/>
                  </a:lnTo>
                  <a:lnTo>
                    <a:pt x="1227" y="724"/>
                  </a:lnTo>
                  <a:lnTo>
                    <a:pt x="1192" y="724"/>
                  </a:lnTo>
                  <a:lnTo>
                    <a:pt x="1174" y="724"/>
                  </a:lnTo>
                  <a:lnTo>
                    <a:pt x="1112" y="741"/>
                  </a:lnTo>
                  <a:lnTo>
                    <a:pt x="1103" y="741"/>
                  </a:lnTo>
                  <a:lnTo>
                    <a:pt x="1059" y="750"/>
                  </a:lnTo>
                  <a:lnTo>
                    <a:pt x="945" y="786"/>
                  </a:lnTo>
                  <a:lnTo>
                    <a:pt x="830" y="821"/>
                  </a:lnTo>
                  <a:lnTo>
                    <a:pt x="795" y="838"/>
                  </a:lnTo>
                  <a:lnTo>
                    <a:pt x="786" y="838"/>
                  </a:lnTo>
                  <a:lnTo>
                    <a:pt x="742" y="847"/>
                  </a:lnTo>
                  <a:lnTo>
                    <a:pt x="653" y="883"/>
                  </a:lnTo>
                  <a:lnTo>
                    <a:pt x="574" y="909"/>
                  </a:lnTo>
                  <a:lnTo>
                    <a:pt x="503" y="936"/>
                  </a:lnTo>
                  <a:lnTo>
                    <a:pt x="450" y="953"/>
                  </a:lnTo>
                  <a:lnTo>
                    <a:pt x="398" y="962"/>
                  </a:lnTo>
                  <a:lnTo>
                    <a:pt x="389" y="962"/>
                  </a:lnTo>
                  <a:lnTo>
                    <a:pt x="327" y="971"/>
                  </a:lnTo>
                  <a:lnTo>
                    <a:pt x="274" y="980"/>
                  </a:lnTo>
                  <a:lnTo>
                    <a:pt x="221" y="1006"/>
                  </a:lnTo>
                  <a:lnTo>
                    <a:pt x="168" y="1041"/>
                  </a:lnTo>
                  <a:lnTo>
                    <a:pt x="142" y="1059"/>
                  </a:lnTo>
                  <a:lnTo>
                    <a:pt x="142" y="1050"/>
                  </a:lnTo>
                  <a:lnTo>
                    <a:pt x="142" y="1024"/>
                  </a:lnTo>
                  <a:lnTo>
                    <a:pt x="133" y="980"/>
                  </a:lnTo>
                  <a:lnTo>
                    <a:pt x="142" y="953"/>
                  </a:lnTo>
                  <a:lnTo>
                    <a:pt x="150" y="918"/>
                  </a:lnTo>
                  <a:lnTo>
                    <a:pt x="186" y="900"/>
                  </a:lnTo>
                  <a:lnTo>
                    <a:pt x="195" y="891"/>
                  </a:lnTo>
                  <a:lnTo>
                    <a:pt x="203" y="883"/>
                  </a:lnTo>
                  <a:lnTo>
                    <a:pt x="239" y="856"/>
                  </a:lnTo>
                  <a:lnTo>
                    <a:pt x="283" y="838"/>
                  </a:lnTo>
                  <a:lnTo>
                    <a:pt x="371" y="803"/>
                  </a:lnTo>
                  <a:lnTo>
                    <a:pt x="398" y="803"/>
                  </a:lnTo>
                  <a:lnTo>
                    <a:pt x="521" y="768"/>
                  </a:lnTo>
                  <a:lnTo>
                    <a:pt x="618" y="733"/>
                  </a:lnTo>
                  <a:lnTo>
                    <a:pt x="680" y="715"/>
                  </a:lnTo>
                  <a:lnTo>
                    <a:pt x="795" y="671"/>
                  </a:lnTo>
                  <a:lnTo>
                    <a:pt x="856" y="653"/>
                  </a:lnTo>
                  <a:lnTo>
                    <a:pt x="883" y="644"/>
                  </a:lnTo>
                  <a:lnTo>
                    <a:pt x="980" y="618"/>
                  </a:lnTo>
                  <a:lnTo>
                    <a:pt x="998" y="609"/>
                  </a:lnTo>
                  <a:lnTo>
                    <a:pt x="1050" y="591"/>
                  </a:lnTo>
                  <a:lnTo>
                    <a:pt x="1077" y="574"/>
                  </a:lnTo>
                  <a:lnTo>
                    <a:pt x="1103" y="556"/>
                  </a:lnTo>
                  <a:lnTo>
                    <a:pt x="1218" y="424"/>
                  </a:lnTo>
                  <a:lnTo>
                    <a:pt x="1236" y="397"/>
                  </a:lnTo>
                  <a:lnTo>
                    <a:pt x="1262" y="353"/>
                  </a:lnTo>
                  <a:lnTo>
                    <a:pt x="1280" y="300"/>
                  </a:lnTo>
                  <a:lnTo>
                    <a:pt x="1289" y="274"/>
                  </a:lnTo>
                  <a:lnTo>
                    <a:pt x="1298" y="238"/>
                  </a:lnTo>
                  <a:lnTo>
                    <a:pt x="1315" y="212"/>
                  </a:lnTo>
                  <a:lnTo>
                    <a:pt x="1342" y="194"/>
                  </a:lnTo>
                  <a:lnTo>
                    <a:pt x="1368" y="185"/>
                  </a:lnTo>
                  <a:lnTo>
                    <a:pt x="1421" y="159"/>
                  </a:lnTo>
                  <a:lnTo>
                    <a:pt x="1483" y="133"/>
                  </a:lnTo>
                  <a:lnTo>
                    <a:pt x="1562" y="106"/>
                  </a:lnTo>
                  <a:lnTo>
                    <a:pt x="1642" y="97"/>
                  </a:lnTo>
                  <a:lnTo>
                    <a:pt x="1650" y="97"/>
                  </a:lnTo>
                  <a:lnTo>
                    <a:pt x="1677" y="106"/>
                  </a:lnTo>
                  <a:lnTo>
                    <a:pt x="1730" y="150"/>
                  </a:lnTo>
                  <a:lnTo>
                    <a:pt x="1748" y="168"/>
                  </a:lnTo>
                  <a:lnTo>
                    <a:pt x="1756" y="203"/>
                  </a:lnTo>
                  <a:lnTo>
                    <a:pt x="1730" y="212"/>
                  </a:lnTo>
                  <a:lnTo>
                    <a:pt x="1695" y="230"/>
                  </a:lnTo>
                  <a:lnTo>
                    <a:pt x="1642" y="238"/>
                  </a:lnTo>
                  <a:lnTo>
                    <a:pt x="1615" y="247"/>
                  </a:lnTo>
                  <a:lnTo>
                    <a:pt x="1580" y="247"/>
                  </a:lnTo>
                  <a:lnTo>
                    <a:pt x="1571" y="247"/>
                  </a:lnTo>
                  <a:lnTo>
                    <a:pt x="1536" y="247"/>
                  </a:lnTo>
                  <a:lnTo>
                    <a:pt x="1500" y="247"/>
                  </a:lnTo>
                  <a:lnTo>
                    <a:pt x="1483" y="265"/>
                  </a:lnTo>
                  <a:lnTo>
                    <a:pt x="1448" y="291"/>
                  </a:lnTo>
                  <a:lnTo>
                    <a:pt x="1430" y="327"/>
                  </a:lnTo>
                  <a:lnTo>
                    <a:pt x="1368" y="459"/>
                  </a:lnTo>
                  <a:lnTo>
                    <a:pt x="1359" y="477"/>
                  </a:lnTo>
                  <a:lnTo>
                    <a:pt x="1350" y="503"/>
                  </a:lnTo>
                  <a:lnTo>
                    <a:pt x="1350" y="530"/>
                  </a:lnTo>
                  <a:lnTo>
                    <a:pt x="1359" y="547"/>
                  </a:lnTo>
                  <a:lnTo>
                    <a:pt x="1377" y="565"/>
                  </a:lnTo>
                  <a:lnTo>
                    <a:pt x="1430" y="600"/>
                  </a:lnTo>
                  <a:lnTo>
                    <a:pt x="1483" y="644"/>
                  </a:lnTo>
                  <a:lnTo>
                    <a:pt x="1571" y="697"/>
                  </a:lnTo>
                  <a:lnTo>
                    <a:pt x="1615" y="733"/>
                  </a:lnTo>
                  <a:lnTo>
                    <a:pt x="1642" y="741"/>
                  </a:lnTo>
                  <a:lnTo>
                    <a:pt x="1668" y="741"/>
                  </a:lnTo>
                  <a:lnTo>
                    <a:pt x="1712" y="741"/>
                  </a:lnTo>
                  <a:lnTo>
                    <a:pt x="1756" y="724"/>
                  </a:lnTo>
                  <a:lnTo>
                    <a:pt x="1774" y="724"/>
                  </a:lnTo>
                  <a:lnTo>
                    <a:pt x="1783" y="715"/>
                  </a:lnTo>
                  <a:lnTo>
                    <a:pt x="1809" y="715"/>
                  </a:lnTo>
                  <a:lnTo>
                    <a:pt x="1818" y="715"/>
                  </a:lnTo>
                  <a:lnTo>
                    <a:pt x="1818" y="724"/>
                  </a:lnTo>
                  <a:close/>
                </a:path>
              </a:pathLst>
            </a:custGeom>
            <a:solidFill>
              <a:srgbClr val="29AB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06518" name="Group 8"/>
          <p:cNvGrpSpPr>
            <a:grpSpLocks/>
          </p:cNvGrpSpPr>
          <p:nvPr/>
        </p:nvGrpSpPr>
        <p:grpSpPr bwMode="auto">
          <a:xfrm>
            <a:off x="5761038" y="3179763"/>
            <a:ext cx="1350962" cy="762000"/>
            <a:chOff x="2286000" y="1695450"/>
            <a:chExt cx="4521200" cy="2552700"/>
          </a:xfrm>
        </p:grpSpPr>
        <p:sp>
          <p:nvSpPr>
            <p:cNvPr id="190" name="Freeform 96"/>
            <p:cNvSpPr>
              <a:spLocks noChangeArrowheads="1"/>
            </p:cNvSpPr>
            <p:nvPr/>
          </p:nvSpPr>
          <p:spPr bwMode="auto">
            <a:xfrm>
              <a:off x="3518572" y="2009218"/>
              <a:ext cx="1832918" cy="1850708"/>
            </a:xfrm>
            <a:custGeom>
              <a:avLst/>
              <a:gdLst>
                <a:gd name="T0" fmla="*/ 2147483646 w 1493"/>
                <a:gd name="T1" fmla="*/ 2042665298 h 1509"/>
                <a:gd name="T2" fmla="*/ 2147483646 w 1493"/>
                <a:gd name="T3" fmla="*/ 1990018849 h 1509"/>
                <a:gd name="T4" fmla="*/ 2147483646 w 1493"/>
                <a:gd name="T5" fmla="*/ 1552304944 h 1509"/>
                <a:gd name="T6" fmla="*/ 2034699805 w 1493"/>
                <a:gd name="T7" fmla="*/ 1365788163 h 1509"/>
                <a:gd name="T8" fmla="*/ 1902066765 w 1493"/>
                <a:gd name="T9" fmla="*/ 1379325682 h 1509"/>
                <a:gd name="T10" fmla="*/ 1609672762 w 1493"/>
                <a:gd name="T11" fmla="*/ 1340216751 h 1509"/>
                <a:gd name="T12" fmla="*/ 1662424706 w 1493"/>
                <a:gd name="T13" fmla="*/ 1246957747 h 1509"/>
                <a:gd name="T14" fmla="*/ 1835751473 w 1493"/>
                <a:gd name="T15" fmla="*/ 875427810 h 1509"/>
                <a:gd name="T16" fmla="*/ 1808621094 w 1493"/>
                <a:gd name="T17" fmla="*/ 729523584 h 1509"/>
                <a:gd name="T18" fmla="*/ 1703118432 w 1493"/>
                <a:gd name="T19" fmla="*/ 410638868 h 1509"/>
                <a:gd name="T20" fmla="*/ 1570486620 w 1493"/>
                <a:gd name="T21" fmla="*/ 225625711 h 1509"/>
                <a:gd name="T22" fmla="*/ 1383595278 w 1493"/>
                <a:gd name="T23" fmla="*/ 78216635 h 1509"/>
                <a:gd name="T24" fmla="*/ 1130388644 w 1493"/>
                <a:gd name="T25" fmla="*/ 0 h 1509"/>
                <a:gd name="T26" fmla="*/ 785242696 w 1493"/>
                <a:gd name="T27" fmla="*/ 25571413 h 1509"/>
                <a:gd name="T28" fmla="*/ 545600637 w 1493"/>
                <a:gd name="T29" fmla="*/ 118829190 h 1509"/>
                <a:gd name="T30" fmla="*/ 266771209 w 1493"/>
                <a:gd name="T31" fmla="*/ 424176387 h 1509"/>
                <a:gd name="T32" fmla="*/ 200455917 w 1493"/>
                <a:gd name="T33" fmla="*/ 636264580 h 1509"/>
                <a:gd name="T34" fmla="*/ 214020492 w 1493"/>
                <a:gd name="T35" fmla="*/ 861890291 h 1509"/>
                <a:gd name="T36" fmla="*/ 280335785 w 1493"/>
                <a:gd name="T37" fmla="*/ 1101053521 h 1509"/>
                <a:gd name="T38" fmla="*/ 360216880 w 1493"/>
                <a:gd name="T39" fmla="*/ 1286066678 h 1509"/>
                <a:gd name="T40" fmla="*/ 319523154 w 1493"/>
                <a:gd name="T41" fmla="*/ 1392863200 h 1509"/>
                <a:gd name="T42" fmla="*/ 27129151 w 1493"/>
                <a:gd name="T43" fmla="*/ 1565842462 h 1509"/>
                <a:gd name="T44" fmla="*/ 0 w 1493"/>
                <a:gd name="T45" fmla="*/ 1750855619 h 1509"/>
                <a:gd name="T46" fmla="*/ 0 w 1493"/>
                <a:gd name="T47" fmla="*/ 1777930656 h 1509"/>
                <a:gd name="T48" fmla="*/ 54258301 w 1493"/>
                <a:gd name="T49" fmla="*/ 2147483646 h 1509"/>
                <a:gd name="T50" fmla="*/ 120574821 w 1493"/>
                <a:gd name="T51" fmla="*/ 2147483646 h 1509"/>
                <a:gd name="T52" fmla="*/ 159760963 w 1493"/>
                <a:gd name="T53" fmla="*/ 2147483646 h 1509"/>
                <a:gd name="T54" fmla="*/ 159760963 w 1493"/>
                <a:gd name="T55" fmla="*/ 2069740334 h 1509"/>
                <a:gd name="T56" fmla="*/ 134139397 w 1493"/>
                <a:gd name="T57" fmla="*/ 1923834882 h 1509"/>
                <a:gd name="T58" fmla="*/ 134139397 w 1493"/>
                <a:gd name="T59" fmla="*/ 1817039586 h 1509"/>
                <a:gd name="T60" fmla="*/ 159760963 w 1493"/>
                <a:gd name="T61" fmla="*/ 1579379980 h 1509"/>
                <a:gd name="T62" fmla="*/ 333087729 w 1493"/>
                <a:gd name="T63" fmla="*/ 1486120977 h 1509"/>
                <a:gd name="T64" fmla="*/ 599858939 w 1493"/>
                <a:gd name="T65" fmla="*/ 1379325682 h 1509"/>
                <a:gd name="T66" fmla="*/ 572729788 w 1493"/>
                <a:gd name="T67" fmla="*/ 1353754269 h 1509"/>
                <a:gd name="T68" fmla="*/ 426533400 w 1493"/>
                <a:gd name="T69" fmla="*/ 1073978485 h 1509"/>
                <a:gd name="T70" fmla="*/ 373781455 w 1493"/>
                <a:gd name="T71" fmla="*/ 597155649 h 1509"/>
                <a:gd name="T72" fmla="*/ 559165213 w 1493"/>
                <a:gd name="T73" fmla="*/ 278272161 h 1509"/>
                <a:gd name="T74" fmla="*/ 746056554 w 1493"/>
                <a:gd name="T75" fmla="*/ 157938121 h 1509"/>
                <a:gd name="T76" fmla="*/ 917875736 w 1493"/>
                <a:gd name="T77" fmla="*/ 132366708 h 1509"/>
                <a:gd name="T78" fmla="*/ 1052015133 w 1493"/>
                <a:gd name="T79" fmla="*/ 118829190 h 1509"/>
                <a:gd name="T80" fmla="*/ 1278092616 w 1493"/>
                <a:gd name="T81" fmla="*/ 171475639 h 1509"/>
                <a:gd name="T82" fmla="*/ 1609672762 w 1493"/>
                <a:gd name="T83" fmla="*/ 597155649 h 1509"/>
                <a:gd name="T84" fmla="*/ 1650367715 w 1493"/>
                <a:gd name="T85" fmla="*/ 729523584 h 1509"/>
                <a:gd name="T86" fmla="*/ 1650367715 w 1493"/>
                <a:gd name="T87" fmla="*/ 1021332036 h 1509"/>
                <a:gd name="T88" fmla="*/ 1504170100 w 1493"/>
                <a:gd name="T89" fmla="*/ 1233420229 h 1509"/>
                <a:gd name="T90" fmla="*/ 1397159854 w 1493"/>
                <a:gd name="T91" fmla="*/ 1431970904 h 1509"/>
                <a:gd name="T92" fmla="*/ 1463476374 w 1493"/>
                <a:gd name="T93" fmla="*/ 1511692390 h 1509"/>
                <a:gd name="T94" fmla="*/ 1662424706 w 1493"/>
                <a:gd name="T95" fmla="*/ 1472583459 h 1509"/>
                <a:gd name="T96" fmla="*/ 1782999528 w 1493"/>
                <a:gd name="T97" fmla="*/ 1472583459 h 1509"/>
                <a:gd name="T98" fmla="*/ 1942760491 w 1493"/>
                <a:gd name="T99" fmla="*/ 1486120977 h 1509"/>
                <a:gd name="T100" fmla="*/ 2009077011 w 1493"/>
                <a:gd name="T101" fmla="*/ 1579379980 h 1509"/>
                <a:gd name="T102" fmla="*/ 2075393531 w 1493"/>
                <a:gd name="T103" fmla="*/ 2096815371 h 1509"/>
                <a:gd name="T104" fmla="*/ 2061828956 w 1493"/>
                <a:gd name="T105" fmla="*/ 2147483646 h 1509"/>
                <a:gd name="T106" fmla="*/ 2141708824 w 1493"/>
                <a:gd name="T107" fmla="*/ 2147483646 h 1509"/>
                <a:gd name="T108" fmla="*/ 2147483646 w 1493"/>
                <a:gd name="T109" fmla="*/ 2147483646 h 1509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493" h="1509">
                  <a:moveTo>
                    <a:pt x="1492" y="1385"/>
                  </a:moveTo>
                  <a:lnTo>
                    <a:pt x="1483" y="1358"/>
                  </a:lnTo>
                  <a:lnTo>
                    <a:pt x="1483" y="1323"/>
                  </a:lnTo>
                  <a:lnTo>
                    <a:pt x="1483" y="1314"/>
                  </a:lnTo>
                  <a:lnTo>
                    <a:pt x="1474" y="1226"/>
                  </a:lnTo>
                  <a:lnTo>
                    <a:pt x="1465" y="1129"/>
                  </a:lnTo>
                  <a:lnTo>
                    <a:pt x="1448" y="1032"/>
                  </a:lnTo>
                  <a:lnTo>
                    <a:pt x="1430" y="988"/>
                  </a:lnTo>
                  <a:lnTo>
                    <a:pt x="1403" y="944"/>
                  </a:lnTo>
                  <a:lnTo>
                    <a:pt x="1386" y="917"/>
                  </a:lnTo>
                  <a:lnTo>
                    <a:pt x="1350" y="908"/>
                  </a:lnTo>
                  <a:lnTo>
                    <a:pt x="1333" y="908"/>
                  </a:lnTo>
                  <a:lnTo>
                    <a:pt x="1289" y="917"/>
                  </a:lnTo>
                  <a:lnTo>
                    <a:pt x="1262" y="917"/>
                  </a:lnTo>
                  <a:lnTo>
                    <a:pt x="1174" y="908"/>
                  </a:lnTo>
                  <a:lnTo>
                    <a:pt x="1095" y="891"/>
                  </a:lnTo>
                  <a:lnTo>
                    <a:pt x="1068" y="891"/>
                  </a:lnTo>
                  <a:lnTo>
                    <a:pt x="1077" y="864"/>
                  </a:lnTo>
                  <a:lnTo>
                    <a:pt x="1095" y="847"/>
                  </a:lnTo>
                  <a:lnTo>
                    <a:pt x="1103" y="829"/>
                  </a:lnTo>
                  <a:lnTo>
                    <a:pt x="1139" y="794"/>
                  </a:lnTo>
                  <a:lnTo>
                    <a:pt x="1174" y="741"/>
                  </a:lnTo>
                  <a:lnTo>
                    <a:pt x="1200" y="688"/>
                  </a:lnTo>
                  <a:lnTo>
                    <a:pt x="1218" y="626"/>
                  </a:lnTo>
                  <a:lnTo>
                    <a:pt x="1218" y="582"/>
                  </a:lnTo>
                  <a:lnTo>
                    <a:pt x="1218" y="538"/>
                  </a:lnTo>
                  <a:lnTo>
                    <a:pt x="1209" y="511"/>
                  </a:lnTo>
                  <a:lnTo>
                    <a:pt x="1200" y="485"/>
                  </a:lnTo>
                  <a:lnTo>
                    <a:pt x="1192" y="441"/>
                  </a:lnTo>
                  <a:lnTo>
                    <a:pt x="1183" y="388"/>
                  </a:lnTo>
                  <a:lnTo>
                    <a:pt x="1165" y="344"/>
                  </a:lnTo>
                  <a:lnTo>
                    <a:pt x="1130" y="273"/>
                  </a:lnTo>
                  <a:lnTo>
                    <a:pt x="1103" y="211"/>
                  </a:lnTo>
                  <a:lnTo>
                    <a:pt x="1068" y="176"/>
                  </a:lnTo>
                  <a:lnTo>
                    <a:pt x="1042" y="150"/>
                  </a:lnTo>
                  <a:lnTo>
                    <a:pt x="1024" y="141"/>
                  </a:lnTo>
                  <a:lnTo>
                    <a:pt x="989" y="105"/>
                  </a:lnTo>
                  <a:lnTo>
                    <a:pt x="953" y="70"/>
                  </a:lnTo>
                  <a:lnTo>
                    <a:pt x="918" y="52"/>
                  </a:lnTo>
                  <a:lnTo>
                    <a:pt x="839" y="17"/>
                  </a:lnTo>
                  <a:lnTo>
                    <a:pt x="777" y="0"/>
                  </a:lnTo>
                  <a:lnTo>
                    <a:pt x="750" y="0"/>
                  </a:lnTo>
                  <a:lnTo>
                    <a:pt x="653" y="0"/>
                  </a:lnTo>
                  <a:lnTo>
                    <a:pt x="627" y="0"/>
                  </a:lnTo>
                  <a:lnTo>
                    <a:pt x="521" y="17"/>
                  </a:lnTo>
                  <a:lnTo>
                    <a:pt x="503" y="26"/>
                  </a:lnTo>
                  <a:lnTo>
                    <a:pt x="442" y="44"/>
                  </a:lnTo>
                  <a:lnTo>
                    <a:pt x="406" y="61"/>
                  </a:lnTo>
                  <a:lnTo>
                    <a:pt x="362" y="79"/>
                  </a:lnTo>
                  <a:lnTo>
                    <a:pt x="239" y="194"/>
                  </a:lnTo>
                  <a:lnTo>
                    <a:pt x="203" y="229"/>
                  </a:lnTo>
                  <a:lnTo>
                    <a:pt x="186" y="255"/>
                  </a:lnTo>
                  <a:lnTo>
                    <a:pt x="177" y="282"/>
                  </a:lnTo>
                  <a:lnTo>
                    <a:pt x="168" y="300"/>
                  </a:lnTo>
                  <a:lnTo>
                    <a:pt x="150" y="379"/>
                  </a:lnTo>
                  <a:lnTo>
                    <a:pt x="133" y="423"/>
                  </a:lnTo>
                  <a:lnTo>
                    <a:pt x="133" y="458"/>
                  </a:lnTo>
                  <a:lnTo>
                    <a:pt x="133" y="538"/>
                  </a:lnTo>
                  <a:lnTo>
                    <a:pt x="142" y="573"/>
                  </a:lnTo>
                  <a:lnTo>
                    <a:pt x="142" y="608"/>
                  </a:lnTo>
                  <a:lnTo>
                    <a:pt x="177" y="705"/>
                  </a:lnTo>
                  <a:lnTo>
                    <a:pt x="186" y="732"/>
                  </a:lnTo>
                  <a:lnTo>
                    <a:pt x="195" y="758"/>
                  </a:lnTo>
                  <a:lnTo>
                    <a:pt x="203" y="794"/>
                  </a:lnTo>
                  <a:lnTo>
                    <a:pt x="212" y="794"/>
                  </a:lnTo>
                  <a:lnTo>
                    <a:pt x="239" y="855"/>
                  </a:lnTo>
                  <a:lnTo>
                    <a:pt x="248" y="917"/>
                  </a:lnTo>
                  <a:lnTo>
                    <a:pt x="239" y="917"/>
                  </a:lnTo>
                  <a:lnTo>
                    <a:pt x="212" y="926"/>
                  </a:lnTo>
                  <a:lnTo>
                    <a:pt x="168" y="926"/>
                  </a:lnTo>
                  <a:lnTo>
                    <a:pt x="124" y="944"/>
                  </a:lnTo>
                  <a:lnTo>
                    <a:pt x="89" y="970"/>
                  </a:lnTo>
                  <a:lnTo>
                    <a:pt x="53" y="997"/>
                  </a:lnTo>
                  <a:lnTo>
                    <a:pt x="18" y="1041"/>
                  </a:lnTo>
                  <a:lnTo>
                    <a:pt x="9" y="1094"/>
                  </a:lnTo>
                  <a:lnTo>
                    <a:pt x="0" y="1147"/>
                  </a:lnTo>
                  <a:lnTo>
                    <a:pt x="0" y="1164"/>
                  </a:lnTo>
                  <a:lnTo>
                    <a:pt x="0" y="1173"/>
                  </a:lnTo>
                  <a:lnTo>
                    <a:pt x="0" y="1182"/>
                  </a:lnTo>
                  <a:lnTo>
                    <a:pt x="0" y="1252"/>
                  </a:lnTo>
                  <a:lnTo>
                    <a:pt x="9" y="1314"/>
                  </a:lnTo>
                  <a:lnTo>
                    <a:pt x="36" y="1438"/>
                  </a:lnTo>
                  <a:lnTo>
                    <a:pt x="36" y="1447"/>
                  </a:lnTo>
                  <a:lnTo>
                    <a:pt x="45" y="1473"/>
                  </a:lnTo>
                  <a:lnTo>
                    <a:pt x="45" y="1491"/>
                  </a:lnTo>
                  <a:lnTo>
                    <a:pt x="53" y="1500"/>
                  </a:lnTo>
                  <a:lnTo>
                    <a:pt x="80" y="1508"/>
                  </a:lnTo>
                  <a:lnTo>
                    <a:pt x="89" y="1491"/>
                  </a:lnTo>
                  <a:lnTo>
                    <a:pt x="106" y="1473"/>
                  </a:lnTo>
                  <a:lnTo>
                    <a:pt x="106" y="1455"/>
                  </a:lnTo>
                  <a:lnTo>
                    <a:pt x="106" y="1420"/>
                  </a:lnTo>
                  <a:lnTo>
                    <a:pt x="106" y="1394"/>
                  </a:lnTo>
                  <a:lnTo>
                    <a:pt x="106" y="1376"/>
                  </a:lnTo>
                  <a:lnTo>
                    <a:pt x="106" y="1358"/>
                  </a:lnTo>
                  <a:lnTo>
                    <a:pt x="98" y="1288"/>
                  </a:lnTo>
                  <a:lnTo>
                    <a:pt x="89" y="1279"/>
                  </a:lnTo>
                  <a:lnTo>
                    <a:pt x="89" y="1270"/>
                  </a:lnTo>
                  <a:lnTo>
                    <a:pt x="80" y="1235"/>
                  </a:lnTo>
                  <a:lnTo>
                    <a:pt x="89" y="1208"/>
                  </a:lnTo>
                  <a:lnTo>
                    <a:pt x="89" y="1173"/>
                  </a:lnTo>
                  <a:lnTo>
                    <a:pt x="89" y="1164"/>
                  </a:lnTo>
                  <a:lnTo>
                    <a:pt x="89" y="1155"/>
                  </a:lnTo>
                  <a:lnTo>
                    <a:pt x="98" y="1085"/>
                  </a:lnTo>
                  <a:lnTo>
                    <a:pt x="106" y="1050"/>
                  </a:lnTo>
                  <a:lnTo>
                    <a:pt x="124" y="1023"/>
                  </a:lnTo>
                  <a:lnTo>
                    <a:pt x="159" y="1005"/>
                  </a:lnTo>
                  <a:lnTo>
                    <a:pt x="186" y="997"/>
                  </a:lnTo>
                  <a:lnTo>
                    <a:pt x="221" y="988"/>
                  </a:lnTo>
                  <a:lnTo>
                    <a:pt x="327" y="979"/>
                  </a:lnTo>
                  <a:lnTo>
                    <a:pt x="353" y="970"/>
                  </a:lnTo>
                  <a:lnTo>
                    <a:pt x="371" y="961"/>
                  </a:lnTo>
                  <a:lnTo>
                    <a:pt x="398" y="917"/>
                  </a:lnTo>
                  <a:lnTo>
                    <a:pt x="389" y="908"/>
                  </a:lnTo>
                  <a:lnTo>
                    <a:pt x="380" y="900"/>
                  </a:lnTo>
                  <a:lnTo>
                    <a:pt x="362" y="891"/>
                  </a:lnTo>
                  <a:lnTo>
                    <a:pt x="353" y="882"/>
                  </a:lnTo>
                  <a:lnTo>
                    <a:pt x="336" y="855"/>
                  </a:lnTo>
                  <a:lnTo>
                    <a:pt x="283" y="714"/>
                  </a:lnTo>
                  <a:lnTo>
                    <a:pt x="248" y="626"/>
                  </a:lnTo>
                  <a:lnTo>
                    <a:pt x="239" y="555"/>
                  </a:lnTo>
                  <a:lnTo>
                    <a:pt x="230" y="485"/>
                  </a:lnTo>
                  <a:lnTo>
                    <a:pt x="248" y="397"/>
                  </a:lnTo>
                  <a:lnTo>
                    <a:pt x="274" y="308"/>
                  </a:lnTo>
                  <a:lnTo>
                    <a:pt x="292" y="273"/>
                  </a:lnTo>
                  <a:lnTo>
                    <a:pt x="318" y="238"/>
                  </a:lnTo>
                  <a:lnTo>
                    <a:pt x="371" y="185"/>
                  </a:lnTo>
                  <a:lnTo>
                    <a:pt x="415" y="141"/>
                  </a:lnTo>
                  <a:lnTo>
                    <a:pt x="442" y="132"/>
                  </a:lnTo>
                  <a:lnTo>
                    <a:pt x="468" y="114"/>
                  </a:lnTo>
                  <a:lnTo>
                    <a:pt x="495" y="105"/>
                  </a:lnTo>
                  <a:lnTo>
                    <a:pt x="548" y="97"/>
                  </a:lnTo>
                  <a:lnTo>
                    <a:pt x="600" y="88"/>
                  </a:lnTo>
                  <a:lnTo>
                    <a:pt x="609" y="88"/>
                  </a:lnTo>
                  <a:lnTo>
                    <a:pt x="618" y="88"/>
                  </a:lnTo>
                  <a:lnTo>
                    <a:pt x="636" y="88"/>
                  </a:lnTo>
                  <a:lnTo>
                    <a:pt x="698" y="79"/>
                  </a:lnTo>
                  <a:lnTo>
                    <a:pt x="759" y="79"/>
                  </a:lnTo>
                  <a:lnTo>
                    <a:pt x="803" y="88"/>
                  </a:lnTo>
                  <a:lnTo>
                    <a:pt x="830" y="97"/>
                  </a:lnTo>
                  <a:lnTo>
                    <a:pt x="848" y="114"/>
                  </a:lnTo>
                  <a:lnTo>
                    <a:pt x="971" y="211"/>
                  </a:lnTo>
                  <a:lnTo>
                    <a:pt x="1006" y="255"/>
                  </a:lnTo>
                  <a:lnTo>
                    <a:pt x="1068" y="397"/>
                  </a:lnTo>
                  <a:lnTo>
                    <a:pt x="1077" y="405"/>
                  </a:lnTo>
                  <a:lnTo>
                    <a:pt x="1086" y="441"/>
                  </a:lnTo>
                  <a:lnTo>
                    <a:pt x="1095" y="485"/>
                  </a:lnTo>
                  <a:lnTo>
                    <a:pt x="1112" y="555"/>
                  </a:lnTo>
                  <a:lnTo>
                    <a:pt x="1112" y="591"/>
                  </a:lnTo>
                  <a:lnTo>
                    <a:pt x="1112" y="617"/>
                  </a:lnTo>
                  <a:lnTo>
                    <a:pt x="1095" y="679"/>
                  </a:lnTo>
                  <a:lnTo>
                    <a:pt x="1068" y="723"/>
                  </a:lnTo>
                  <a:lnTo>
                    <a:pt x="1033" y="776"/>
                  </a:lnTo>
                  <a:lnTo>
                    <a:pt x="1024" y="785"/>
                  </a:lnTo>
                  <a:lnTo>
                    <a:pt x="998" y="820"/>
                  </a:lnTo>
                  <a:lnTo>
                    <a:pt x="962" y="855"/>
                  </a:lnTo>
                  <a:lnTo>
                    <a:pt x="936" y="900"/>
                  </a:lnTo>
                  <a:lnTo>
                    <a:pt x="927" y="952"/>
                  </a:lnTo>
                  <a:lnTo>
                    <a:pt x="927" y="970"/>
                  </a:lnTo>
                  <a:lnTo>
                    <a:pt x="936" y="988"/>
                  </a:lnTo>
                  <a:lnTo>
                    <a:pt x="953" y="997"/>
                  </a:lnTo>
                  <a:lnTo>
                    <a:pt x="971" y="1005"/>
                  </a:lnTo>
                  <a:lnTo>
                    <a:pt x="998" y="997"/>
                  </a:lnTo>
                  <a:lnTo>
                    <a:pt x="1033" y="988"/>
                  </a:lnTo>
                  <a:lnTo>
                    <a:pt x="1086" y="979"/>
                  </a:lnTo>
                  <a:lnTo>
                    <a:pt x="1103" y="979"/>
                  </a:lnTo>
                  <a:lnTo>
                    <a:pt x="1156" y="979"/>
                  </a:lnTo>
                  <a:lnTo>
                    <a:pt x="1165" y="979"/>
                  </a:lnTo>
                  <a:lnTo>
                    <a:pt x="1183" y="979"/>
                  </a:lnTo>
                  <a:lnTo>
                    <a:pt x="1200" y="979"/>
                  </a:lnTo>
                  <a:lnTo>
                    <a:pt x="1209" y="979"/>
                  </a:lnTo>
                  <a:lnTo>
                    <a:pt x="1236" y="988"/>
                  </a:lnTo>
                  <a:lnTo>
                    <a:pt x="1289" y="988"/>
                  </a:lnTo>
                  <a:lnTo>
                    <a:pt x="1315" y="997"/>
                  </a:lnTo>
                  <a:lnTo>
                    <a:pt x="1324" y="1023"/>
                  </a:lnTo>
                  <a:lnTo>
                    <a:pt x="1333" y="1050"/>
                  </a:lnTo>
                  <a:lnTo>
                    <a:pt x="1359" y="1200"/>
                  </a:lnTo>
                  <a:lnTo>
                    <a:pt x="1368" y="1332"/>
                  </a:lnTo>
                  <a:lnTo>
                    <a:pt x="1377" y="1385"/>
                  </a:lnTo>
                  <a:lnTo>
                    <a:pt x="1377" y="1394"/>
                  </a:lnTo>
                  <a:lnTo>
                    <a:pt x="1377" y="1420"/>
                  </a:lnTo>
                  <a:lnTo>
                    <a:pt x="1368" y="1447"/>
                  </a:lnTo>
                  <a:lnTo>
                    <a:pt x="1368" y="1473"/>
                  </a:lnTo>
                  <a:lnTo>
                    <a:pt x="1395" y="1500"/>
                  </a:lnTo>
                  <a:lnTo>
                    <a:pt x="1421" y="1500"/>
                  </a:lnTo>
                  <a:lnTo>
                    <a:pt x="1448" y="1500"/>
                  </a:lnTo>
                  <a:lnTo>
                    <a:pt x="1465" y="1482"/>
                  </a:lnTo>
                  <a:lnTo>
                    <a:pt x="1483" y="1464"/>
                  </a:lnTo>
                  <a:lnTo>
                    <a:pt x="1483" y="1455"/>
                  </a:lnTo>
                  <a:lnTo>
                    <a:pt x="1483" y="1447"/>
                  </a:lnTo>
                  <a:lnTo>
                    <a:pt x="1492" y="1394"/>
                  </a:lnTo>
                  <a:lnTo>
                    <a:pt x="1492" y="1385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1" name="Freeform 97"/>
            <p:cNvSpPr>
              <a:spLocks noChangeArrowheads="1"/>
            </p:cNvSpPr>
            <p:nvPr/>
          </p:nvSpPr>
          <p:spPr bwMode="auto">
            <a:xfrm>
              <a:off x="5197420" y="1801813"/>
              <a:ext cx="1492898" cy="845580"/>
            </a:xfrm>
            <a:custGeom>
              <a:avLst/>
              <a:gdLst>
                <a:gd name="T0" fmla="*/ 1376878148 w 1219"/>
                <a:gd name="T1" fmla="*/ 132542517 h 689"/>
                <a:gd name="T2" fmla="*/ 1442871833 w 1219"/>
                <a:gd name="T3" fmla="*/ 105431185 h 689"/>
                <a:gd name="T4" fmla="*/ 1574860427 w 1219"/>
                <a:gd name="T5" fmla="*/ 79826925 h 689"/>
                <a:gd name="T6" fmla="*/ 1694850726 w 1219"/>
                <a:gd name="T7" fmla="*/ 79826925 h 689"/>
                <a:gd name="T8" fmla="*/ 1681350960 w 1219"/>
                <a:gd name="T9" fmla="*/ 27111332 h 689"/>
                <a:gd name="T10" fmla="*/ 1363379607 w 1219"/>
                <a:gd name="T11" fmla="*/ 27111332 h 689"/>
                <a:gd name="T12" fmla="*/ 1244889554 w 1219"/>
                <a:gd name="T13" fmla="*/ 13555052 h 689"/>
                <a:gd name="T14" fmla="*/ 1111401939 w 1219"/>
                <a:gd name="T15" fmla="*/ 13555052 h 689"/>
                <a:gd name="T16" fmla="*/ 965914804 w 1219"/>
                <a:gd name="T17" fmla="*/ 66270645 h 689"/>
                <a:gd name="T18" fmla="*/ 740934218 w 1219"/>
                <a:gd name="T19" fmla="*/ 146097570 h 689"/>
                <a:gd name="T20" fmla="*/ 436461406 w 1219"/>
                <a:gd name="T21" fmla="*/ 239479547 h 689"/>
                <a:gd name="T22" fmla="*/ 131988594 w 1219"/>
                <a:gd name="T23" fmla="*/ 424736429 h 689"/>
                <a:gd name="T24" fmla="*/ 0 w 1219"/>
                <a:gd name="T25" fmla="*/ 557278947 h 689"/>
                <a:gd name="T26" fmla="*/ 13498541 w 1219"/>
                <a:gd name="T27" fmla="*/ 637105871 h 689"/>
                <a:gd name="T28" fmla="*/ 92991992 w 1219"/>
                <a:gd name="T29" fmla="*/ 716931569 h 689"/>
                <a:gd name="T30" fmla="*/ 304472812 w 1219"/>
                <a:gd name="T31" fmla="*/ 691327308 h 689"/>
                <a:gd name="T32" fmla="*/ 556450480 w 1219"/>
                <a:gd name="T33" fmla="*/ 744042901 h 689"/>
                <a:gd name="T34" fmla="*/ 622445390 w 1219"/>
                <a:gd name="T35" fmla="*/ 796758493 h 689"/>
                <a:gd name="T36" fmla="*/ 674940533 w 1219"/>
                <a:gd name="T37" fmla="*/ 810313546 h 689"/>
                <a:gd name="T38" fmla="*/ 715436157 w 1219"/>
                <a:gd name="T39" fmla="*/ 930806855 h 689"/>
                <a:gd name="T40" fmla="*/ 767932525 w 1219"/>
                <a:gd name="T41" fmla="*/ 983522448 h 689"/>
                <a:gd name="T42" fmla="*/ 965914804 w 1219"/>
                <a:gd name="T43" fmla="*/ 1036238040 h 689"/>
                <a:gd name="T44" fmla="*/ 1217892472 w 1219"/>
                <a:gd name="T45" fmla="*/ 969966168 h 689"/>
                <a:gd name="T46" fmla="*/ 1429373292 w 1219"/>
                <a:gd name="T47" fmla="*/ 903695523 h 689"/>
                <a:gd name="T48" fmla="*/ 1481868435 w 1219"/>
                <a:gd name="T49" fmla="*/ 863029139 h 689"/>
                <a:gd name="T50" fmla="*/ 1508866742 w 1219"/>
                <a:gd name="T51" fmla="*/ 823869826 h 689"/>
                <a:gd name="T52" fmla="*/ 1627355571 w 1219"/>
                <a:gd name="T53" fmla="*/ 691327308 h 689"/>
                <a:gd name="T54" fmla="*/ 1826838095 w 1219"/>
                <a:gd name="T55" fmla="*/ 611500384 h 689"/>
                <a:gd name="T56" fmla="*/ 1706849021 w 1219"/>
                <a:gd name="T57" fmla="*/ 557278947 h 689"/>
                <a:gd name="T58" fmla="*/ 1561361886 w 1219"/>
                <a:gd name="T59" fmla="*/ 584390279 h 689"/>
                <a:gd name="T60" fmla="*/ 1429373292 w 1219"/>
                <a:gd name="T61" fmla="*/ 704882361 h 689"/>
                <a:gd name="T62" fmla="*/ 1336381300 w 1219"/>
                <a:gd name="T63" fmla="*/ 810313546 h 689"/>
                <a:gd name="T64" fmla="*/ 1297384698 w 1219"/>
                <a:gd name="T65" fmla="*/ 823869826 h 689"/>
                <a:gd name="T66" fmla="*/ 1031908488 w 1219"/>
                <a:gd name="T67" fmla="*/ 930806855 h 689"/>
                <a:gd name="T68" fmla="*/ 940416743 w 1219"/>
                <a:gd name="T69" fmla="*/ 956411116 h 689"/>
                <a:gd name="T70" fmla="*/ 926918201 w 1219"/>
                <a:gd name="T71" fmla="*/ 930806855 h 689"/>
                <a:gd name="T72" fmla="*/ 979413345 w 1219"/>
                <a:gd name="T73" fmla="*/ 837424878 h 689"/>
                <a:gd name="T74" fmla="*/ 940416743 w 1219"/>
                <a:gd name="T75" fmla="*/ 796758493 h 689"/>
                <a:gd name="T76" fmla="*/ 926918201 w 1219"/>
                <a:gd name="T77" fmla="*/ 716931569 h 689"/>
                <a:gd name="T78" fmla="*/ 874423058 w 1219"/>
                <a:gd name="T79" fmla="*/ 637105871 h 689"/>
                <a:gd name="T80" fmla="*/ 740934218 w 1219"/>
                <a:gd name="T81" fmla="*/ 664215976 h 689"/>
                <a:gd name="T82" fmla="*/ 661441992 w 1219"/>
                <a:gd name="T83" fmla="*/ 650660924 h 689"/>
                <a:gd name="T84" fmla="*/ 781431066 w 1219"/>
                <a:gd name="T85" fmla="*/ 451847761 h 689"/>
                <a:gd name="T86" fmla="*/ 490456795 w 1219"/>
                <a:gd name="T87" fmla="*/ 531674686 h 689"/>
                <a:gd name="T88" fmla="*/ 277475729 w 1219"/>
                <a:gd name="T89" fmla="*/ 597945331 h 689"/>
                <a:gd name="T90" fmla="*/ 119989074 w 1219"/>
                <a:gd name="T91" fmla="*/ 625056663 h 689"/>
                <a:gd name="T92" fmla="*/ 145487135 w 1219"/>
                <a:gd name="T93" fmla="*/ 545229739 h 689"/>
                <a:gd name="T94" fmla="*/ 356967955 w 1219"/>
                <a:gd name="T95" fmla="*/ 411181377 h 689"/>
                <a:gd name="T96" fmla="*/ 569949021 w 1219"/>
                <a:gd name="T97" fmla="*/ 292195139 h 689"/>
                <a:gd name="T98" fmla="*/ 965914804 w 1219"/>
                <a:gd name="T99" fmla="*/ 159652622 h 689"/>
                <a:gd name="T100" fmla="*/ 1019910193 w 1219"/>
                <a:gd name="T101" fmla="*/ 146097570 h 68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219" h="689">
                  <a:moveTo>
                    <a:pt x="856" y="97"/>
                  </a:moveTo>
                  <a:lnTo>
                    <a:pt x="856" y="97"/>
                  </a:lnTo>
                  <a:lnTo>
                    <a:pt x="883" y="88"/>
                  </a:lnTo>
                  <a:lnTo>
                    <a:pt x="918" y="88"/>
                  </a:lnTo>
                  <a:lnTo>
                    <a:pt x="927" y="88"/>
                  </a:lnTo>
                  <a:lnTo>
                    <a:pt x="944" y="79"/>
                  </a:lnTo>
                  <a:lnTo>
                    <a:pt x="962" y="70"/>
                  </a:lnTo>
                  <a:lnTo>
                    <a:pt x="1006" y="62"/>
                  </a:lnTo>
                  <a:lnTo>
                    <a:pt x="1050" y="53"/>
                  </a:lnTo>
                  <a:lnTo>
                    <a:pt x="1077" y="62"/>
                  </a:lnTo>
                  <a:lnTo>
                    <a:pt x="1112" y="70"/>
                  </a:lnTo>
                  <a:lnTo>
                    <a:pt x="1121" y="62"/>
                  </a:lnTo>
                  <a:lnTo>
                    <a:pt x="1130" y="53"/>
                  </a:lnTo>
                  <a:lnTo>
                    <a:pt x="1130" y="44"/>
                  </a:lnTo>
                  <a:lnTo>
                    <a:pt x="1121" y="26"/>
                  </a:lnTo>
                  <a:lnTo>
                    <a:pt x="1121" y="18"/>
                  </a:lnTo>
                  <a:lnTo>
                    <a:pt x="1068" y="0"/>
                  </a:lnTo>
                  <a:lnTo>
                    <a:pt x="1015" y="0"/>
                  </a:lnTo>
                  <a:lnTo>
                    <a:pt x="962" y="0"/>
                  </a:lnTo>
                  <a:lnTo>
                    <a:pt x="909" y="18"/>
                  </a:lnTo>
                  <a:lnTo>
                    <a:pt x="874" y="26"/>
                  </a:lnTo>
                  <a:lnTo>
                    <a:pt x="847" y="18"/>
                  </a:lnTo>
                  <a:lnTo>
                    <a:pt x="830" y="9"/>
                  </a:lnTo>
                  <a:lnTo>
                    <a:pt x="803" y="0"/>
                  </a:lnTo>
                  <a:lnTo>
                    <a:pt x="785" y="0"/>
                  </a:lnTo>
                  <a:lnTo>
                    <a:pt x="741" y="9"/>
                  </a:lnTo>
                  <a:lnTo>
                    <a:pt x="697" y="26"/>
                  </a:lnTo>
                  <a:lnTo>
                    <a:pt x="644" y="44"/>
                  </a:lnTo>
                  <a:lnTo>
                    <a:pt x="547" y="79"/>
                  </a:lnTo>
                  <a:lnTo>
                    <a:pt x="503" y="97"/>
                  </a:lnTo>
                  <a:lnTo>
                    <a:pt x="494" y="97"/>
                  </a:lnTo>
                  <a:lnTo>
                    <a:pt x="477" y="97"/>
                  </a:lnTo>
                  <a:lnTo>
                    <a:pt x="353" y="141"/>
                  </a:lnTo>
                  <a:lnTo>
                    <a:pt x="335" y="150"/>
                  </a:lnTo>
                  <a:lnTo>
                    <a:pt x="291" y="159"/>
                  </a:lnTo>
                  <a:lnTo>
                    <a:pt x="256" y="185"/>
                  </a:lnTo>
                  <a:lnTo>
                    <a:pt x="185" y="229"/>
                  </a:lnTo>
                  <a:lnTo>
                    <a:pt x="168" y="229"/>
                  </a:lnTo>
                  <a:lnTo>
                    <a:pt x="88" y="282"/>
                  </a:lnTo>
                  <a:lnTo>
                    <a:pt x="18" y="344"/>
                  </a:lnTo>
                  <a:lnTo>
                    <a:pt x="9" y="353"/>
                  </a:lnTo>
                  <a:lnTo>
                    <a:pt x="0" y="370"/>
                  </a:lnTo>
                  <a:lnTo>
                    <a:pt x="0" y="388"/>
                  </a:lnTo>
                  <a:lnTo>
                    <a:pt x="9" y="423"/>
                  </a:lnTo>
                  <a:lnTo>
                    <a:pt x="18" y="432"/>
                  </a:lnTo>
                  <a:lnTo>
                    <a:pt x="44" y="459"/>
                  </a:lnTo>
                  <a:lnTo>
                    <a:pt x="62" y="476"/>
                  </a:lnTo>
                  <a:lnTo>
                    <a:pt x="88" y="476"/>
                  </a:lnTo>
                  <a:lnTo>
                    <a:pt x="115" y="485"/>
                  </a:lnTo>
                  <a:lnTo>
                    <a:pt x="150" y="476"/>
                  </a:lnTo>
                  <a:lnTo>
                    <a:pt x="203" y="459"/>
                  </a:lnTo>
                  <a:lnTo>
                    <a:pt x="282" y="432"/>
                  </a:lnTo>
                  <a:lnTo>
                    <a:pt x="335" y="406"/>
                  </a:lnTo>
                  <a:lnTo>
                    <a:pt x="371" y="494"/>
                  </a:lnTo>
                  <a:lnTo>
                    <a:pt x="388" y="520"/>
                  </a:lnTo>
                  <a:lnTo>
                    <a:pt x="397" y="529"/>
                  </a:lnTo>
                  <a:lnTo>
                    <a:pt x="415" y="529"/>
                  </a:lnTo>
                  <a:lnTo>
                    <a:pt x="433" y="538"/>
                  </a:lnTo>
                  <a:lnTo>
                    <a:pt x="450" y="538"/>
                  </a:lnTo>
                  <a:lnTo>
                    <a:pt x="441" y="547"/>
                  </a:lnTo>
                  <a:lnTo>
                    <a:pt x="450" y="565"/>
                  </a:lnTo>
                  <a:lnTo>
                    <a:pt x="450" y="600"/>
                  </a:lnTo>
                  <a:lnTo>
                    <a:pt x="477" y="618"/>
                  </a:lnTo>
                  <a:lnTo>
                    <a:pt x="503" y="618"/>
                  </a:lnTo>
                  <a:lnTo>
                    <a:pt x="503" y="644"/>
                  </a:lnTo>
                  <a:lnTo>
                    <a:pt x="512" y="653"/>
                  </a:lnTo>
                  <a:lnTo>
                    <a:pt x="556" y="679"/>
                  </a:lnTo>
                  <a:lnTo>
                    <a:pt x="591" y="679"/>
                  </a:lnTo>
                  <a:lnTo>
                    <a:pt x="644" y="688"/>
                  </a:lnTo>
                  <a:lnTo>
                    <a:pt x="724" y="679"/>
                  </a:lnTo>
                  <a:lnTo>
                    <a:pt x="768" y="662"/>
                  </a:lnTo>
                  <a:lnTo>
                    <a:pt x="812" y="644"/>
                  </a:lnTo>
                  <a:lnTo>
                    <a:pt x="847" y="626"/>
                  </a:lnTo>
                  <a:lnTo>
                    <a:pt x="900" y="609"/>
                  </a:lnTo>
                  <a:lnTo>
                    <a:pt x="953" y="600"/>
                  </a:lnTo>
                  <a:lnTo>
                    <a:pt x="962" y="600"/>
                  </a:lnTo>
                  <a:lnTo>
                    <a:pt x="980" y="600"/>
                  </a:lnTo>
                  <a:lnTo>
                    <a:pt x="988" y="591"/>
                  </a:lnTo>
                  <a:lnTo>
                    <a:pt x="988" y="573"/>
                  </a:lnTo>
                  <a:lnTo>
                    <a:pt x="997" y="556"/>
                  </a:lnTo>
                  <a:lnTo>
                    <a:pt x="1006" y="547"/>
                  </a:lnTo>
                  <a:lnTo>
                    <a:pt x="1050" y="485"/>
                  </a:lnTo>
                  <a:lnTo>
                    <a:pt x="1068" y="476"/>
                  </a:lnTo>
                  <a:lnTo>
                    <a:pt x="1085" y="459"/>
                  </a:lnTo>
                  <a:lnTo>
                    <a:pt x="1174" y="432"/>
                  </a:lnTo>
                  <a:lnTo>
                    <a:pt x="1200" y="423"/>
                  </a:lnTo>
                  <a:lnTo>
                    <a:pt x="1218" y="406"/>
                  </a:lnTo>
                  <a:lnTo>
                    <a:pt x="1209" y="379"/>
                  </a:lnTo>
                  <a:lnTo>
                    <a:pt x="1183" y="379"/>
                  </a:lnTo>
                  <a:lnTo>
                    <a:pt x="1138" y="370"/>
                  </a:lnTo>
                  <a:lnTo>
                    <a:pt x="1103" y="370"/>
                  </a:lnTo>
                  <a:lnTo>
                    <a:pt x="1050" y="388"/>
                  </a:lnTo>
                  <a:lnTo>
                    <a:pt x="1041" y="388"/>
                  </a:lnTo>
                  <a:lnTo>
                    <a:pt x="1015" y="397"/>
                  </a:lnTo>
                  <a:lnTo>
                    <a:pt x="988" y="415"/>
                  </a:lnTo>
                  <a:lnTo>
                    <a:pt x="953" y="468"/>
                  </a:lnTo>
                  <a:lnTo>
                    <a:pt x="918" y="520"/>
                  </a:lnTo>
                  <a:lnTo>
                    <a:pt x="909" y="538"/>
                  </a:lnTo>
                  <a:lnTo>
                    <a:pt x="891" y="538"/>
                  </a:lnTo>
                  <a:lnTo>
                    <a:pt x="883" y="538"/>
                  </a:lnTo>
                  <a:lnTo>
                    <a:pt x="865" y="547"/>
                  </a:lnTo>
                  <a:lnTo>
                    <a:pt x="830" y="565"/>
                  </a:lnTo>
                  <a:lnTo>
                    <a:pt x="794" y="573"/>
                  </a:lnTo>
                  <a:lnTo>
                    <a:pt x="688" y="618"/>
                  </a:lnTo>
                  <a:lnTo>
                    <a:pt x="644" y="626"/>
                  </a:lnTo>
                  <a:lnTo>
                    <a:pt x="627" y="635"/>
                  </a:lnTo>
                  <a:lnTo>
                    <a:pt x="618" y="626"/>
                  </a:lnTo>
                  <a:lnTo>
                    <a:pt x="618" y="618"/>
                  </a:lnTo>
                  <a:lnTo>
                    <a:pt x="627" y="609"/>
                  </a:lnTo>
                  <a:lnTo>
                    <a:pt x="644" y="582"/>
                  </a:lnTo>
                  <a:lnTo>
                    <a:pt x="653" y="556"/>
                  </a:lnTo>
                  <a:lnTo>
                    <a:pt x="653" y="547"/>
                  </a:lnTo>
                  <a:lnTo>
                    <a:pt x="644" y="538"/>
                  </a:lnTo>
                  <a:lnTo>
                    <a:pt x="627" y="529"/>
                  </a:lnTo>
                  <a:lnTo>
                    <a:pt x="609" y="529"/>
                  </a:lnTo>
                  <a:lnTo>
                    <a:pt x="600" y="520"/>
                  </a:lnTo>
                  <a:lnTo>
                    <a:pt x="591" y="520"/>
                  </a:lnTo>
                  <a:lnTo>
                    <a:pt x="618" y="476"/>
                  </a:lnTo>
                  <a:lnTo>
                    <a:pt x="627" y="459"/>
                  </a:lnTo>
                  <a:lnTo>
                    <a:pt x="609" y="432"/>
                  </a:lnTo>
                  <a:lnTo>
                    <a:pt x="600" y="423"/>
                  </a:lnTo>
                  <a:lnTo>
                    <a:pt x="583" y="423"/>
                  </a:lnTo>
                  <a:lnTo>
                    <a:pt x="547" y="423"/>
                  </a:lnTo>
                  <a:lnTo>
                    <a:pt x="494" y="441"/>
                  </a:lnTo>
                  <a:lnTo>
                    <a:pt x="468" y="450"/>
                  </a:lnTo>
                  <a:lnTo>
                    <a:pt x="441" y="432"/>
                  </a:lnTo>
                  <a:lnTo>
                    <a:pt x="477" y="388"/>
                  </a:lnTo>
                  <a:lnTo>
                    <a:pt x="503" y="362"/>
                  </a:lnTo>
                  <a:lnTo>
                    <a:pt x="538" y="344"/>
                  </a:lnTo>
                  <a:lnTo>
                    <a:pt x="538" y="309"/>
                  </a:lnTo>
                  <a:lnTo>
                    <a:pt x="521" y="300"/>
                  </a:lnTo>
                  <a:lnTo>
                    <a:pt x="503" y="300"/>
                  </a:lnTo>
                  <a:lnTo>
                    <a:pt x="485" y="300"/>
                  </a:lnTo>
                  <a:lnTo>
                    <a:pt x="327" y="353"/>
                  </a:lnTo>
                  <a:lnTo>
                    <a:pt x="203" y="397"/>
                  </a:lnTo>
                  <a:lnTo>
                    <a:pt x="185" y="397"/>
                  </a:lnTo>
                  <a:lnTo>
                    <a:pt x="115" y="432"/>
                  </a:lnTo>
                  <a:lnTo>
                    <a:pt x="106" y="432"/>
                  </a:lnTo>
                  <a:lnTo>
                    <a:pt x="88" y="415"/>
                  </a:lnTo>
                  <a:lnTo>
                    <a:pt x="80" y="415"/>
                  </a:lnTo>
                  <a:lnTo>
                    <a:pt x="80" y="388"/>
                  </a:lnTo>
                  <a:lnTo>
                    <a:pt x="80" y="379"/>
                  </a:lnTo>
                  <a:lnTo>
                    <a:pt x="97" y="362"/>
                  </a:lnTo>
                  <a:lnTo>
                    <a:pt x="159" y="318"/>
                  </a:lnTo>
                  <a:lnTo>
                    <a:pt x="238" y="273"/>
                  </a:lnTo>
                  <a:lnTo>
                    <a:pt x="318" y="229"/>
                  </a:lnTo>
                  <a:lnTo>
                    <a:pt x="344" y="212"/>
                  </a:lnTo>
                  <a:lnTo>
                    <a:pt x="380" y="194"/>
                  </a:lnTo>
                  <a:lnTo>
                    <a:pt x="406" y="185"/>
                  </a:lnTo>
                  <a:lnTo>
                    <a:pt x="618" y="115"/>
                  </a:lnTo>
                  <a:lnTo>
                    <a:pt x="644" y="106"/>
                  </a:lnTo>
                  <a:lnTo>
                    <a:pt x="662" y="106"/>
                  </a:lnTo>
                  <a:lnTo>
                    <a:pt x="671" y="97"/>
                  </a:lnTo>
                  <a:lnTo>
                    <a:pt x="680" y="97"/>
                  </a:lnTo>
                  <a:lnTo>
                    <a:pt x="856" y="97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Freeform 98"/>
            <p:cNvSpPr>
              <a:spLocks noChangeArrowheads="1"/>
            </p:cNvSpPr>
            <p:nvPr/>
          </p:nvSpPr>
          <p:spPr bwMode="auto">
            <a:xfrm>
              <a:off x="3948908" y="2354898"/>
              <a:ext cx="324083" cy="303131"/>
            </a:xfrm>
            <a:custGeom>
              <a:avLst/>
              <a:gdLst>
                <a:gd name="T0" fmla="*/ 393364879 w 266"/>
                <a:gd name="T1" fmla="*/ 158366391 h 248"/>
                <a:gd name="T2" fmla="*/ 393364879 w 266"/>
                <a:gd name="T3" fmla="*/ 158366391 h 248"/>
                <a:gd name="T4" fmla="*/ 314691903 w 266"/>
                <a:gd name="T5" fmla="*/ 197211162 h 248"/>
                <a:gd name="T6" fmla="*/ 314691903 w 266"/>
                <a:gd name="T7" fmla="*/ 197211162 h 248"/>
                <a:gd name="T8" fmla="*/ 222659641 w 266"/>
                <a:gd name="T9" fmla="*/ 131474515 h 248"/>
                <a:gd name="T10" fmla="*/ 222659641 w 266"/>
                <a:gd name="T11" fmla="*/ 131474515 h 248"/>
                <a:gd name="T12" fmla="*/ 197425028 w 266"/>
                <a:gd name="T13" fmla="*/ 171812940 h 248"/>
                <a:gd name="T14" fmla="*/ 184064524 w 266"/>
                <a:gd name="T15" fmla="*/ 210657710 h 248"/>
                <a:gd name="T16" fmla="*/ 157345952 w 266"/>
                <a:gd name="T17" fmla="*/ 289840906 h 248"/>
                <a:gd name="T18" fmla="*/ 157345952 w 266"/>
                <a:gd name="T19" fmla="*/ 289840906 h 248"/>
                <a:gd name="T20" fmla="*/ 132111338 w 266"/>
                <a:gd name="T21" fmla="*/ 328685677 h 248"/>
                <a:gd name="T22" fmla="*/ 105391548 w 266"/>
                <a:gd name="T23" fmla="*/ 355577552 h 248"/>
                <a:gd name="T24" fmla="*/ 105391548 w 266"/>
                <a:gd name="T25" fmla="*/ 355577552 h 248"/>
                <a:gd name="T26" fmla="*/ 66797649 w 266"/>
                <a:gd name="T27" fmla="*/ 369024101 h 248"/>
                <a:gd name="T28" fmla="*/ 26718572 w 266"/>
                <a:gd name="T29" fmla="*/ 342131003 h 248"/>
                <a:gd name="T30" fmla="*/ 26718572 w 266"/>
                <a:gd name="T31" fmla="*/ 342131003 h 248"/>
                <a:gd name="T32" fmla="*/ 0 w 266"/>
                <a:gd name="T33" fmla="*/ 316732781 h 248"/>
                <a:gd name="T34" fmla="*/ 13359286 w 266"/>
                <a:gd name="T35" fmla="*/ 262947808 h 248"/>
                <a:gd name="T36" fmla="*/ 13359286 w 266"/>
                <a:gd name="T37" fmla="*/ 262947808 h 248"/>
                <a:gd name="T38" fmla="*/ 92032262 w 266"/>
                <a:gd name="T39" fmla="*/ 92629744 h 248"/>
                <a:gd name="T40" fmla="*/ 92032262 w 266"/>
                <a:gd name="T41" fmla="*/ 92629744 h 248"/>
                <a:gd name="T42" fmla="*/ 118752052 w 266"/>
                <a:gd name="T43" fmla="*/ 38844771 h 248"/>
                <a:gd name="T44" fmla="*/ 157345952 w 266"/>
                <a:gd name="T45" fmla="*/ 13446549 h 248"/>
                <a:gd name="T46" fmla="*/ 197425028 w 266"/>
                <a:gd name="T47" fmla="*/ 0 h 248"/>
                <a:gd name="T48" fmla="*/ 249378213 w 266"/>
                <a:gd name="T49" fmla="*/ 0 h 248"/>
                <a:gd name="T50" fmla="*/ 249378213 w 266"/>
                <a:gd name="T51" fmla="*/ 0 h 248"/>
                <a:gd name="T52" fmla="*/ 276096786 w 266"/>
                <a:gd name="T53" fmla="*/ 0 h 248"/>
                <a:gd name="T54" fmla="*/ 301332617 w 266"/>
                <a:gd name="T55" fmla="*/ 13446549 h 248"/>
                <a:gd name="T56" fmla="*/ 341410475 w 266"/>
                <a:gd name="T57" fmla="*/ 52291320 h 248"/>
                <a:gd name="T58" fmla="*/ 341410475 w 266"/>
                <a:gd name="T59" fmla="*/ 52291320 h 248"/>
                <a:gd name="T60" fmla="*/ 366645088 w 266"/>
                <a:gd name="T61" fmla="*/ 104581417 h 248"/>
                <a:gd name="T62" fmla="*/ 393364879 w 266"/>
                <a:gd name="T63" fmla="*/ 158366391 h 2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66" h="248">
                  <a:moveTo>
                    <a:pt x="265" y="106"/>
                  </a:moveTo>
                  <a:lnTo>
                    <a:pt x="265" y="106"/>
                  </a:lnTo>
                  <a:lnTo>
                    <a:pt x="212" y="132"/>
                  </a:lnTo>
                  <a:lnTo>
                    <a:pt x="150" y="88"/>
                  </a:lnTo>
                  <a:lnTo>
                    <a:pt x="133" y="115"/>
                  </a:lnTo>
                  <a:lnTo>
                    <a:pt x="124" y="141"/>
                  </a:lnTo>
                  <a:lnTo>
                    <a:pt x="106" y="194"/>
                  </a:lnTo>
                  <a:lnTo>
                    <a:pt x="89" y="220"/>
                  </a:lnTo>
                  <a:lnTo>
                    <a:pt x="71" y="238"/>
                  </a:lnTo>
                  <a:lnTo>
                    <a:pt x="45" y="247"/>
                  </a:lnTo>
                  <a:lnTo>
                    <a:pt x="18" y="229"/>
                  </a:lnTo>
                  <a:lnTo>
                    <a:pt x="0" y="212"/>
                  </a:lnTo>
                  <a:lnTo>
                    <a:pt x="9" y="176"/>
                  </a:lnTo>
                  <a:lnTo>
                    <a:pt x="62" y="62"/>
                  </a:lnTo>
                  <a:lnTo>
                    <a:pt x="80" y="26"/>
                  </a:lnTo>
                  <a:lnTo>
                    <a:pt x="106" y="9"/>
                  </a:lnTo>
                  <a:lnTo>
                    <a:pt x="133" y="0"/>
                  </a:lnTo>
                  <a:lnTo>
                    <a:pt x="168" y="0"/>
                  </a:lnTo>
                  <a:lnTo>
                    <a:pt x="186" y="0"/>
                  </a:lnTo>
                  <a:lnTo>
                    <a:pt x="203" y="9"/>
                  </a:lnTo>
                  <a:lnTo>
                    <a:pt x="230" y="35"/>
                  </a:lnTo>
                  <a:lnTo>
                    <a:pt x="247" y="70"/>
                  </a:lnTo>
                  <a:lnTo>
                    <a:pt x="265" y="106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" name="Freeform 99"/>
            <p:cNvSpPr>
              <a:spLocks noChangeArrowheads="1"/>
            </p:cNvSpPr>
            <p:nvPr/>
          </p:nvSpPr>
          <p:spPr bwMode="auto">
            <a:xfrm>
              <a:off x="4405810" y="2333625"/>
              <a:ext cx="324083" cy="228678"/>
            </a:xfrm>
            <a:custGeom>
              <a:avLst/>
              <a:gdLst>
                <a:gd name="T0" fmla="*/ 393364879 w 266"/>
                <a:gd name="T1" fmla="*/ 237772536 h 187"/>
                <a:gd name="T2" fmla="*/ 393364879 w 266"/>
                <a:gd name="T3" fmla="*/ 237772536 h 187"/>
                <a:gd name="T4" fmla="*/ 366645088 w 266"/>
                <a:gd name="T5" fmla="*/ 264690505 h 187"/>
                <a:gd name="T6" fmla="*/ 366645088 w 266"/>
                <a:gd name="T7" fmla="*/ 264690505 h 187"/>
                <a:gd name="T8" fmla="*/ 328051189 w 266"/>
                <a:gd name="T9" fmla="*/ 278149489 h 187"/>
                <a:gd name="T10" fmla="*/ 314691903 w 266"/>
                <a:gd name="T11" fmla="*/ 264690505 h 187"/>
                <a:gd name="T12" fmla="*/ 314691903 w 266"/>
                <a:gd name="T13" fmla="*/ 264690505 h 187"/>
                <a:gd name="T14" fmla="*/ 209299137 w 266"/>
                <a:gd name="T15" fmla="*/ 158515432 h 187"/>
                <a:gd name="T16" fmla="*/ 209299137 w 266"/>
                <a:gd name="T17" fmla="*/ 158515432 h 187"/>
                <a:gd name="T18" fmla="*/ 170705238 w 266"/>
                <a:gd name="T19" fmla="*/ 119634057 h 187"/>
                <a:gd name="T20" fmla="*/ 170705238 w 266"/>
                <a:gd name="T21" fmla="*/ 119634057 h 187"/>
                <a:gd name="T22" fmla="*/ 117266875 w 266"/>
                <a:gd name="T23" fmla="*/ 185433400 h 187"/>
                <a:gd name="T24" fmla="*/ 92032262 w 266"/>
                <a:gd name="T25" fmla="*/ 198892385 h 187"/>
                <a:gd name="T26" fmla="*/ 51954404 w 266"/>
                <a:gd name="T27" fmla="*/ 210855791 h 187"/>
                <a:gd name="T28" fmla="*/ 51954404 w 266"/>
                <a:gd name="T29" fmla="*/ 210855791 h 187"/>
                <a:gd name="T30" fmla="*/ 38593899 w 266"/>
                <a:gd name="T31" fmla="*/ 198892385 h 187"/>
                <a:gd name="T32" fmla="*/ 38593899 w 266"/>
                <a:gd name="T33" fmla="*/ 198892385 h 187"/>
                <a:gd name="T34" fmla="*/ 13359286 w 266"/>
                <a:gd name="T35" fmla="*/ 158515432 h 187"/>
                <a:gd name="T36" fmla="*/ 0 w 266"/>
                <a:gd name="T37" fmla="*/ 131597463 h 187"/>
                <a:gd name="T38" fmla="*/ 13359286 w 266"/>
                <a:gd name="T39" fmla="*/ 106175073 h 187"/>
                <a:gd name="T40" fmla="*/ 51954404 w 266"/>
                <a:gd name="T41" fmla="*/ 79257104 h 187"/>
                <a:gd name="T42" fmla="*/ 51954404 w 266"/>
                <a:gd name="T43" fmla="*/ 79257104 h 187"/>
                <a:gd name="T44" fmla="*/ 92032262 w 266"/>
                <a:gd name="T45" fmla="*/ 26917969 h 187"/>
                <a:gd name="T46" fmla="*/ 143986666 w 266"/>
                <a:gd name="T47" fmla="*/ 0 h 187"/>
                <a:gd name="T48" fmla="*/ 209299137 w 266"/>
                <a:gd name="T49" fmla="*/ 0 h 187"/>
                <a:gd name="T50" fmla="*/ 261253541 w 266"/>
                <a:gd name="T51" fmla="*/ 26917969 h 187"/>
                <a:gd name="T52" fmla="*/ 261253541 w 266"/>
                <a:gd name="T53" fmla="*/ 26917969 h 187"/>
                <a:gd name="T54" fmla="*/ 301332617 w 266"/>
                <a:gd name="T55" fmla="*/ 53835937 h 187"/>
                <a:gd name="T56" fmla="*/ 353285802 w 266"/>
                <a:gd name="T57" fmla="*/ 119634057 h 187"/>
                <a:gd name="T58" fmla="*/ 380004375 w 266"/>
                <a:gd name="T59" fmla="*/ 185433400 h 187"/>
                <a:gd name="T60" fmla="*/ 393364879 w 266"/>
                <a:gd name="T61" fmla="*/ 237772536 h 187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66" h="187">
                  <a:moveTo>
                    <a:pt x="265" y="159"/>
                  </a:moveTo>
                  <a:lnTo>
                    <a:pt x="265" y="159"/>
                  </a:lnTo>
                  <a:lnTo>
                    <a:pt x="247" y="177"/>
                  </a:lnTo>
                  <a:lnTo>
                    <a:pt x="221" y="186"/>
                  </a:lnTo>
                  <a:lnTo>
                    <a:pt x="212" y="177"/>
                  </a:lnTo>
                  <a:lnTo>
                    <a:pt x="141" y="106"/>
                  </a:lnTo>
                  <a:lnTo>
                    <a:pt x="115" y="80"/>
                  </a:lnTo>
                  <a:lnTo>
                    <a:pt x="79" y="124"/>
                  </a:lnTo>
                  <a:lnTo>
                    <a:pt x="62" y="133"/>
                  </a:lnTo>
                  <a:lnTo>
                    <a:pt x="35" y="141"/>
                  </a:lnTo>
                  <a:lnTo>
                    <a:pt x="26" y="133"/>
                  </a:lnTo>
                  <a:lnTo>
                    <a:pt x="9" y="106"/>
                  </a:lnTo>
                  <a:lnTo>
                    <a:pt x="0" y="88"/>
                  </a:lnTo>
                  <a:lnTo>
                    <a:pt x="9" y="71"/>
                  </a:lnTo>
                  <a:lnTo>
                    <a:pt x="35" y="53"/>
                  </a:lnTo>
                  <a:lnTo>
                    <a:pt x="62" y="18"/>
                  </a:lnTo>
                  <a:lnTo>
                    <a:pt x="97" y="0"/>
                  </a:lnTo>
                  <a:lnTo>
                    <a:pt x="141" y="0"/>
                  </a:lnTo>
                  <a:lnTo>
                    <a:pt x="176" y="18"/>
                  </a:lnTo>
                  <a:lnTo>
                    <a:pt x="203" y="36"/>
                  </a:lnTo>
                  <a:lnTo>
                    <a:pt x="238" y="80"/>
                  </a:lnTo>
                  <a:lnTo>
                    <a:pt x="256" y="124"/>
                  </a:lnTo>
                  <a:lnTo>
                    <a:pt x="265" y="159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" name="Freeform 100"/>
            <p:cNvSpPr>
              <a:spLocks noChangeArrowheads="1"/>
            </p:cNvSpPr>
            <p:nvPr/>
          </p:nvSpPr>
          <p:spPr bwMode="auto">
            <a:xfrm>
              <a:off x="4230489" y="2907983"/>
              <a:ext cx="270952" cy="138271"/>
            </a:xfrm>
            <a:custGeom>
              <a:avLst/>
              <a:gdLst>
                <a:gd name="T0" fmla="*/ 238999280 w 221"/>
                <a:gd name="T1" fmla="*/ 0 h 116"/>
                <a:gd name="T2" fmla="*/ 238999280 w 221"/>
                <a:gd name="T3" fmla="*/ 0 h 116"/>
                <a:gd name="T4" fmla="*/ 278081348 w 221"/>
                <a:gd name="T5" fmla="*/ 12787684 h 116"/>
                <a:gd name="T6" fmla="*/ 305138541 w 221"/>
                <a:gd name="T7" fmla="*/ 25575367 h 116"/>
                <a:gd name="T8" fmla="*/ 318666525 w 221"/>
                <a:gd name="T9" fmla="*/ 36942197 h 116"/>
                <a:gd name="T10" fmla="*/ 330691399 w 221"/>
                <a:gd name="T11" fmla="*/ 62517564 h 116"/>
                <a:gd name="T12" fmla="*/ 330691399 w 221"/>
                <a:gd name="T13" fmla="*/ 62517564 h 116"/>
                <a:gd name="T14" fmla="*/ 318666525 w 221"/>
                <a:gd name="T15" fmla="*/ 88091739 h 116"/>
                <a:gd name="T16" fmla="*/ 305138541 w 221"/>
                <a:gd name="T17" fmla="*/ 112246252 h 116"/>
                <a:gd name="T18" fmla="*/ 278081348 w 221"/>
                <a:gd name="T19" fmla="*/ 125033936 h 116"/>
                <a:gd name="T20" fmla="*/ 251025381 w 221"/>
                <a:gd name="T21" fmla="*/ 125033936 h 116"/>
                <a:gd name="T22" fmla="*/ 251025381 w 221"/>
                <a:gd name="T23" fmla="*/ 125033936 h 116"/>
                <a:gd name="T24" fmla="*/ 211943313 w 221"/>
                <a:gd name="T25" fmla="*/ 112246252 h 116"/>
                <a:gd name="T26" fmla="*/ 211943313 w 221"/>
                <a:gd name="T27" fmla="*/ 112246252 h 116"/>
                <a:gd name="T28" fmla="*/ 172861246 w 221"/>
                <a:gd name="T29" fmla="*/ 112246252 h 116"/>
                <a:gd name="T30" fmla="*/ 132276069 w 221"/>
                <a:gd name="T31" fmla="*/ 125033936 h 116"/>
                <a:gd name="T32" fmla="*/ 132276069 w 221"/>
                <a:gd name="T33" fmla="*/ 125033936 h 116"/>
                <a:gd name="T34" fmla="*/ 93195228 w 221"/>
                <a:gd name="T35" fmla="*/ 150609303 h 116"/>
                <a:gd name="T36" fmla="*/ 93195228 w 221"/>
                <a:gd name="T37" fmla="*/ 150609303 h 116"/>
                <a:gd name="T38" fmla="*/ 52610051 w 221"/>
                <a:gd name="T39" fmla="*/ 163396986 h 116"/>
                <a:gd name="T40" fmla="*/ 25552858 w 221"/>
                <a:gd name="T41" fmla="*/ 150609303 h 116"/>
                <a:gd name="T42" fmla="*/ 13527984 w 221"/>
                <a:gd name="T43" fmla="*/ 137821619 h 116"/>
                <a:gd name="T44" fmla="*/ 0 w 221"/>
                <a:gd name="T45" fmla="*/ 112246252 h 116"/>
                <a:gd name="T46" fmla="*/ 0 w 221"/>
                <a:gd name="T47" fmla="*/ 112246252 h 116"/>
                <a:gd name="T48" fmla="*/ 0 w 221"/>
                <a:gd name="T49" fmla="*/ 88091739 h 116"/>
                <a:gd name="T50" fmla="*/ 0 w 221"/>
                <a:gd name="T51" fmla="*/ 75305247 h 116"/>
                <a:gd name="T52" fmla="*/ 0 w 221"/>
                <a:gd name="T53" fmla="*/ 75305247 h 116"/>
                <a:gd name="T54" fmla="*/ 39082067 w 221"/>
                <a:gd name="T55" fmla="*/ 49729880 h 116"/>
                <a:gd name="T56" fmla="*/ 66138035 w 221"/>
                <a:gd name="T57" fmla="*/ 36942197 h 116"/>
                <a:gd name="T58" fmla="*/ 66138035 w 221"/>
                <a:gd name="T59" fmla="*/ 36942197 h 116"/>
                <a:gd name="T60" fmla="*/ 238999280 w 221"/>
                <a:gd name="T61" fmla="*/ 0 h 11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21" h="116">
                  <a:moveTo>
                    <a:pt x="159" y="0"/>
                  </a:moveTo>
                  <a:lnTo>
                    <a:pt x="159" y="0"/>
                  </a:lnTo>
                  <a:lnTo>
                    <a:pt x="185" y="9"/>
                  </a:lnTo>
                  <a:lnTo>
                    <a:pt x="203" y="18"/>
                  </a:lnTo>
                  <a:lnTo>
                    <a:pt x="212" y="26"/>
                  </a:lnTo>
                  <a:lnTo>
                    <a:pt x="220" y="44"/>
                  </a:lnTo>
                  <a:lnTo>
                    <a:pt x="212" y="62"/>
                  </a:lnTo>
                  <a:lnTo>
                    <a:pt x="203" y="79"/>
                  </a:lnTo>
                  <a:lnTo>
                    <a:pt x="185" y="88"/>
                  </a:lnTo>
                  <a:lnTo>
                    <a:pt x="167" y="88"/>
                  </a:lnTo>
                  <a:lnTo>
                    <a:pt x="141" y="79"/>
                  </a:lnTo>
                  <a:lnTo>
                    <a:pt x="115" y="79"/>
                  </a:lnTo>
                  <a:lnTo>
                    <a:pt x="88" y="88"/>
                  </a:lnTo>
                  <a:lnTo>
                    <a:pt x="62" y="106"/>
                  </a:lnTo>
                  <a:lnTo>
                    <a:pt x="35" y="115"/>
                  </a:lnTo>
                  <a:lnTo>
                    <a:pt x="17" y="106"/>
                  </a:lnTo>
                  <a:lnTo>
                    <a:pt x="9" y="97"/>
                  </a:lnTo>
                  <a:lnTo>
                    <a:pt x="0" y="79"/>
                  </a:lnTo>
                  <a:lnTo>
                    <a:pt x="0" y="62"/>
                  </a:lnTo>
                  <a:lnTo>
                    <a:pt x="0" y="53"/>
                  </a:lnTo>
                  <a:lnTo>
                    <a:pt x="26" y="35"/>
                  </a:lnTo>
                  <a:lnTo>
                    <a:pt x="44" y="26"/>
                  </a:lnTo>
                  <a:lnTo>
                    <a:pt x="159" y="0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" name="Freeform 101"/>
            <p:cNvSpPr>
              <a:spLocks noChangeArrowheads="1"/>
            </p:cNvSpPr>
            <p:nvPr/>
          </p:nvSpPr>
          <p:spPr bwMode="auto">
            <a:xfrm>
              <a:off x="4081730" y="2647393"/>
              <a:ext cx="138133" cy="85090"/>
            </a:xfrm>
            <a:custGeom>
              <a:avLst/>
              <a:gdLst>
                <a:gd name="T0" fmla="*/ 0 w 116"/>
                <a:gd name="T1" fmla="*/ 37710233 h 72"/>
                <a:gd name="T2" fmla="*/ 0 w 116"/>
                <a:gd name="T3" fmla="*/ 37710233 h 72"/>
                <a:gd name="T4" fmla="*/ 38286657 w 116"/>
                <a:gd name="T5" fmla="*/ 12569684 h 72"/>
                <a:gd name="T6" fmla="*/ 62392056 w 116"/>
                <a:gd name="T7" fmla="*/ 0 h 72"/>
                <a:gd name="T8" fmla="*/ 87916891 w 116"/>
                <a:gd name="T9" fmla="*/ 0 h 72"/>
                <a:gd name="T10" fmla="*/ 113440535 w 116"/>
                <a:gd name="T11" fmla="*/ 0 h 72"/>
                <a:gd name="T12" fmla="*/ 113440535 w 116"/>
                <a:gd name="T13" fmla="*/ 0 h 72"/>
                <a:gd name="T14" fmla="*/ 150308948 w 116"/>
                <a:gd name="T15" fmla="*/ 25140550 h 72"/>
                <a:gd name="T16" fmla="*/ 163070770 w 116"/>
                <a:gd name="T17" fmla="*/ 74023573 h 72"/>
                <a:gd name="T18" fmla="*/ 163070770 w 116"/>
                <a:gd name="T19" fmla="*/ 74023573 h 72"/>
                <a:gd name="T20" fmla="*/ 113440535 w 116"/>
                <a:gd name="T21" fmla="*/ 99162941 h 72"/>
                <a:gd name="T22" fmla="*/ 75153878 w 116"/>
                <a:gd name="T23" fmla="*/ 99162941 h 72"/>
                <a:gd name="T24" fmla="*/ 38286657 w 116"/>
                <a:gd name="T25" fmla="*/ 86593257 h 72"/>
                <a:gd name="T26" fmla="*/ 0 w 116"/>
                <a:gd name="T27" fmla="*/ 37710233 h 7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6" h="72">
                  <a:moveTo>
                    <a:pt x="0" y="27"/>
                  </a:moveTo>
                  <a:lnTo>
                    <a:pt x="0" y="27"/>
                  </a:lnTo>
                  <a:lnTo>
                    <a:pt x="27" y="9"/>
                  </a:lnTo>
                  <a:lnTo>
                    <a:pt x="44" y="0"/>
                  </a:lnTo>
                  <a:lnTo>
                    <a:pt x="62" y="0"/>
                  </a:lnTo>
                  <a:lnTo>
                    <a:pt x="80" y="0"/>
                  </a:lnTo>
                  <a:lnTo>
                    <a:pt x="106" y="18"/>
                  </a:lnTo>
                  <a:lnTo>
                    <a:pt x="115" y="53"/>
                  </a:lnTo>
                  <a:lnTo>
                    <a:pt x="80" y="71"/>
                  </a:lnTo>
                  <a:lnTo>
                    <a:pt x="53" y="71"/>
                  </a:lnTo>
                  <a:lnTo>
                    <a:pt x="27" y="62"/>
                  </a:lnTo>
                  <a:lnTo>
                    <a:pt x="0" y="27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6" name="Freeform 102"/>
            <p:cNvSpPr>
              <a:spLocks noChangeArrowheads="1"/>
            </p:cNvSpPr>
            <p:nvPr/>
          </p:nvSpPr>
          <p:spPr bwMode="auto">
            <a:xfrm>
              <a:off x="4533317" y="2636756"/>
              <a:ext cx="90319" cy="74454"/>
            </a:xfrm>
            <a:custGeom>
              <a:avLst/>
              <a:gdLst>
                <a:gd name="T0" fmla="*/ 56637646 w 71"/>
                <a:gd name="T1" fmla="*/ 86593547 h 63"/>
                <a:gd name="T2" fmla="*/ 56637646 w 71"/>
                <a:gd name="T3" fmla="*/ 86593547 h 63"/>
                <a:gd name="T4" fmla="*/ 29128514 w 71"/>
                <a:gd name="T5" fmla="*/ 74023821 h 63"/>
                <a:gd name="T6" fmla="*/ 14564257 w 71"/>
                <a:gd name="T7" fmla="*/ 74023821 h 63"/>
                <a:gd name="T8" fmla="*/ 0 w 71"/>
                <a:gd name="T9" fmla="*/ 50280086 h 63"/>
                <a:gd name="T10" fmla="*/ 0 w 71"/>
                <a:gd name="T11" fmla="*/ 37710360 h 63"/>
                <a:gd name="T12" fmla="*/ 0 w 71"/>
                <a:gd name="T13" fmla="*/ 37710360 h 63"/>
                <a:gd name="T14" fmla="*/ 0 w 71"/>
                <a:gd name="T15" fmla="*/ 25140634 h 63"/>
                <a:gd name="T16" fmla="*/ 14564257 w 71"/>
                <a:gd name="T17" fmla="*/ 12569726 h 63"/>
                <a:gd name="T18" fmla="*/ 56637646 w 71"/>
                <a:gd name="T19" fmla="*/ 0 h 63"/>
                <a:gd name="T20" fmla="*/ 56637646 w 71"/>
                <a:gd name="T21" fmla="*/ 0 h 63"/>
                <a:gd name="T22" fmla="*/ 100330416 w 71"/>
                <a:gd name="T23" fmla="*/ 12569726 h 63"/>
                <a:gd name="T24" fmla="*/ 113276563 w 71"/>
                <a:gd name="T25" fmla="*/ 37710360 h 63"/>
                <a:gd name="T26" fmla="*/ 113276563 w 71"/>
                <a:gd name="T27" fmla="*/ 37710360 h 63"/>
                <a:gd name="T28" fmla="*/ 113276563 w 71"/>
                <a:gd name="T29" fmla="*/ 61454095 h 63"/>
                <a:gd name="T30" fmla="*/ 100330416 w 71"/>
                <a:gd name="T31" fmla="*/ 74023821 h 63"/>
                <a:gd name="T32" fmla="*/ 56637646 w 71"/>
                <a:gd name="T33" fmla="*/ 86593547 h 6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1" h="63">
                  <a:moveTo>
                    <a:pt x="35" y="62"/>
                  </a:moveTo>
                  <a:lnTo>
                    <a:pt x="35" y="62"/>
                  </a:lnTo>
                  <a:lnTo>
                    <a:pt x="18" y="53"/>
                  </a:lnTo>
                  <a:lnTo>
                    <a:pt x="9" y="53"/>
                  </a:lnTo>
                  <a:lnTo>
                    <a:pt x="0" y="36"/>
                  </a:lnTo>
                  <a:lnTo>
                    <a:pt x="0" y="27"/>
                  </a:lnTo>
                  <a:lnTo>
                    <a:pt x="0" y="18"/>
                  </a:lnTo>
                  <a:lnTo>
                    <a:pt x="9" y="9"/>
                  </a:lnTo>
                  <a:lnTo>
                    <a:pt x="35" y="0"/>
                  </a:lnTo>
                  <a:lnTo>
                    <a:pt x="62" y="9"/>
                  </a:lnTo>
                  <a:lnTo>
                    <a:pt x="70" y="27"/>
                  </a:lnTo>
                  <a:lnTo>
                    <a:pt x="70" y="44"/>
                  </a:lnTo>
                  <a:lnTo>
                    <a:pt x="62" y="53"/>
                  </a:lnTo>
                  <a:lnTo>
                    <a:pt x="35" y="62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6535" name="Group 196"/>
            <p:cNvGrpSpPr>
              <a:grpSpLocks/>
            </p:cNvGrpSpPr>
            <p:nvPr/>
          </p:nvGrpSpPr>
          <p:grpSpPr bwMode="auto">
            <a:xfrm>
              <a:off x="2286000" y="1695450"/>
              <a:ext cx="4521200" cy="2552700"/>
              <a:chOff x="2286000" y="1504950"/>
              <a:chExt cx="4520538" cy="2552265"/>
            </a:xfrm>
          </p:grpSpPr>
          <p:sp>
            <p:nvSpPr>
              <p:cNvPr id="198" name="Freeform 95"/>
              <p:cNvSpPr>
                <a:spLocks noChangeArrowheads="1"/>
              </p:cNvSpPr>
              <p:nvPr/>
            </p:nvSpPr>
            <p:spPr bwMode="auto">
              <a:xfrm>
                <a:off x="2673777" y="1504950"/>
                <a:ext cx="738374" cy="1201691"/>
              </a:xfrm>
              <a:custGeom>
                <a:avLst/>
                <a:gdLst>
                  <a:gd name="T0" fmla="*/ 66413117 w 601"/>
                  <a:gd name="T1" fmla="*/ 1378804313 h 980"/>
                  <a:gd name="T2" fmla="*/ 40754313 w 601"/>
                  <a:gd name="T3" fmla="*/ 1339711342 h 980"/>
                  <a:gd name="T4" fmla="*/ 27168723 w 601"/>
                  <a:gd name="T5" fmla="*/ 1207394127 h 980"/>
                  <a:gd name="T6" fmla="*/ 13584362 w 601"/>
                  <a:gd name="T7" fmla="*/ 968321382 h 980"/>
                  <a:gd name="T8" fmla="*/ 13584362 w 601"/>
                  <a:gd name="T9" fmla="*/ 861564625 h 980"/>
                  <a:gd name="T10" fmla="*/ 0 w 601"/>
                  <a:gd name="T11" fmla="*/ 649556903 h 980"/>
                  <a:gd name="T12" fmla="*/ 0 w 601"/>
                  <a:gd name="T13" fmla="*/ 171411411 h 980"/>
                  <a:gd name="T14" fmla="*/ 0 w 601"/>
                  <a:gd name="T15" fmla="*/ 39094196 h 980"/>
                  <a:gd name="T16" fmla="*/ 27168723 w 601"/>
                  <a:gd name="T17" fmla="*/ 0 h 980"/>
                  <a:gd name="T18" fmla="*/ 107167430 w 601"/>
                  <a:gd name="T19" fmla="*/ 118784703 h 980"/>
                  <a:gd name="T20" fmla="*/ 107167430 w 601"/>
                  <a:gd name="T21" fmla="*/ 384922473 h 980"/>
                  <a:gd name="T22" fmla="*/ 120751792 w 601"/>
                  <a:gd name="T23" fmla="*/ 649556903 h 980"/>
                  <a:gd name="T24" fmla="*/ 132827463 w 601"/>
                  <a:gd name="T25" fmla="*/ 981853894 h 980"/>
                  <a:gd name="T26" fmla="*/ 132827463 w 601"/>
                  <a:gd name="T27" fmla="*/ 1219423300 h 980"/>
                  <a:gd name="T28" fmla="*/ 120751792 w 601"/>
                  <a:gd name="T29" fmla="*/ 1232955812 h 980"/>
                  <a:gd name="T30" fmla="*/ 187164909 w 601"/>
                  <a:gd name="T31" fmla="*/ 1339711342 h 980"/>
                  <a:gd name="T32" fmla="*/ 239994893 w 601"/>
                  <a:gd name="T33" fmla="*/ 1312646318 h 980"/>
                  <a:gd name="T34" fmla="*/ 292823648 w 601"/>
                  <a:gd name="T35" fmla="*/ 1180329103 h 980"/>
                  <a:gd name="T36" fmla="*/ 253579255 w 601"/>
                  <a:gd name="T37" fmla="*/ 1020946864 h 980"/>
                  <a:gd name="T38" fmla="*/ 279239287 w 601"/>
                  <a:gd name="T39" fmla="*/ 636024391 h 980"/>
                  <a:gd name="T40" fmla="*/ 359236765 w 601"/>
                  <a:gd name="T41" fmla="*/ 610462707 h 980"/>
                  <a:gd name="T42" fmla="*/ 493572919 w 601"/>
                  <a:gd name="T43" fmla="*/ 663089415 h 980"/>
                  <a:gd name="T44" fmla="*/ 559987264 w 601"/>
                  <a:gd name="T45" fmla="*/ 569866397 h 980"/>
                  <a:gd name="T46" fmla="*/ 612816020 w 601"/>
                  <a:gd name="T47" fmla="*/ 503707176 h 980"/>
                  <a:gd name="T48" fmla="*/ 653569105 w 601"/>
                  <a:gd name="T49" fmla="*/ 530772200 h 980"/>
                  <a:gd name="T50" fmla="*/ 653569105 w 601"/>
                  <a:gd name="T51" fmla="*/ 542801372 h 980"/>
                  <a:gd name="T52" fmla="*/ 665644775 w 601"/>
                  <a:gd name="T53" fmla="*/ 556333884 h 980"/>
                  <a:gd name="T54" fmla="*/ 706397860 w 601"/>
                  <a:gd name="T55" fmla="*/ 542801372 h 980"/>
                  <a:gd name="T56" fmla="*/ 812056599 w 601"/>
                  <a:gd name="T57" fmla="*/ 503707176 h 980"/>
                  <a:gd name="T58" fmla="*/ 799980929 w 601"/>
                  <a:gd name="T59" fmla="*/ 437549181 h 980"/>
                  <a:gd name="T60" fmla="*/ 786396567 w 601"/>
                  <a:gd name="T61" fmla="*/ 145849727 h 980"/>
                  <a:gd name="T62" fmla="*/ 879979636 w 601"/>
                  <a:gd name="T63" fmla="*/ 171411411 h 980"/>
                  <a:gd name="T64" fmla="*/ 879979636 w 601"/>
                  <a:gd name="T65" fmla="*/ 198475209 h 980"/>
                  <a:gd name="T66" fmla="*/ 852809684 w 601"/>
                  <a:gd name="T67" fmla="*/ 344324937 h 980"/>
                  <a:gd name="T68" fmla="*/ 879979636 w 601"/>
                  <a:gd name="T69" fmla="*/ 410484157 h 980"/>
                  <a:gd name="T70" fmla="*/ 905638440 w 601"/>
                  <a:gd name="T71" fmla="*/ 490174664 h 980"/>
                  <a:gd name="T72" fmla="*/ 866394046 w 601"/>
                  <a:gd name="T73" fmla="*/ 583398909 h 980"/>
                  <a:gd name="T74" fmla="*/ 866394046 w 601"/>
                  <a:gd name="T75" fmla="*/ 596930195 h 980"/>
                  <a:gd name="T76" fmla="*/ 799980929 w 601"/>
                  <a:gd name="T77" fmla="*/ 636024391 h 980"/>
                  <a:gd name="T78" fmla="*/ 772812206 w 601"/>
                  <a:gd name="T79" fmla="*/ 649556903 h 980"/>
                  <a:gd name="T80" fmla="*/ 759227844 w 601"/>
                  <a:gd name="T81" fmla="*/ 663089415 h 980"/>
                  <a:gd name="T82" fmla="*/ 745642254 w 601"/>
                  <a:gd name="T83" fmla="*/ 702183612 h 980"/>
                  <a:gd name="T84" fmla="*/ 719983450 w 601"/>
                  <a:gd name="T85" fmla="*/ 742779922 h 980"/>
                  <a:gd name="T86" fmla="*/ 679229137 w 601"/>
                  <a:gd name="T87" fmla="*/ 742779922 h 980"/>
                  <a:gd name="T88" fmla="*/ 573571626 w 601"/>
                  <a:gd name="T89" fmla="*/ 808939142 h 980"/>
                  <a:gd name="T90" fmla="*/ 372821127 w 601"/>
                  <a:gd name="T91" fmla="*/ 795406630 h 980"/>
                  <a:gd name="T92" fmla="*/ 359236765 w 601"/>
                  <a:gd name="T93" fmla="*/ 836004167 h 980"/>
                  <a:gd name="T94" fmla="*/ 347161095 w 601"/>
                  <a:gd name="T95" fmla="*/ 888629649 h 980"/>
                  <a:gd name="T96" fmla="*/ 347161095 w 601"/>
                  <a:gd name="T97" fmla="*/ 1139731567 h 980"/>
                  <a:gd name="T98" fmla="*/ 359236765 w 601"/>
                  <a:gd name="T99" fmla="*/ 1193861615 h 980"/>
                  <a:gd name="T100" fmla="*/ 319992372 w 601"/>
                  <a:gd name="T101" fmla="*/ 1378804313 h 980"/>
                  <a:gd name="T102" fmla="*/ 279239287 w 601"/>
                  <a:gd name="T103" fmla="*/ 1458496045 h 980"/>
                  <a:gd name="T104" fmla="*/ 79998707 w 601"/>
                  <a:gd name="T105" fmla="*/ 1405869337 h 98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601" h="980">
                    <a:moveTo>
                      <a:pt x="53" y="935"/>
                    </a:moveTo>
                    <a:lnTo>
                      <a:pt x="53" y="935"/>
                    </a:lnTo>
                    <a:lnTo>
                      <a:pt x="53" y="926"/>
                    </a:lnTo>
                    <a:lnTo>
                      <a:pt x="44" y="917"/>
                    </a:lnTo>
                    <a:lnTo>
                      <a:pt x="35" y="900"/>
                    </a:lnTo>
                    <a:lnTo>
                      <a:pt x="27" y="891"/>
                    </a:lnTo>
                    <a:lnTo>
                      <a:pt x="27" y="873"/>
                    </a:lnTo>
                    <a:lnTo>
                      <a:pt x="18" y="838"/>
                    </a:lnTo>
                    <a:lnTo>
                      <a:pt x="18" y="803"/>
                    </a:lnTo>
                    <a:lnTo>
                      <a:pt x="27" y="758"/>
                    </a:lnTo>
                    <a:lnTo>
                      <a:pt x="27" y="723"/>
                    </a:lnTo>
                    <a:lnTo>
                      <a:pt x="18" y="653"/>
                    </a:lnTo>
                    <a:lnTo>
                      <a:pt x="9" y="644"/>
                    </a:lnTo>
                    <a:lnTo>
                      <a:pt x="9" y="600"/>
                    </a:lnTo>
                    <a:lnTo>
                      <a:pt x="9" y="573"/>
                    </a:lnTo>
                    <a:lnTo>
                      <a:pt x="9" y="538"/>
                    </a:lnTo>
                    <a:lnTo>
                      <a:pt x="0" y="432"/>
                    </a:lnTo>
                    <a:lnTo>
                      <a:pt x="0" y="317"/>
                    </a:lnTo>
                    <a:lnTo>
                      <a:pt x="0" y="203"/>
                    </a:lnTo>
                    <a:lnTo>
                      <a:pt x="0" y="114"/>
                    </a:lnTo>
                    <a:lnTo>
                      <a:pt x="0" y="70"/>
                    </a:lnTo>
                    <a:lnTo>
                      <a:pt x="0" y="61"/>
                    </a:lnTo>
                    <a:lnTo>
                      <a:pt x="0" y="26"/>
                    </a:lnTo>
                    <a:lnTo>
                      <a:pt x="9" y="8"/>
                    </a:lnTo>
                    <a:lnTo>
                      <a:pt x="18" y="0"/>
                    </a:lnTo>
                    <a:lnTo>
                      <a:pt x="35" y="8"/>
                    </a:lnTo>
                    <a:lnTo>
                      <a:pt x="53" y="17"/>
                    </a:lnTo>
                    <a:lnTo>
                      <a:pt x="62" y="53"/>
                    </a:lnTo>
                    <a:lnTo>
                      <a:pt x="71" y="79"/>
                    </a:lnTo>
                    <a:lnTo>
                      <a:pt x="71" y="194"/>
                    </a:lnTo>
                    <a:lnTo>
                      <a:pt x="71" y="256"/>
                    </a:lnTo>
                    <a:lnTo>
                      <a:pt x="71" y="344"/>
                    </a:lnTo>
                    <a:lnTo>
                      <a:pt x="80" y="432"/>
                    </a:lnTo>
                    <a:lnTo>
                      <a:pt x="80" y="511"/>
                    </a:lnTo>
                    <a:lnTo>
                      <a:pt x="80" y="591"/>
                    </a:lnTo>
                    <a:lnTo>
                      <a:pt x="88" y="653"/>
                    </a:lnTo>
                    <a:lnTo>
                      <a:pt x="97" y="723"/>
                    </a:lnTo>
                    <a:lnTo>
                      <a:pt x="97" y="758"/>
                    </a:lnTo>
                    <a:lnTo>
                      <a:pt x="88" y="785"/>
                    </a:lnTo>
                    <a:lnTo>
                      <a:pt x="88" y="811"/>
                    </a:lnTo>
                    <a:lnTo>
                      <a:pt x="80" y="820"/>
                    </a:lnTo>
                    <a:lnTo>
                      <a:pt x="88" y="856"/>
                    </a:lnTo>
                    <a:lnTo>
                      <a:pt x="97" y="873"/>
                    </a:lnTo>
                    <a:lnTo>
                      <a:pt x="124" y="891"/>
                    </a:lnTo>
                    <a:lnTo>
                      <a:pt x="150" y="891"/>
                    </a:lnTo>
                    <a:lnTo>
                      <a:pt x="159" y="873"/>
                    </a:lnTo>
                    <a:lnTo>
                      <a:pt x="185" y="829"/>
                    </a:lnTo>
                    <a:lnTo>
                      <a:pt x="194" y="785"/>
                    </a:lnTo>
                    <a:lnTo>
                      <a:pt x="185" y="767"/>
                    </a:lnTo>
                    <a:lnTo>
                      <a:pt x="185" y="750"/>
                    </a:lnTo>
                    <a:lnTo>
                      <a:pt x="168" y="723"/>
                    </a:lnTo>
                    <a:lnTo>
                      <a:pt x="168" y="679"/>
                    </a:lnTo>
                    <a:lnTo>
                      <a:pt x="185" y="441"/>
                    </a:lnTo>
                    <a:lnTo>
                      <a:pt x="185" y="423"/>
                    </a:lnTo>
                    <a:lnTo>
                      <a:pt x="194" y="406"/>
                    </a:lnTo>
                    <a:lnTo>
                      <a:pt x="212" y="406"/>
                    </a:lnTo>
                    <a:lnTo>
                      <a:pt x="238" y="406"/>
                    </a:lnTo>
                    <a:lnTo>
                      <a:pt x="265" y="423"/>
                    </a:lnTo>
                    <a:lnTo>
                      <a:pt x="300" y="432"/>
                    </a:lnTo>
                    <a:lnTo>
                      <a:pt x="327" y="441"/>
                    </a:lnTo>
                    <a:lnTo>
                      <a:pt x="344" y="432"/>
                    </a:lnTo>
                    <a:lnTo>
                      <a:pt x="353" y="423"/>
                    </a:lnTo>
                    <a:lnTo>
                      <a:pt x="362" y="406"/>
                    </a:lnTo>
                    <a:lnTo>
                      <a:pt x="371" y="379"/>
                    </a:lnTo>
                    <a:lnTo>
                      <a:pt x="380" y="353"/>
                    </a:lnTo>
                    <a:lnTo>
                      <a:pt x="388" y="344"/>
                    </a:lnTo>
                    <a:lnTo>
                      <a:pt x="406" y="335"/>
                    </a:lnTo>
                    <a:lnTo>
                      <a:pt x="415" y="344"/>
                    </a:lnTo>
                    <a:lnTo>
                      <a:pt x="433" y="353"/>
                    </a:lnTo>
                    <a:lnTo>
                      <a:pt x="433" y="361"/>
                    </a:lnTo>
                    <a:lnTo>
                      <a:pt x="441" y="361"/>
                    </a:lnTo>
                    <a:lnTo>
                      <a:pt x="441" y="370"/>
                    </a:lnTo>
                    <a:lnTo>
                      <a:pt x="450" y="370"/>
                    </a:lnTo>
                    <a:lnTo>
                      <a:pt x="468" y="361"/>
                    </a:lnTo>
                    <a:lnTo>
                      <a:pt x="486" y="353"/>
                    </a:lnTo>
                    <a:lnTo>
                      <a:pt x="538" y="335"/>
                    </a:lnTo>
                    <a:lnTo>
                      <a:pt x="530" y="308"/>
                    </a:lnTo>
                    <a:lnTo>
                      <a:pt x="530" y="291"/>
                    </a:lnTo>
                    <a:lnTo>
                      <a:pt x="512" y="203"/>
                    </a:lnTo>
                    <a:lnTo>
                      <a:pt x="512" y="158"/>
                    </a:lnTo>
                    <a:lnTo>
                      <a:pt x="512" y="106"/>
                    </a:lnTo>
                    <a:lnTo>
                      <a:pt x="521" y="97"/>
                    </a:lnTo>
                    <a:lnTo>
                      <a:pt x="530" y="97"/>
                    </a:lnTo>
                    <a:lnTo>
                      <a:pt x="583" y="114"/>
                    </a:lnTo>
                    <a:lnTo>
                      <a:pt x="591" y="123"/>
                    </a:lnTo>
                    <a:lnTo>
                      <a:pt x="591" y="132"/>
                    </a:lnTo>
                    <a:lnTo>
                      <a:pt x="583" y="132"/>
                    </a:lnTo>
                    <a:lnTo>
                      <a:pt x="574" y="150"/>
                    </a:lnTo>
                    <a:lnTo>
                      <a:pt x="565" y="167"/>
                    </a:lnTo>
                    <a:lnTo>
                      <a:pt x="565" y="194"/>
                    </a:lnTo>
                    <a:lnTo>
                      <a:pt x="565" y="229"/>
                    </a:lnTo>
                    <a:lnTo>
                      <a:pt x="574" y="238"/>
                    </a:lnTo>
                    <a:lnTo>
                      <a:pt x="583" y="273"/>
                    </a:lnTo>
                    <a:lnTo>
                      <a:pt x="591" y="291"/>
                    </a:lnTo>
                    <a:lnTo>
                      <a:pt x="591" y="308"/>
                    </a:lnTo>
                    <a:lnTo>
                      <a:pt x="600" y="326"/>
                    </a:lnTo>
                    <a:lnTo>
                      <a:pt x="591" y="353"/>
                    </a:lnTo>
                    <a:lnTo>
                      <a:pt x="574" y="388"/>
                    </a:lnTo>
                    <a:lnTo>
                      <a:pt x="574" y="397"/>
                    </a:lnTo>
                    <a:lnTo>
                      <a:pt x="565" y="406"/>
                    </a:lnTo>
                    <a:lnTo>
                      <a:pt x="547" y="414"/>
                    </a:lnTo>
                    <a:lnTo>
                      <a:pt x="530" y="423"/>
                    </a:lnTo>
                    <a:lnTo>
                      <a:pt x="512" y="432"/>
                    </a:lnTo>
                    <a:lnTo>
                      <a:pt x="503" y="441"/>
                    </a:lnTo>
                    <a:lnTo>
                      <a:pt x="494" y="467"/>
                    </a:lnTo>
                    <a:lnTo>
                      <a:pt x="494" y="476"/>
                    </a:lnTo>
                    <a:lnTo>
                      <a:pt x="486" y="485"/>
                    </a:lnTo>
                    <a:lnTo>
                      <a:pt x="477" y="494"/>
                    </a:lnTo>
                    <a:lnTo>
                      <a:pt x="459" y="494"/>
                    </a:lnTo>
                    <a:lnTo>
                      <a:pt x="450" y="494"/>
                    </a:lnTo>
                    <a:lnTo>
                      <a:pt x="441" y="494"/>
                    </a:lnTo>
                    <a:lnTo>
                      <a:pt x="406" y="485"/>
                    </a:lnTo>
                    <a:lnTo>
                      <a:pt x="380" y="538"/>
                    </a:lnTo>
                    <a:lnTo>
                      <a:pt x="371" y="547"/>
                    </a:lnTo>
                    <a:lnTo>
                      <a:pt x="362" y="547"/>
                    </a:lnTo>
                    <a:lnTo>
                      <a:pt x="247" y="511"/>
                    </a:lnTo>
                    <a:lnTo>
                      <a:pt x="247" y="529"/>
                    </a:lnTo>
                    <a:lnTo>
                      <a:pt x="238" y="547"/>
                    </a:lnTo>
                    <a:lnTo>
                      <a:pt x="238" y="556"/>
                    </a:lnTo>
                    <a:lnTo>
                      <a:pt x="230" y="573"/>
                    </a:lnTo>
                    <a:lnTo>
                      <a:pt x="230" y="591"/>
                    </a:lnTo>
                    <a:lnTo>
                      <a:pt x="212" y="635"/>
                    </a:lnTo>
                    <a:lnTo>
                      <a:pt x="212" y="679"/>
                    </a:lnTo>
                    <a:lnTo>
                      <a:pt x="212" y="714"/>
                    </a:lnTo>
                    <a:lnTo>
                      <a:pt x="230" y="758"/>
                    </a:lnTo>
                    <a:lnTo>
                      <a:pt x="238" y="776"/>
                    </a:lnTo>
                    <a:lnTo>
                      <a:pt x="238" y="785"/>
                    </a:lnTo>
                    <a:lnTo>
                      <a:pt x="238" y="794"/>
                    </a:lnTo>
                    <a:lnTo>
                      <a:pt x="238" y="838"/>
                    </a:lnTo>
                    <a:lnTo>
                      <a:pt x="221" y="891"/>
                    </a:lnTo>
                    <a:lnTo>
                      <a:pt x="212" y="917"/>
                    </a:lnTo>
                    <a:lnTo>
                      <a:pt x="203" y="944"/>
                    </a:lnTo>
                    <a:lnTo>
                      <a:pt x="185" y="970"/>
                    </a:lnTo>
                    <a:lnTo>
                      <a:pt x="177" y="979"/>
                    </a:lnTo>
                    <a:lnTo>
                      <a:pt x="106" y="970"/>
                    </a:lnTo>
                    <a:lnTo>
                      <a:pt x="80" y="961"/>
                    </a:lnTo>
                    <a:lnTo>
                      <a:pt x="53" y="935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9" name="Freeform 103"/>
              <p:cNvSpPr>
                <a:spLocks noChangeArrowheads="1"/>
              </p:cNvSpPr>
              <p:nvPr/>
            </p:nvSpPr>
            <p:spPr bwMode="auto">
              <a:xfrm>
                <a:off x="2705649" y="3568031"/>
                <a:ext cx="270915" cy="143563"/>
              </a:xfrm>
              <a:custGeom>
                <a:avLst/>
                <a:gdLst>
                  <a:gd name="T0" fmla="*/ 79645332 w 221"/>
                  <a:gd name="T1" fmla="*/ 0 h 116"/>
                  <a:gd name="T2" fmla="*/ 79645332 w 221"/>
                  <a:gd name="T3" fmla="*/ 0 h 116"/>
                  <a:gd name="T4" fmla="*/ 39070601 w 221"/>
                  <a:gd name="T5" fmla="*/ 0 h 116"/>
                  <a:gd name="T6" fmla="*/ 12022006 w 221"/>
                  <a:gd name="T7" fmla="*/ 13785761 h 116"/>
                  <a:gd name="T8" fmla="*/ 0 w 221"/>
                  <a:gd name="T9" fmla="*/ 39823881 h 116"/>
                  <a:gd name="T10" fmla="*/ 0 w 221"/>
                  <a:gd name="T11" fmla="*/ 67394165 h 116"/>
                  <a:gd name="T12" fmla="*/ 0 w 221"/>
                  <a:gd name="T13" fmla="*/ 67394165 h 116"/>
                  <a:gd name="T14" fmla="*/ 0 w 221"/>
                  <a:gd name="T15" fmla="*/ 94964449 h 116"/>
                  <a:gd name="T16" fmla="*/ 12022006 w 221"/>
                  <a:gd name="T17" fmla="*/ 121002570 h 116"/>
                  <a:gd name="T18" fmla="*/ 39070601 w 221"/>
                  <a:gd name="T19" fmla="*/ 134788330 h 116"/>
                  <a:gd name="T20" fmla="*/ 66120422 w 221"/>
                  <a:gd name="T21" fmla="*/ 134788330 h 116"/>
                  <a:gd name="T22" fmla="*/ 66120422 w 221"/>
                  <a:gd name="T23" fmla="*/ 134788330 h 116"/>
                  <a:gd name="T24" fmla="*/ 105191023 w 221"/>
                  <a:gd name="T25" fmla="*/ 121002570 h 116"/>
                  <a:gd name="T26" fmla="*/ 105191023 w 221"/>
                  <a:gd name="T27" fmla="*/ 121002570 h 116"/>
                  <a:gd name="T28" fmla="*/ 145764529 w 221"/>
                  <a:gd name="T29" fmla="*/ 121002570 h 116"/>
                  <a:gd name="T30" fmla="*/ 184836356 w 221"/>
                  <a:gd name="T31" fmla="*/ 134788330 h 116"/>
                  <a:gd name="T32" fmla="*/ 184836356 w 221"/>
                  <a:gd name="T33" fmla="*/ 134788330 h 116"/>
                  <a:gd name="T34" fmla="*/ 237431867 w 221"/>
                  <a:gd name="T35" fmla="*/ 162358614 h 116"/>
                  <a:gd name="T36" fmla="*/ 237431867 w 221"/>
                  <a:gd name="T37" fmla="*/ 162358614 h 116"/>
                  <a:gd name="T38" fmla="*/ 264480462 w 221"/>
                  <a:gd name="T39" fmla="*/ 176143138 h 116"/>
                  <a:gd name="T40" fmla="*/ 291530283 w 221"/>
                  <a:gd name="T41" fmla="*/ 162358614 h 116"/>
                  <a:gd name="T42" fmla="*/ 317075974 w 221"/>
                  <a:gd name="T43" fmla="*/ 148572854 h 116"/>
                  <a:gd name="T44" fmla="*/ 330600884 w 221"/>
                  <a:gd name="T45" fmla="*/ 121002570 h 116"/>
                  <a:gd name="T46" fmla="*/ 330600884 w 221"/>
                  <a:gd name="T47" fmla="*/ 121002570 h 116"/>
                  <a:gd name="T48" fmla="*/ 330600884 w 221"/>
                  <a:gd name="T49" fmla="*/ 94964449 h 116"/>
                  <a:gd name="T50" fmla="*/ 317075974 w 221"/>
                  <a:gd name="T51" fmla="*/ 81178688 h 116"/>
                  <a:gd name="T52" fmla="*/ 317075974 w 221"/>
                  <a:gd name="T53" fmla="*/ 81178688 h 116"/>
                  <a:gd name="T54" fmla="*/ 291530283 w 221"/>
                  <a:gd name="T55" fmla="*/ 53608404 h 116"/>
                  <a:gd name="T56" fmla="*/ 250956778 w 221"/>
                  <a:gd name="T57" fmla="*/ 27570284 h 116"/>
                  <a:gd name="T58" fmla="*/ 250956778 w 221"/>
                  <a:gd name="T59" fmla="*/ 27570284 h 116"/>
                  <a:gd name="T60" fmla="*/ 79645332 w 221"/>
                  <a:gd name="T61" fmla="*/ 0 h 11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221" h="116">
                    <a:moveTo>
                      <a:pt x="53" y="0"/>
                    </a:moveTo>
                    <a:lnTo>
                      <a:pt x="53" y="0"/>
                    </a:lnTo>
                    <a:lnTo>
                      <a:pt x="26" y="0"/>
                    </a:lnTo>
                    <a:lnTo>
                      <a:pt x="8" y="9"/>
                    </a:lnTo>
                    <a:lnTo>
                      <a:pt x="0" y="26"/>
                    </a:lnTo>
                    <a:lnTo>
                      <a:pt x="0" y="44"/>
                    </a:lnTo>
                    <a:lnTo>
                      <a:pt x="0" y="62"/>
                    </a:lnTo>
                    <a:lnTo>
                      <a:pt x="8" y="79"/>
                    </a:lnTo>
                    <a:lnTo>
                      <a:pt x="26" y="88"/>
                    </a:lnTo>
                    <a:lnTo>
                      <a:pt x="44" y="88"/>
                    </a:lnTo>
                    <a:lnTo>
                      <a:pt x="70" y="79"/>
                    </a:lnTo>
                    <a:lnTo>
                      <a:pt x="97" y="79"/>
                    </a:lnTo>
                    <a:lnTo>
                      <a:pt x="123" y="88"/>
                    </a:lnTo>
                    <a:lnTo>
                      <a:pt x="158" y="106"/>
                    </a:lnTo>
                    <a:lnTo>
                      <a:pt x="176" y="115"/>
                    </a:lnTo>
                    <a:lnTo>
                      <a:pt x="194" y="106"/>
                    </a:lnTo>
                    <a:lnTo>
                      <a:pt x="211" y="97"/>
                    </a:lnTo>
                    <a:lnTo>
                      <a:pt x="220" y="79"/>
                    </a:lnTo>
                    <a:lnTo>
                      <a:pt x="220" y="62"/>
                    </a:lnTo>
                    <a:lnTo>
                      <a:pt x="211" y="53"/>
                    </a:lnTo>
                    <a:lnTo>
                      <a:pt x="194" y="35"/>
                    </a:lnTo>
                    <a:lnTo>
                      <a:pt x="167" y="18"/>
                    </a:lnTo>
                    <a:lnTo>
                      <a:pt x="53" y="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0" name="Freeform 104"/>
              <p:cNvSpPr>
                <a:spLocks noChangeArrowheads="1"/>
              </p:cNvSpPr>
              <p:nvPr/>
            </p:nvSpPr>
            <p:spPr bwMode="auto">
              <a:xfrm>
                <a:off x="2944692" y="3291536"/>
                <a:ext cx="132799" cy="95710"/>
              </a:xfrm>
              <a:custGeom>
                <a:avLst/>
                <a:gdLst>
                  <a:gd name="T0" fmla="*/ 163278232 w 107"/>
                  <a:gd name="T1" fmla="*/ 50095810 h 80"/>
                  <a:gd name="T2" fmla="*/ 163278232 w 107"/>
                  <a:gd name="T3" fmla="*/ 50095810 h 80"/>
                  <a:gd name="T4" fmla="*/ 135551787 w 107"/>
                  <a:gd name="T5" fmla="*/ 24331875 h 80"/>
                  <a:gd name="T6" fmla="*/ 107825341 w 107"/>
                  <a:gd name="T7" fmla="*/ 11450505 h 80"/>
                  <a:gd name="T8" fmla="*/ 67775893 w 107"/>
                  <a:gd name="T9" fmla="*/ 0 h 80"/>
                  <a:gd name="T10" fmla="*/ 40049448 w 107"/>
                  <a:gd name="T11" fmla="*/ 11450505 h 80"/>
                  <a:gd name="T12" fmla="*/ 40049448 w 107"/>
                  <a:gd name="T13" fmla="*/ 11450505 h 80"/>
                  <a:gd name="T14" fmla="*/ 0 w 107"/>
                  <a:gd name="T15" fmla="*/ 37214441 h 80"/>
                  <a:gd name="T16" fmla="*/ 0 w 107"/>
                  <a:gd name="T17" fmla="*/ 87310251 h 80"/>
                  <a:gd name="T18" fmla="*/ 0 w 107"/>
                  <a:gd name="T19" fmla="*/ 87310251 h 80"/>
                  <a:gd name="T20" fmla="*/ 53912671 w 107"/>
                  <a:gd name="T21" fmla="*/ 113074187 h 80"/>
                  <a:gd name="T22" fmla="*/ 81639116 w 107"/>
                  <a:gd name="T23" fmla="*/ 113074187 h 80"/>
                  <a:gd name="T24" fmla="*/ 121688564 w 107"/>
                  <a:gd name="T25" fmla="*/ 87310251 h 80"/>
                  <a:gd name="T26" fmla="*/ 163278232 w 107"/>
                  <a:gd name="T27" fmla="*/ 50095810 h 8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7" h="80">
                    <a:moveTo>
                      <a:pt x="106" y="35"/>
                    </a:moveTo>
                    <a:lnTo>
                      <a:pt x="106" y="35"/>
                    </a:lnTo>
                    <a:lnTo>
                      <a:pt x="88" y="17"/>
                    </a:lnTo>
                    <a:lnTo>
                      <a:pt x="70" y="8"/>
                    </a:lnTo>
                    <a:lnTo>
                      <a:pt x="44" y="0"/>
                    </a:lnTo>
                    <a:lnTo>
                      <a:pt x="26" y="8"/>
                    </a:lnTo>
                    <a:lnTo>
                      <a:pt x="0" y="26"/>
                    </a:lnTo>
                    <a:lnTo>
                      <a:pt x="0" y="61"/>
                    </a:lnTo>
                    <a:lnTo>
                      <a:pt x="35" y="79"/>
                    </a:lnTo>
                    <a:lnTo>
                      <a:pt x="53" y="79"/>
                    </a:lnTo>
                    <a:lnTo>
                      <a:pt x="79" y="61"/>
                    </a:lnTo>
                    <a:lnTo>
                      <a:pt x="106" y="35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1" name="Freeform 105"/>
              <p:cNvSpPr>
                <a:spLocks noChangeArrowheads="1"/>
              </p:cNvSpPr>
              <p:nvPr/>
            </p:nvSpPr>
            <p:spPr bwMode="auto">
              <a:xfrm>
                <a:off x="2663153" y="3302170"/>
                <a:ext cx="100930" cy="74441"/>
              </a:xfrm>
              <a:custGeom>
                <a:avLst/>
                <a:gdLst>
                  <a:gd name="T0" fmla="*/ 68315903 w 81"/>
                  <a:gd name="T1" fmla="*/ 86563067 h 63"/>
                  <a:gd name="T2" fmla="*/ 68315903 w 81"/>
                  <a:gd name="T3" fmla="*/ 86563067 h 63"/>
                  <a:gd name="T4" fmla="*/ 82290347 w 81"/>
                  <a:gd name="T5" fmla="*/ 73997899 h 63"/>
                  <a:gd name="T6" fmla="*/ 110237989 w 81"/>
                  <a:gd name="T7" fmla="*/ 73997899 h 63"/>
                  <a:gd name="T8" fmla="*/ 110237989 w 81"/>
                  <a:gd name="T9" fmla="*/ 50263036 h 63"/>
                  <a:gd name="T10" fmla="*/ 124211187 w 81"/>
                  <a:gd name="T11" fmla="*/ 37696686 h 63"/>
                  <a:gd name="T12" fmla="*/ 124211187 w 81"/>
                  <a:gd name="T13" fmla="*/ 37696686 h 63"/>
                  <a:gd name="T14" fmla="*/ 110237989 w 81"/>
                  <a:gd name="T15" fmla="*/ 25131518 h 63"/>
                  <a:gd name="T16" fmla="*/ 96263545 w 81"/>
                  <a:gd name="T17" fmla="*/ 12565168 h 63"/>
                  <a:gd name="T18" fmla="*/ 68315903 w 81"/>
                  <a:gd name="T19" fmla="*/ 0 h 63"/>
                  <a:gd name="T20" fmla="*/ 68315903 w 81"/>
                  <a:gd name="T21" fmla="*/ 0 h 63"/>
                  <a:gd name="T22" fmla="*/ 27947642 w 81"/>
                  <a:gd name="T23" fmla="*/ 12565168 h 63"/>
                  <a:gd name="T24" fmla="*/ 0 w 81"/>
                  <a:gd name="T25" fmla="*/ 37696686 h 63"/>
                  <a:gd name="T26" fmla="*/ 0 w 81"/>
                  <a:gd name="T27" fmla="*/ 37696686 h 63"/>
                  <a:gd name="T28" fmla="*/ 13973198 w 81"/>
                  <a:gd name="T29" fmla="*/ 61432731 h 63"/>
                  <a:gd name="T30" fmla="*/ 13973198 w 81"/>
                  <a:gd name="T31" fmla="*/ 73997899 h 63"/>
                  <a:gd name="T32" fmla="*/ 68315903 w 81"/>
                  <a:gd name="T33" fmla="*/ 86563067 h 63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1" h="63">
                    <a:moveTo>
                      <a:pt x="44" y="62"/>
                    </a:moveTo>
                    <a:lnTo>
                      <a:pt x="44" y="62"/>
                    </a:lnTo>
                    <a:lnTo>
                      <a:pt x="53" y="53"/>
                    </a:lnTo>
                    <a:lnTo>
                      <a:pt x="71" y="53"/>
                    </a:lnTo>
                    <a:lnTo>
                      <a:pt x="71" y="36"/>
                    </a:lnTo>
                    <a:lnTo>
                      <a:pt x="80" y="27"/>
                    </a:lnTo>
                    <a:lnTo>
                      <a:pt x="71" y="18"/>
                    </a:lnTo>
                    <a:lnTo>
                      <a:pt x="62" y="9"/>
                    </a:lnTo>
                    <a:lnTo>
                      <a:pt x="44" y="0"/>
                    </a:lnTo>
                    <a:lnTo>
                      <a:pt x="18" y="9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9" y="53"/>
                    </a:lnTo>
                    <a:lnTo>
                      <a:pt x="44" y="62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2" name="Freeform 106"/>
              <p:cNvSpPr>
                <a:spLocks noChangeArrowheads="1"/>
              </p:cNvSpPr>
              <p:nvPr/>
            </p:nvSpPr>
            <p:spPr bwMode="auto">
              <a:xfrm>
                <a:off x="4936703" y="3222410"/>
                <a:ext cx="409028" cy="196739"/>
              </a:xfrm>
              <a:custGeom>
                <a:avLst/>
                <a:gdLst>
                  <a:gd name="T0" fmla="*/ 494977284 w 337"/>
                  <a:gd name="T1" fmla="*/ 93392869 h 159"/>
                  <a:gd name="T2" fmla="*/ 494977284 w 337"/>
                  <a:gd name="T3" fmla="*/ 93392869 h 159"/>
                  <a:gd name="T4" fmla="*/ 481719679 w 337"/>
                  <a:gd name="T5" fmla="*/ 120952415 h 159"/>
                  <a:gd name="T6" fmla="*/ 481719679 w 337"/>
                  <a:gd name="T7" fmla="*/ 148510723 h 159"/>
                  <a:gd name="T8" fmla="*/ 430159090 w 337"/>
                  <a:gd name="T9" fmla="*/ 188317581 h 159"/>
                  <a:gd name="T10" fmla="*/ 352082078 w 337"/>
                  <a:gd name="T11" fmla="*/ 229656281 h 159"/>
                  <a:gd name="T12" fmla="*/ 260747461 w 337"/>
                  <a:gd name="T13" fmla="*/ 241904830 h 159"/>
                  <a:gd name="T14" fmla="*/ 260747461 w 337"/>
                  <a:gd name="T15" fmla="*/ 241904830 h 159"/>
                  <a:gd name="T16" fmla="*/ 156154025 w 337"/>
                  <a:gd name="T17" fmla="*/ 241904830 h 159"/>
                  <a:gd name="T18" fmla="*/ 78077012 w 337"/>
                  <a:gd name="T19" fmla="*/ 215877126 h 159"/>
                  <a:gd name="T20" fmla="*/ 26516423 w 337"/>
                  <a:gd name="T21" fmla="*/ 188317581 h 159"/>
                  <a:gd name="T22" fmla="*/ 13258819 w 337"/>
                  <a:gd name="T23" fmla="*/ 160759273 h 159"/>
                  <a:gd name="T24" fmla="*/ 0 w 337"/>
                  <a:gd name="T25" fmla="*/ 148510723 h 159"/>
                  <a:gd name="T26" fmla="*/ 0 w 337"/>
                  <a:gd name="T27" fmla="*/ 148510723 h 159"/>
                  <a:gd name="T28" fmla="*/ 0 w 337"/>
                  <a:gd name="T29" fmla="*/ 120952415 h 159"/>
                  <a:gd name="T30" fmla="*/ 13258819 w 337"/>
                  <a:gd name="T31" fmla="*/ 93392869 h 159"/>
                  <a:gd name="T32" fmla="*/ 64818194 w 337"/>
                  <a:gd name="T33" fmla="*/ 53586012 h 159"/>
                  <a:gd name="T34" fmla="*/ 142895206 w 337"/>
                  <a:gd name="T35" fmla="*/ 12248549 h 159"/>
                  <a:gd name="T36" fmla="*/ 234231037 w 337"/>
                  <a:gd name="T37" fmla="*/ 0 h 159"/>
                  <a:gd name="T38" fmla="*/ 234231037 w 337"/>
                  <a:gd name="T39" fmla="*/ 0 h 159"/>
                  <a:gd name="T40" fmla="*/ 338824473 w 337"/>
                  <a:gd name="T41" fmla="*/ 0 h 159"/>
                  <a:gd name="T42" fmla="*/ 416900272 w 337"/>
                  <a:gd name="T43" fmla="*/ 26027704 h 159"/>
                  <a:gd name="T44" fmla="*/ 468460861 w 337"/>
                  <a:gd name="T45" fmla="*/ 53586012 h 159"/>
                  <a:gd name="T46" fmla="*/ 481719679 w 337"/>
                  <a:gd name="T47" fmla="*/ 81145557 h 159"/>
                  <a:gd name="T48" fmla="*/ 494977284 w 337"/>
                  <a:gd name="T49" fmla="*/ 93392869 h 1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37" h="159">
                    <a:moveTo>
                      <a:pt x="336" y="61"/>
                    </a:moveTo>
                    <a:lnTo>
                      <a:pt x="336" y="61"/>
                    </a:lnTo>
                    <a:lnTo>
                      <a:pt x="327" y="79"/>
                    </a:lnTo>
                    <a:lnTo>
                      <a:pt x="327" y="97"/>
                    </a:lnTo>
                    <a:lnTo>
                      <a:pt x="292" y="123"/>
                    </a:lnTo>
                    <a:lnTo>
                      <a:pt x="239" y="150"/>
                    </a:lnTo>
                    <a:lnTo>
                      <a:pt x="177" y="158"/>
                    </a:lnTo>
                    <a:lnTo>
                      <a:pt x="106" y="158"/>
                    </a:lnTo>
                    <a:lnTo>
                      <a:pt x="53" y="141"/>
                    </a:lnTo>
                    <a:lnTo>
                      <a:pt x="18" y="123"/>
                    </a:lnTo>
                    <a:lnTo>
                      <a:pt x="9" y="105"/>
                    </a:lnTo>
                    <a:lnTo>
                      <a:pt x="0" y="97"/>
                    </a:lnTo>
                    <a:lnTo>
                      <a:pt x="0" y="79"/>
                    </a:lnTo>
                    <a:lnTo>
                      <a:pt x="9" y="61"/>
                    </a:lnTo>
                    <a:lnTo>
                      <a:pt x="44" y="35"/>
                    </a:lnTo>
                    <a:lnTo>
                      <a:pt x="97" y="8"/>
                    </a:lnTo>
                    <a:lnTo>
                      <a:pt x="159" y="0"/>
                    </a:lnTo>
                    <a:lnTo>
                      <a:pt x="230" y="0"/>
                    </a:lnTo>
                    <a:lnTo>
                      <a:pt x="283" y="17"/>
                    </a:lnTo>
                    <a:lnTo>
                      <a:pt x="318" y="35"/>
                    </a:lnTo>
                    <a:lnTo>
                      <a:pt x="327" y="53"/>
                    </a:lnTo>
                    <a:lnTo>
                      <a:pt x="336" y="6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3" name="Freeform 107"/>
              <p:cNvSpPr>
                <a:spLocks noChangeArrowheads="1"/>
              </p:cNvSpPr>
              <p:nvPr/>
            </p:nvSpPr>
            <p:spPr bwMode="auto">
              <a:xfrm>
                <a:off x="4687039" y="3514859"/>
                <a:ext cx="345280" cy="186101"/>
              </a:xfrm>
              <a:custGeom>
                <a:avLst/>
                <a:gdLst>
                  <a:gd name="T0" fmla="*/ 418304288 w 284"/>
                  <a:gd name="T1" fmla="*/ 94174501 h 151"/>
                  <a:gd name="T2" fmla="*/ 418304288 w 284"/>
                  <a:gd name="T3" fmla="*/ 94174501 h 151"/>
                  <a:gd name="T4" fmla="*/ 418304288 w 284"/>
                  <a:gd name="T5" fmla="*/ 119996939 h 151"/>
                  <a:gd name="T6" fmla="*/ 405001282 w 284"/>
                  <a:gd name="T7" fmla="*/ 147337764 h 151"/>
                  <a:gd name="T8" fmla="*/ 365092264 w 284"/>
                  <a:gd name="T9" fmla="*/ 174679821 h 151"/>
                  <a:gd name="T10" fmla="*/ 300055615 w 284"/>
                  <a:gd name="T11" fmla="*/ 214171440 h 151"/>
                  <a:gd name="T12" fmla="*/ 221715959 w 284"/>
                  <a:gd name="T13" fmla="*/ 227843085 h 151"/>
                  <a:gd name="T14" fmla="*/ 221715959 w 284"/>
                  <a:gd name="T15" fmla="*/ 227843085 h 151"/>
                  <a:gd name="T16" fmla="*/ 131551680 w 284"/>
                  <a:gd name="T17" fmla="*/ 227843085 h 151"/>
                  <a:gd name="T18" fmla="*/ 66515031 w 284"/>
                  <a:gd name="T19" fmla="*/ 200501027 h 151"/>
                  <a:gd name="T20" fmla="*/ 13303006 w 284"/>
                  <a:gd name="T21" fmla="*/ 174679821 h 151"/>
                  <a:gd name="T22" fmla="*/ 0 w 284"/>
                  <a:gd name="T23" fmla="*/ 161008176 h 151"/>
                  <a:gd name="T24" fmla="*/ 0 w 284"/>
                  <a:gd name="T25" fmla="*/ 133667351 h 151"/>
                  <a:gd name="T26" fmla="*/ 0 w 284"/>
                  <a:gd name="T27" fmla="*/ 133667351 h 151"/>
                  <a:gd name="T28" fmla="*/ 0 w 284"/>
                  <a:gd name="T29" fmla="*/ 106326526 h 151"/>
                  <a:gd name="T30" fmla="*/ 13303006 w 284"/>
                  <a:gd name="T31" fmla="*/ 94174501 h 151"/>
                  <a:gd name="T32" fmla="*/ 53212025 w 284"/>
                  <a:gd name="T33" fmla="*/ 53163263 h 151"/>
                  <a:gd name="T34" fmla="*/ 118248674 w 284"/>
                  <a:gd name="T35" fmla="*/ 25822438 h 151"/>
                  <a:gd name="T36" fmla="*/ 196588329 w 284"/>
                  <a:gd name="T37" fmla="*/ 0 h 151"/>
                  <a:gd name="T38" fmla="*/ 196588329 w 284"/>
                  <a:gd name="T39" fmla="*/ 0 h 151"/>
                  <a:gd name="T40" fmla="*/ 288230990 w 284"/>
                  <a:gd name="T41" fmla="*/ 13670413 h 151"/>
                  <a:gd name="T42" fmla="*/ 353267639 w 284"/>
                  <a:gd name="T43" fmla="*/ 25822438 h 151"/>
                  <a:gd name="T44" fmla="*/ 405001282 w 284"/>
                  <a:gd name="T45" fmla="*/ 53163263 h 151"/>
                  <a:gd name="T46" fmla="*/ 418304288 w 284"/>
                  <a:gd name="T47" fmla="*/ 80504088 h 151"/>
                  <a:gd name="T48" fmla="*/ 418304288 w 284"/>
                  <a:gd name="T49" fmla="*/ 94174501 h 15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84" h="151">
                    <a:moveTo>
                      <a:pt x="283" y="62"/>
                    </a:moveTo>
                    <a:lnTo>
                      <a:pt x="283" y="62"/>
                    </a:lnTo>
                    <a:lnTo>
                      <a:pt x="283" y="79"/>
                    </a:lnTo>
                    <a:lnTo>
                      <a:pt x="274" y="97"/>
                    </a:lnTo>
                    <a:lnTo>
                      <a:pt x="247" y="115"/>
                    </a:lnTo>
                    <a:lnTo>
                      <a:pt x="203" y="141"/>
                    </a:lnTo>
                    <a:lnTo>
                      <a:pt x="150" y="150"/>
                    </a:lnTo>
                    <a:lnTo>
                      <a:pt x="89" y="150"/>
                    </a:lnTo>
                    <a:lnTo>
                      <a:pt x="45" y="132"/>
                    </a:lnTo>
                    <a:lnTo>
                      <a:pt x="9" y="115"/>
                    </a:lnTo>
                    <a:lnTo>
                      <a:pt x="0" y="106"/>
                    </a:lnTo>
                    <a:lnTo>
                      <a:pt x="0" y="88"/>
                    </a:lnTo>
                    <a:lnTo>
                      <a:pt x="0" y="70"/>
                    </a:lnTo>
                    <a:lnTo>
                      <a:pt x="9" y="62"/>
                    </a:lnTo>
                    <a:lnTo>
                      <a:pt x="36" y="35"/>
                    </a:lnTo>
                    <a:lnTo>
                      <a:pt x="80" y="17"/>
                    </a:lnTo>
                    <a:lnTo>
                      <a:pt x="133" y="0"/>
                    </a:lnTo>
                    <a:lnTo>
                      <a:pt x="195" y="9"/>
                    </a:lnTo>
                    <a:lnTo>
                      <a:pt x="239" y="17"/>
                    </a:lnTo>
                    <a:lnTo>
                      <a:pt x="274" y="35"/>
                    </a:lnTo>
                    <a:lnTo>
                      <a:pt x="283" y="53"/>
                    </a:lnTo>
                    <a:lnTo>
                      <a:pt x="283" y="6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4" name="Freeform 108"/>
              <p:cNvSpPr>
                <a:spLocks noChangeArrowheads="1"/>
              </p:cNvSpPr>
              <p:nvPr/>
            </p:nvSpPr>
            <p:spPr bwMode="auto">
              <a:xfrm>
                <a:off x="4134587" y="3137334"/>
                <a:ext cx="1280198" cy="919881"/>
              </a:xfrm>
              <a:custGeom>
                <a:avLst/>
                <a:gdLst>
                  <a:gd name="T0" fmla="*/ 691509444 w 1043"/>
                  <a:gd name="T1" fmla="*/ 1111735595 h 751"/>
                  <a:gd name="T2" fmla="*/ 757798661 w 1043"/>
                  <a:gd name="T3" fmla="*/ 1125238615 h 751"/>
                  <a:gd name="T4" fmla="*/ 1010899820 w 1043"/>
                  <a:gd name="T5" fmla="*/ 1086230026 h 751"/>
                  <a:gd name="T6" fmla="*/ 1129917729 w 1043"/>
                  <a:gd name="T7" fmla="*/ 979707561 h 751"/>
                  <a:gd name="T8" fmla="*/ 1117865702 w 1043"/>
                  <a:gd name="T9" fmla="*/ 886688117 h 751"/>
                  <a:gd name="T10" fmla="*/ 1117865702 w 1043"/>
                  <a:gd name="T11" fmla="*/ 847679528 h 751"/>
                  <a:gd name="T12" fmla="*/ 1143477027 w 1043"/>
                  <a:gd name="T13" fmla="*/ 754660083 h 751"/>
                  <a:gd name="T14" fmla="*/ 1157036324 w 1043"/>
                  <a:gd name="T15" fmla="*/ 702148474 h 751"/>
                  <a:gd name="T16" fmla="*/ 1170595622 w 1043"/>
                  <a:gd name="T17" fmla="*/ 556618646 h 751"/>
                  <a:gd name="T18" fmla="*/ 1143477027 w 1043"/>
                  <a:gd name="T19" fmla="*/ 463597976 h 751"/>
                  <a:gd name="T20" fmla="*/ 1129917729 w 1043"/>
                  <a:gd name="T21" fmla="*/ 436593161 h 751"/>
                  <a:gd name="T22" fmla="*/ 1170595622 w 1043"/>
                  <a:gd name="T23" fmla="*/ 423090141 h 751"/>
                  <a:gd name="T24" fmla="*/ 1449308105 w 1043"/>
                  <a:gd name="T25" fmla="*/ 343572491 h 751"/>
                  <a:gd name="T26" fmla="*/ 1556273987 w 1043"/>
                  <a:gd name="T27" fmla="*/ 291062107 h 751"/>
                  <a:gd name="T28" fmla="*/ 1556273987 w 1043"/>
                  <a:gd name="T29" fmla="*/ 132028033 h 751"/>
                  <a:gd name="T30" fmla="*/ 1462867403 w 1043"/>
                  <a:gd name="T31" fmla="*/ 39008589 h 751"/>
                  <a:gd name="T32" fmla="*/ 1410137483 w 1043"/>
                  <a:gd name="T33" fmla="*/ 27006040 h 751"/>
                  <a:gd name="T34" fmla="*/ 1236883611 w 1043"/>
                  <a:gd name="T35" fmla="*/ 0 h 751"/>
                  <a:gd name="T36" fmla="*/ 1117865702 w 1043"/>
                  <a:gd name="T37" fmla="*/ 27006040 h 751"/>
                  <a:gd name="T38" fmla="*/ 812034624 w 1043"/>
                  <a:gd name="T39" fmla="*/ 132028033 h 751"/>
                  <a:gd name="T40" fmla="*/ 611662157 w 1043"/>
                  <a:gd name="T41" fmla="*/ 198041438 h 751"/>
                  <a:gd name="T42" fmla="*/ 399237663 w 1043"/>
                  <a:gd name="T43" fmla="*/ 238550498 h 751"/>
                  <a:gd name="T44" fmla="*/ 213930537 w 1043"/>
                  <a:gd name="T45" fmla="*/ 238550498 h 751"/>
                  <a:gd name="T46" fmla="*/ 186813169 w 1043"/>
                  <a:gd name="T47" fmla="*/ 238550498 h 751"/>
                  <a:gd name="T48" fmla="*/ 134083250 w 1043"/>
                  <a:gd name="T49" fmla="*/ 264056067 h 751"/>
                  <a:gd name="T50" fmla="*/ 40676665 w 1043"/>
                  <a:gd name="T51" fmla="*/ 277559087 h 751"/>
                  <a:gd name="T52" fmla="*/ 0 w 1043"/>
                  <a:gd name="T53" fmla="*/ 318066923 h 751"/>
                  <a:gd name="T54" fmla="*/ 13559298 w 1043"/>
                  <a:gd name="T55" fmla="*/ 357075511 h 751"/>
                  <a:gd name="T56" fmla="*/ 106965882 w 1043"/>
                  <a:gd name="T57" fmla="*/ 370578532 h 751"/>
                  <a:gd name="T58" fmla="*/ 305831078 w 1043"/>
                  <a:gd name="T59" fmla="*/ 343572491 h 751"/>
                  <a:gd name="T60" fmla="*/ 492644248 w 1043"/>
                  <a:gd name="T61" fmla="*/ 343572491 h 751"/>
                  <a:gd name="T62" fmla="*/ 545374167 w 1043"/>
                  <a:gd name="T63" fmla="*/ 331569943 h 751"/>
                  <a:gd name="T64" fmla="*/ 917493235 w 1043"/>
                  <a:gd name="T65" fmla="*/ 225047478 h 751"/>
                  <a:gd name="T66" fmla="*/ 971729198 w 1043"/>
                  <a:gd name="T67" fmla="*/ 211544458 h 751"/>
                  <a:gd name="T68" fmla="*/ 1090747107 w 1043"/>
                  <a:gd name="T69" fmla="*/ 159034074 h 751"/>
                  <a:gd name="T70" fmla="*/ 1355901521 w 1043"/>
                  <a:gd name="T71" fmla="*/ 145531054 h 751"/>
                  <a:gd name="T72" fmla="*/ 1383020116 w 1043"/>
                  <a:gd name="T73" fmla="*/ 159034074 h 751"/>
                  <a:gd name="T74" fmla="*/ 1462867403 w 1043"/>
                  <a:gd name="T75" fmla="*/ 186038889 h 751"/>
                  <a:gd name="T76" fmla="*/ 1330290196 w 1043"/>
                  <a:gd name="T77" fmla="*/ 252053518 h 751"/>
                  <a:gd name="T78" fmla="*/ 1157036324 w 1043"/>
                  <a:gd name="T79" fmla="*/ 291062107 h 751"/>
                  <a:gd name="T80" fmla="*/ 944611831 w 1043"/>
                  <a:gd name="T81" fmla="*/ 397584572 h 751"/>
                  <a:gd name="T82" fmla="*/ 958169901 w 1043"/>
                  <a:gd name="T83" fmla="*/ 477100996 h 751"/>
                  <a:gd name="T84" fmla="*/ 1050070442 w 1043"/>
                  <a:gd name="T85" fmla="*/ 516109585 h 751"/>
                  <a:gd name="T86" fmla="*/ 1077189037 w 1043"/>
                  <a:gd name="T87" fmla="*/ 556618646 h 751"/>
                  <a:gd name="T88" fmla="*/ 1077189037 w 1043"/>
                  <a:gd name="T89" fmla="*/ 595626010 h 751"/>
                  <a:gd name="T90" fmla="*/ 1010899820 w 1043"/>
                  <a:gd name="T91" fmla="*/ 609129030 h 751"/>
                  <a:gd name="T92" fmla="*/ 917493235 w 1043"/>
                  <a:gd name="T93" fmla="*/ 714151023 h 751"/>
                  <a:gd name="T94" fmla="*/ 903933938 w 1043"/>
                  <a:gd name="T95" fmla="*/ 847679528 h 751"/>
                  <a:gd name="T96" fmla="*/ 971729198 w 1043"/>
                  <a:gd name="T97" fmla="*/ 927197177 h 751"/>
                  <a:gd name="T98" fmla="*/ 983782453 w 1043"/>
                  <a:gd name="T99" fmla="*/ 952702746 h 751"/>
                  <a:gd name="T100" fmla="*/ 891881911 w 1043"/>
                  <a:gd name="T101" fmla="*/ 993210582 h 751"/>
                  <a:gd name="T102" fmla="*/ 558932237 w 1043"/>
                  <a:gd name="T103" fmla="*/ 1006713602 h 751"/>
                  <a:gd name="T104" fmla="*/ 572491535 w 1043"/>
                  <a:gd name="T105" fmla="*/ 1032219170 h 751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1043" h="751">
                    <a:moveTo>
                      <a:pt x="442" y="741"/>
                    </a:moveTo>
                    <a:lnTo>
                      <a:pt x="442" y="741"/>
                    </a:lnTo>
                    <a:lnTo>
                      <a:pt x="459" y="741"/>
                    </a:lnTo>
                    <a:lnTo>
                      <a:pt x="468" y="750"/>
                    </a:lnTo>
                    <a:lnTo>
                      <a:pt x="503" y="750"/>
                    </a:lnTo>
                    <a:lnTo>
                      <a:pt x="574" y="741"/>
                    </a:lnTo>
                    <a:lnTo>
                      <a:pt x="627" y="741"/>
                    </a:lnTo>
                    <a:lnTo>
                      <a:pt x="671" y="724"/>
                    </a:lnTo>
                    <a:lnTo>
                      <a:pt x="706" y="706"/>
                    </a:lnTo>
                    <a:lnTo>
                      <a:pt x="742" y="671"/>
                    </a:lnTo>
                    <a:lnTo>
                      <a:pt x="750" y="653"/>
                    </a:lnTo>
                    <a:lnTo>
                      <a:pt x="750" y="635"/>
                    </a:lnTo>
                    <a:lnTo>
                      <a:pt x="742" y="591"/>
                    </a:lnTo>
                    <a:lnTo>
                      <a:pt x="733" y="565"/>
                    </a:lnTo>
                    <a:lnTo>
                      <a:pt x="742" y="565"/>
                    </a:lnTo>
                    <a:lnTo>
                      <a:pt x="759" y="547"/>
                    </a:lnTo>
                    <a:lnTo>
                      <a:pt x="768" y="538"/>
                    </a:lnTo>
                    <a:lnTo>
                      <a:pt x="768" y="521"/>
                    </a:lnTo>
                    <a:lnTo>
                      <a:pt x="759" y="503"/>
                    </a:lnTo>
                    <a:lnTo>
                      <a:pt x="768" y="485"/>
                    </a:lnTo>
                    <a:lnTo>
                      <a:pt x="768" y="468"/>
                    </a:lnTo>
                    <a:lnTo>
                      <a:pt x="786" y="441"/>
                    </a:lnTo>
                    <a:lnTo>
                      <a:pt x="786" y="415"/>
                    </a:lnTo>
                    <a:lnTo>
                      <a:pt x="777" y="371"/>
                    </a:lnTo>
                    <a:lnTo>
                      <a:pt x="768" y="335"/>
                    </a:lnTo>
                    <a:lnTo>
                      <a:pt x="759" y="309"/>
                    </a:lnTo>
                    <a:lnTo>
                      <a:pt x="750" y="300"/>
                    </a:lnTo>
                    <a:lnTo>
                      <a:pt x="750" y="291"/>
                    </a:lnTo>
                    <a:lnTo>
                      <a:pt x="759" y="291"/>
                    </a:lnTo>
                    <a:lnTo>
                      <a:pt x="777" y="282"/>
                    </a:lnTo>
                    <a:lnTo>
                      <a:pt x="821" y="265"/>
                    </a:lnTo>
                    <a:lnTo>
                      <a:pt x="874" y="256"/>
                    </a:lnTo>
                    <a:lnTo>
                      <a:pt x="962" y="229"/>
                    </a:lnTo>
                    <a:lnTo>
                      <a:pt x="997" y="221"/>
                    </a:lnTo>
                    <a:lnTo>
                      <a:pt x="1015" y="203"/>
                    </a:lnTo>
                    <a:lnTo>
                      <a:pt x="1033" y="194"/>
                    </a:lnTo>
                    <a:lnTo>
                      <a:pt x="1042" y="159"/>
                    </a:lnTo>
                    <a:lnTo>
                      <a:pt x="1042" y="124"/>
                    </a:lnTo>
                    <a:lnTo>
                      <a:pt x="1033" y="88"/>
                    </a:lnTo>
                    <a:lnTo>
                      <a:pt x="1015" y="62"/>
                    </a:lnTo>
                    <a:lnTo>
                      <a:pt x="971" y="26"/>
                    </a:lnTo>
                    <a:lnTo>
                      <a:pt x="945" y="18"/>
                    </a:lnTo>
                    <a:lnTo>
                      <a:pt x="936" y="18"/>
                    </a:lnTo>
                    <a:lnTo>
                      <a:pt x="900" y="18"/>
                    </a:lnTo>
                    <a:lnTo>
                      <a:pt x="821" y="0"/>
                    </a:lnTo>
                    <a:lnTo>
                      <a:pt x="768" y="9"/>
                    </a:lnTo>
                    <a:lnTo>
                      <a:pt x="742" y="18"/>
                    </a:lnTo>
                    <a:lnTo>
                      <a:pt x="662" y="44"/>
                    </a:lnTo>
                    <a:lnTo>
                      <a:pt x="574" y="71"/>
                    </a:lnTo>
                    <a:lnTo>
                      <a:pt x="539" y="88"/>
                    </a:lnTo>
                    <a:lnTo>
                      <a:pt x="468" y="115"/>
                    </a:lnTo>
                    <a:lnTo>
                      <a:pt x="406" y="132"/>
                    </a:lnTo>
                    <a:lnTo>
                      <a:pt x="362" y="141"/>
                    </a:lnTo>
                    <a:lnTo>
                      <a:pt x="318" y="150"/>
                    </a:lnTo>
                    <a:lnTo>
                      <a:pt x="265" y="159"/>
                    </a:lnTo>
                    <a:lnTo>
                      <a:pt x="186" y="159"/>
                    </a:lnTo>
                    <a:lnTo>
                      <a:pt x="142" y="159"/>
                    </a:lnTo>
                    <a:lnTo>
                      <a:pt x="124" y="159"/>
                    </a:lnTo>
                    <a:lnTo>
                      <a:pt x="89" y="176"/>
                    </a:lnTo>
                    <a:lnTo>
                      <a:pt x="71" y="185"/>
                    </a:lnTo>
                    <a:lnTo>
                      <a:pt x="27" y="185"/>
                    </a:lnTo>
                    <a:lnTo>
                      <a:pt x="18" y="185"/>
                    </a:lnTo>
                    <a:lnTo>
                      <a:pt x="9" y="194"/>
                    </a:lnTo>
                    <a:lnTo>
                      <a:pt x="0" y="212"/>
                    </a:lnTo>
                    <a:lnTo>
                      <a:pt x="0" y="229"/>
                    </a:lnTo>
                    <a:lnTo>
                      <a:pt x="9" y="238"/>
                    </a:lnTo>
                    <a:lnTo>
                      <a:pt x="27" y="247"/>
                    </a:lnTo>
                    <a:lnTo>
                      <a:pt x="36" y="247"/>
                    </a:lnTo>
                    <a:lnTo>
                      <a:pt x="71" y="247"/>
                    </a:lnTo>
                    <a:lnTo>
                      <a:pt x="97" y="247"/>
                    </a:lnTo>
                    <a:lnTo>
                      <a:pt x="150" y="229"/>
                    </a:lnTo>
                    <a:lnTo>
                      <a:pt x="203" y="229"/>
                    </a:lnTo>
                    <a:lnTo>
                      <a:pt x="300" y="229"/>
                    </a:lnTo>
                    <a:lnTo>
                      <a:pt x="327" y="229"/>
                    </a:lnTo>
                    <a:lnTo>
                      <a:pt x="362" y="221"/>
                    </a:lnTo>
                    <a:lnTo>
                      <a:pt x="583" y="168"/>
                    </a:lnTo>
                    <a:lnTo>
                      <a:pt x="609" y="150"/>
                    </a:lnTo>
                    <a:lnTo>
                      <a:pt x="618" y="150"/>
                    </a:lnTo>
                    <a:lnTo>
                      <a:pt x="645" y="141"/>
                    </a:lnTo>
                    <a:lnTo>
                      <a:pt x="697" y="115"/>
                    </a:lnTo>
                    <a:lnTo>
                      <a:pt x="724" y="106"/>
                    </a:lnTo>
                    <a:lnTo>
                      <a:pt x="812" y="97"/>
                    </a:lnTo>
                    <a:lnTo>
                      <a:pt x="856" y="97"/>
                    </a:lnTo>
                    <a:lnTo>
                      <a:pt x="900" y="97"/>
                    </a:lnTo>
                    <a:lnTo>
                      <a:pt x="909" y="97"/>
                    </a:lnTo>
                    <a:lnTo>
                      <a:pt x="918" y="97"/>
                    </a:lnTo>
                    <a:lnTo>
                      <a:pt x="918" y="106"/>
                    </a:lnTo>
                    <a:lnTo>
                      <a:pt x="936" y="106"/>
                    </a:lnTo>
                    <a:lnTo>
                      <a:pt x="962" y="124"/>
                    </a:lnTo>
                    <a:lnTo>
                      <a:pt x="971" y="124"/>
                    </a:lnTo>
                    <a:lnTo>
                      <a:pt x="962" y="132"/>
                    </a:lnTo>
                    <a:lnTo>
                      <a:pt x="918" y="159"/>
                    </a:lnTo>
                    <a:lnTo>
                      <a:pt x="883" y="168"/>
                    </a:lnTo>
                    <a:lnTo>
                      <a:pt x="874" y="168"/>
                    </a:lnTo>
                    <a:lnTo>
                      <a:pt x="768" y="194"/>
                    </a:lnTo>
                    <a:lnTo>
                      <a:pt x="653" y="238"/>
                    </a:lnTo>
                    <a:lnTo>
                      <a:pt x="636" y="247"/>
                    </a:lnTo>
                    <a:lnTo>
                      <a:pt x="627" y="265"/>
                    </a:lnTo>
                    <a:lnTo>
                      <a:pt x="627" y="282"/>
                    </a:lnTo>
                    <a:lnTo>
                      <a:pt x="627" y="300"/>
                    </a:lnTo>
                    <a:lnTo>
                      <a:pt x="636" y="318"/>
                    </a:lnTo>
                    <a:lnTo>
                      <a:pt x="662" y="326"/>
                    </a:lnTo>
                    <a:lnTo>
                      <a:pt x="697" y="344"/>
                    </a:lnTo>
                    <a:lnTo>
                      <a:pt x="706" y="362"/>
                    </a:lnTo>
                    <a:lnTo>
                      <a:pt x="715" y="371"/>
                    </a:lnTo>
                    <a:lnTo>
                      <a:pt x="715" y="397"/>
                    </a:lnTo>
                    <a:lnTo>
                      <a:pt x="697" y="397"/>
                    </a:lnTo>
                    <a:lnTo>
                      <a:pt x="671" y="406"/>
                    </a:lnTo>
                    <a:lnTo>
                      <a:pt x="645" y="415"/>
                    </a:lnTo>
                    <a:lnTo>
                      <a:pt x="627" y="424"/>
                    </a:lnTo>
                    <a:lnTo>
                      <a:pt x="618" y="450"/>
                    </a:lnTo>
                    <a:lnTo>
                      <a:pt x="609" y="476"/>
                    </a:lnTo>
                    <a:lnTo>
                      <a:pt x="600" y="529"/>
                    </a:lnTo>
                    <a:lnTo>
                      <a:pt x="600" y="565"/>
                    </a:lnTo>
                    <a:lnTo>
                      <a:pt x="618" y="600"/>
                    </a:lnTo>
                    <a:lnTo>
                      <a:pt x="645" y="618"/>
                    </a:lnTo>
                    <a:lnTo>
                      <a:pt x="653" y="626"/>
                    </a:lnTo>
                    <a:lnTo>
                      <a:pt x="662" y="635"/>
                    </a:lnTo>
                    <a:lnTo>
                      <a:pt x="653" y="635"/>
                    </a:lnTo>
                    <a:lnTo>
                      <a:pt x="636" y="644"/>
                    </a:lnTo>
                    <a:lnTo>
                      <a:pt x="600" y="653"/>
                    </a:lnTo>
                    <a:lnTo>
                      <a:pt x="592" y="662"/>
                    </a:lnTo>
                    <a:lnTo>
                      <a:pt x="486" y="679"/>
                    </a:lnTo>
                    <a:lnTo>
                      <a:pt x="433" y="679"/>
                    </a:lnTo>
                    <a:lnTo>
                      <a:pt x="371" y="671"/>
                    </a:lnTo>
                    <a:lnTo>
                      <a:pt x="380" y="688"/>
                    </a:lnTo>
                    <a:lnTo>
                      <a:pt x="442" y="741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" name="Freeform 109"/>
              <p:cNvSpPr>
                <a:spLocks noChangeArrowheads="1"/>
              </p:cNvSpPr>
              <p:nvPr/>
            </p:nvSpPr>
            <p:spPr bwMode="auto">
              <a:xfrm>
                <a:off x="2286000" y="2834255"/>
                <a:ext cx="1168647" cy="499819"/>
              </a:xfrm>
              <a:custGeom>
                <a:avLst/>
                <a:gdLst>
                  <a:gd name="T0" fmla="*/ 727798807 w 954"/>
                  <a:gd name="T1" fmla="*/ 0 h 407"/>
                  <a:gd name="T2" fmla="*/ 727798807 w 954"/>
                  <a:gd name="T3" fmla="*/ 0 h 407"/>
                  <a:gd name="T4" fmla="*/ 595745371 w 954"/>
                  <a:gd name="T5" fmla="*/ 0 h 407"/>
                  <a:gd name="T6" fmla="*/ 489201269 w 954"/>
                  <a:gd name="T7" fmla="*/ 27146189 h 407"/>
                  <a:gd name="T8" fmla="*/ 382657168 w 954"/>
                  <a:gd name="T9" fmla="*/ 66356806 h 407"/>
                  <a:gd name="T10" fmla="*/ 277613687 w 954"/>
                  <a:gd name="T11" fmla="*/ 132714839 h 407"/>
                  <a:gd name="T12" fmla="*/ 198081992 w 954"/>
                  <a:gd name="T13" fmla="*/ 212645353 h 407"/>
                  <a:gd name="T14" fmla="*/ 118549071 w 954"/>
                  <a:gd name="T15" fmla="*/ 319722057 h 407"/>
                  <a:gd name="T16" fmla="*/ 52521740 w 954"/>
                  <a:gd name="T17" fmla="*/ 425290706 h 407"/>
                  <a:gd name="T18" fmla="*/ 0 w 954"/>
                  <a:gd name="T19" fmla="*/ 559513599 h 407"/>
                  <a:gd name="T20" fmla="*/ 0 w 954"/>
                  <a:gd name="T21" fmla="*/ 559513599 h 407"/>
                  <a:gd name="T22" fmla="*/ 12004969 w 954"/>
                  <a:gd name="T23" fmla="*/ 585151735 h 407"/>
                  <a:gd name="T24" fmla="*/ 25510560 w 954"/>
                  <a:gd name="T25" fmla="*/ 598724215 h 407"/>
                  <a:gd name="T26" fmla="*/ 39016150 w 954"/>
                  <a:gd name="T27" fmla="*/ 612297924 h 407"/>
                  <a:gd name="T28" fmla="*/ 39016150 w 954"/>
                  <a:gd name="T29" fmla="*/ 612297924 h 407"/>
                  <a:gd name="T30" fmla="*/ 105043480 w 954"/>
                  <a:gd name="T31" fmla="*/ 612297924 h 407"/>
                  <a:gd name="T32" fmla="*/ 105043480 w 954"/>
                  <a:gd name="T33" fmla="*/ 612297924 h 407"/>
                  <a:gd name="T34" fmla="*/ 171070811 w 954"/>
                  <a:gd name="T35" fmla="*/ 612297924 h 407"/>
                  <a:gd name="T36" fmla="*/ 184576401 w 954"/>
                  <a:gd name="T37" fmla="*/ 598724215 h 407"/>
                  <a:gd name="T38" fmla="*/ 198081992 w 954"/>
                  <a:gd name="T39" fmla="*/ 571578026 h 407"/>
                  <a:gd name="T40" fmla="*/ 198081992 w 954"/>
                  <a:gd name="T41" fmla="*/ 571578026 h 407"/>
                  <a:gd name="T42" fmla="*/ 237098141 w 954"/>
                  <a:gd name="T43" fmla="*/ 491647512 h 407"/>
                  <a:gd name="T44" fmla="*/ 277613687 w 954"/>
                  <a:gd name="T45" fmla="*/ 399652571 h 407"/>
                  <a:gd name="T46" fmla="*/ 330135428 w 954"/>
                  <a:gd name="T47" fmla="*/ 319722057 h 407"/>
                  <a:gd name="T48" fmla="*/ 396162758 w 954"/>
                  <a:gd name="T49" fmla="*/ 239791542 h 407"/>
                  <a:gd name="T50" fmla="*/ 475695679 w 954"/>
                  <a:gd name="T51" fmla="*/ 185499164 h 407"/>
                  <a:gd name="T52" fmla="*/ 555228600 w 954"/>
                  <a:gd name="T53" fmla="*/ 132714839 h 407"/>
                  <a:gd name="T54" fmla="*/ 634761521 w 954"/>
                  <a:gd name="T55" fmla="*/ 107076703 h 407"/>
                  <a:gd name="T56" fmla="*/ 727798807 w 954"/>
                  <a:gd name="T57" fmla="*/ 107076703 h 407"/>
                  <a:gd name="T58" fmla="*/ 727798807 w 954"/>
                  <a:gd name="T59" fmla="*/ 107076703 h 407"/>
                  <a:gd name="T60" fmla="*/ 820837318 w 954"/>
                  <a:gd name="T61" fmla="*/ 119141130 h 407"/>
                  <a:gd name="T62" fmla="*/ 912375208 w 954"/>
                  <a:gd name="T63" fmla="*/ 146287320 h 407"/>
                  <a:gd name="T64" fmla="*/ 991908129 w 954"/>
                  <a:gd name="T65" fmla="*/ 185499164 h 407"/>
                  <a:gd name="T66" fmla="*/ 1057935459 w 954"/>
                  <a:gd name="T67" fmla="*/ 239791542 h 407"/>
                  <a:gd name="T68" fmla="*/ 1111957821 w 954"/>
                  <a:gd name="T69" fmla="*/ 292575867 h 407"/>
                  <a:gd name="T70" fmla="*/ 1164479561 w 954"/>
                  <a:gd name="T71" fmla="*/ 345360192 h 407"/>
                  <a:gd name="T72" fmla="*/ 1204995107 w 954"/>
                  <a:gd name="T73" fmla="*/ 411716998 h 407"/>
                  <a:gd name="T74" fmla="*/ 1230505666 w 954"/>
                  <a:gd name="T75" fmla="*/ 491647512 h 407"/>
                  <a:gd name="T76" fmla="*/ 1230505666 w 954"/>
                  <a:gd name="T77" fmla="*/ 491647512 h 407"/>
                  <a:gd name="T78" fmla="*/ 1244011257 w 954"/>
                  <a:gd name="T79" fmla="*/ 518793701 h 407"/>
                  <a:gd name="T80" fmla="*/ 1283027406 w 954"/>
                  <a:gd name="T81" fmla="*/ 532367410 h 407"/>
                  <a:gd name="T82" fmla="*/ 1283027406 w 954"/>
                  <a:gd name="T83" fmla="*/ 532367410 h 407"/>
                  <a:gd name="T84" fmla="*/ 1350555358 w 954"/>
                  <a:gd name="T85" fmla="*/ 532367410 h 407"/>
                  <a:gd name="T86" fmla="*/ 1389571508 w 954"/>
                  <a:gd name="T87" fmla="*/ 532367410 h 407"/>
                  <a:gd name="T88" fmla="*/ 1416582689 w 954"/>
                  <a:gd name="T89" fmla="*/ 505221221 h 407"/>
                  <a:gd name="T90" fmla="*/ 1416582689 w 954"/>
                  <a:gd name="T91" fmla="*/ 505221221 h 407"/>
                  <a:gd name="T92" fmla="*/ 1430088279 w 954"/>
                  <a:gd name="T93" fmla="*/ 491647512 h 407"/>
                  <a:gd name="T94" fmla="*/ 1430088279 w 954"/>
                  <a:gd name="T95" fmla="*/ 479583085 h 407"/>
                  <a:gd name="T96" fmla="*/ 1430088279 w 954"/>
                  <a:gd name="T97" fmla="*/ 479583085 h 407"/>
                  <a:gd name="T98" fmla="*/ 1403077098 w 954"/>
                  <a:gd name="T99" fmla="*/ 399652571 h 407"/>
                  <a:gd name="T100" fmla="*/ 1350555358 w 954"/>
                  <a:gd name="T101" fmla="*/ 319722057 h 407"/>
                  <a:gd name="T102" fmla="*/ 1296532997 w 954"/>
                  <a:gd name="T103" fmla="*/ 239791542 h 407"/>
                  <a:gd name="T104" fmla="*/ 1217000076 w 954"/>
                  <a:gd name="T105" fmla="*/ 173433509 h 407"/>
                  <a:gd name="T106" fmla="*/ 1111957821 w 954"/>
                  <a:gd name="T107" fmla="*/ 107076703 h 407"/>
                  <a:gd name="T108" fmla="*/ 1005413719 w 954"/>
                  <a:gd name="T109" fmla="*/ 52784325 h 407"/>
                  <a:gd name="T110" fmla="*/ 873359058 w 954"/>
                  <a:gd name="T111" fmla="*/ 13573709 h 407"/>
                  <a:gd name="T112" fmla="*/ 727798807 w 954"/>
                  <a:gd name="T113" fmla="*/ 0 h 40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54" h="407">
                    <a:moveTo>
                      <a:pt x="485" y="0"/>
                    </a:moveTo>
                    <a:lnTo>
                      <a:pt x="485" y="0"/>
                    </a:lnTo>
                    <a:lnTo>
                      <a:pt x="397" y="0"/>
                    </a:lnTo>
                    <a:lnTo>
                      <a:pt x="326" y="18"/>
                    </a:lnTo>
                    <a:lnTo>
                      <a:pt x="255" y="44"/>
                    </a:lnTo>
                    <a:lnTo>
                      <a:pt x="185" y="88"/>
                    </a:lnTo>
                    <a:lnTo>
                      <a:pt x="132" y="141"/>
                    </a:lnTo>
                    <a:lnTo>
                      <a:pt x="79" y="212"/>
                    </a:lnTo>
                    <a:lnTo>
                      <a:pt x="35" y="282"/>
                    </a:lnTo>
                    <a:lnTo>
                      <a:pt x="0" y="371"/>
                    </a:lnTo>
                    <a:lnTo>
                      <a:pt x="8" y="388"/>
                    </a:lnTo>
                    <a:lnTo>
                      <a:pt x="17" y="397"/>
                    </a:lnTo>
                    <a:lnTo>
                      <a:pt x="26" y="406"/>
                    </a:lnTo>
                    <a:lnTo>
                      <a:pt x="70" y="406"/>
                    </a:lnTo>
                    <a:lnTo>
                      <a:pt x="114" y="406"/>
                    </a:lnTo>
                    <a:lnTo>
                      <a:pt x="123" y="397"/>
                    </a:lnTo>
                    <a:lnTo>
                      <a:pt x="132" y="379"/>
                    </a:lnTo>
                    <a:lnTo>
                      <a:pt x="158" y="326"/>
                    </a:lnTo>
                    <a:lnTo>
                      <a:pt x="185" y="265"/>
                    </a:lnTo>
                    <a:lnTo>
                      <a:pt x="220" y="212"/>
                    </a:lnTo>
                    <a:lnTo>
                      <a:pt x="264" y="159"/>
                    </a:lnTo>
                    <a:lnTo>
                      <a:pt x="317" y="123"/>
                    </a:lnTo>
                    <a:lnTo>
                      <a:pt x="370" y="88"/>
                    </a:lnTo>
                    <a:lnTo>
                      <a:pt x="423" y="71"/>
                    </a:lnTo>
                    <a:lnTo>
                      <a:pt x="485" y="71"/>
                    </a:lnTo>
                    <a:lnTo>
                      <a:pt x="547" y="79"/>
                    </a:lnTo>
                    <a:lnTo>
                      <a:pt x="608" y="97"/>
                    </a:lnTo>
                    <a:lnTo>
                      <a:pt x="661" y="123"/>
                    </a:lnTo>
                    <a:lnTo>
                      <a:pt x="705" y="159"/>
                    </a:lnTo>
                    <a:lnTo>
                      <a:pt x="741" y="194"/>
                    </a:lnTo>
                    <a:lnTo>
                      <a:pt x="776" y="229"/>
                    </a:lnTo>
                    <a:lnTo>
                      <a:pt x="803" y="273"/>
                    </a:lnTo>
                    <a:lnTo>
                      <a:pt x="820" y="326"/>
                    </a:lnTo>
                    <a:lnTo>
                      <a:pt x="829" y="344"/>
                    </a:lnTo>
                    <a:lnTo>
                      <a:pt x="855" y="353"/>
                    </a:lnTo>
                    <a:lnTo>
                      <a:pt x="900" y="353"/>
                    </a:lnTo>
                    <a:lnTo>
                      <a:pt x="926" y="353"/>
                    </a:lnTo>
                    <a:lnTo>
                      <a:pt x="944" y="335"/>
                    </a:lnTo>
                    <a:lnTo>
                      <a:pt x="953" y="326"/>
                    </a:lnTo>
                    <a:lnTo>
                      <a:pt x="953" y="318"/>
                    </a:lnTo>
                    <a:lnTo>
                      <a:pt x="935" y="265"/>
                    </a:lnTo>
                    <a:lnTo>
                      <a:pt x="900" y="212"/>
                    </a:lnTo>
                    <a:lnTo>
                      <a:pt x="864" y="159"/>
                    </a:lnTo>
                    <a:lnTo>
                      <a:pt x="811" y="115"/>
                    </a:lnTo>
                    <a:lnTo>
                      <a:pt x="741" y="71"/>
                    </a:lnTo>
                    <a:lnTo>
                      <a:pt x="670" y="35"/>
                    </a:lnTo>
                    <a:lnTo>
                      <a:pt x="582" y="9"/>
                    </a:lnTo>
                    <a:lnTo>
                      <a:pt x="485" y="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" name="Freeform 110"/>
              <p:cNvSpPr>
                <a:spLocks noChangeArrowheads="1"/>
              </p:cNvSpPr>
              <p:nvPr/>
            </p:nvSpPr>
            <p:spPr bwMode="auto">
              <a:xfrm>
                <a:off x="5669763" y="2552440"/>
                <a:ext cx="1136775" cy="584894"/>
              </a:xfrm>
              <a:custGeom>
                <a:avLst/>
                <a:gdLst>
                  <a:gd name="T0" fmla="*/ 1391018159 w 928"/>
                  <a:gd name="T1" fmla="*/ 463092583 h 477"/>
                  <a:gd name="T2" fmla="*/ 1391018159 w 928"/>
                  <a:gd name="T3" fmla="*/ 463092583 h 477"/>
                  <a:gd name="T4" fmla="*/ 1338498664 w 928"/>
                  <a:gd name="T5" fmla="*/ 371377035 h 477"/>
                  <a:gd name="T6" fmla="*/ 1258968513 w 928"/>
                  <a:gd name="T7" fmla="*/ 278156948 h 477"/>
                  <a:gd name="T8" fmla="*/ 1179439587 w 928"/>
                  <a:gd name="T9" fmla="*/ 198467900 h 477"/>
                  <a:gd name="T10" fmla="*/ 1086404108 w 928"/>
                  <a:gd name="T11" fmla="*/ 118780077 h 477"/>
                  <a:gd name="T12" fmla="*/ 979864526 w 928"/>
                  <a:gd name="T13" fmla="*/ 66155558 h 477"/>
                  <a:gd name="T14" fmla="*/ 874825536 w 928"/>
                  <a:gd name="T15" fmla="*/ 12028952 h 477"/>
                  <a:gd name="T16" fmla="*/ 754780626 w 928"/>
                  <a:gd name="T17" fmla="*/ 0 h 477"/>
                  <a:gd name="T18" fmla="*/ 702261131 w 928"/>
                  <a:gd name="T19" fmla="*/ 12028952 h 477"/>
                  <a:gd name="T20" fmla="*/ 636237533 w 928"/>
                  <a:gd name="T21" fmla="*/ 25559990 h 477"/>
                  <a:gd name="T22" fmla="*/ 636237533 w 928"/>
                  <a:gd name="T23" fmla="*/ 25559990 h 477"/>
                  <a:gd name="T24" fmla="*/ 450167800 w 928"/>
                  <a:gd name="T25" fmla="*/ 78184510 h 477"/>
                  <a:gd name="T26" fmla="*/ 318118154 w 928"/>
                  <a:gd name="T27" fmla="*/ 157872332 h 477"/>
                  <a:gd name="T28" fmla="*/ 199573836 w 928"/>
                  <a:gd name="T29" fmla="*/ 237560155 h 477"/>
                  <a:gd name="T30" fmla="*/ 120044910 w 928"/>
                  <a:gd name="T31" fmla="*/ 330780242 h 477"/>
                  <a:gd name="T32" fmla="*/ 67525415 w 928"/>
                  <a:gd name="T33" fmla="*/ 410469290 h 477"/>
                  <a:gd name="T34" fmla="*/ 27010656 w 928"/>
                  <a:gd name="T35" fmla="*/ 503689377 h 477"/>
                  <a:gd name="T36" fmla="*/ 0 w 928"/>
                  <a:gd name="T37" fmla="*/ 583377199 h 477"/>
                  <a:gd name="T38" fmla="*/ 0 w 928"/>
                  <a:gd name="T39" fmla="*/ 649532757 h 477"/>
                  <a:gd name="T40" fmla="*/ 0 w 928"/>
                  <a:gd name="T41" fmla="*/ 649532757 h 477"/>
                  <a:gd name="T42" fmla="*/ 0 w 928"/>
                  <a:gd name="T43" fmla="*/ 676597286 h 477"/>
                  <a:gd name="T44" fmla="*/ 13505328 w 928"/>
                  <a:gd name="T45" fmla="*/ 688625012 h 477"/>
                  <a:gd name="T46" fmla="*/ 79530151 w 928"/>
                  <a:gd name="T47" fmla="*/ 702157277 h 477"/>
                  <a:gd name="T48" fmla="*/ 79530151 w 928"/>
                  <a:gd name="T49" fmla="*/ 702157277 h 477"/>
                  <a:gd name="T50" fmla="*/ 93034254 w 928"/>
                  <a:gd name="T51" fmla="*/ 715689541 h 477"/>
                  <a:gd name="T52" fmla="*/ 93034254 w 928"/>
                  <a:gd name="T53" fmla="*/ 715689541 h 477"/>
                  <a:gd name="T54" fmla="*/ 159059077 w 928"/>
                  <a:gd name="T55" fmla="*/ 702157277 h 477"/>
                  <a:gd name="T56" fmla="*/ 186069733 w 928"/>
                  <a:gd name="T57" fmla="*/ 676597286 h 477"/>
                  <a:gd name="T58" fmla="*/ 186069733 w 928"/>
                  <a:gd name="T59" fmla="*/ 663065022 h 477"/>
                  <a:gd name="T60" fmla="*/ 186069733 w 928"/>
                  <a:gd name="T61" fmla="*/ 663065022 h 477"/>
                  <a:gd name="T62" fmla="*/ 199573836 w 928"/>
                  <a:gd name="T63" fmla="*/ 583377199 h 477"/>
                  <a:gd name="T64" fmla="*/ 213079164 w 928"/>
                  <a:gd name="T65" fmla="*/ 517220415 h 477"/>
                  <a:gd name="T66" fmla="*/ 238589228 w 928"/>
                  <a:gd name="T67" fmla="*/ 463092583 h 477"/>
                  <a:gd name="T68" fmla="*/ 279103987 w 928"/>
                  <a:gd name="T69" fmla="*/ 396937026 h 477"/>
                  <a:gd name="T70" fmla="*/ 318118154 w 928"/>
                  <a:gd name="T71" fmla="*/ 344312506 h 477"/>
                  <a:gd name="T72" fmla="*/ 370637649 w 928"/>
                  <a:gd name="T73" fmla="*/ 291687987 h 477"/>
                  <a:gd name="T74" fmla="*/ 517693215 w 928"/>
                  <a:gd name="T75" fmla="*/ 198467900 h 477"/>
                  <a:gd name="T76" fmla="*/ 517693215 w 928"/>
                  <a:gd name="T77" fmla="*/ 198467900 h 477"/>
                  <a:gd name="T78" fmla="*/ 583718038 w 928"/>
                  <a:gd name="T79" fmla="*/ 157872332 h 477"/>
                  <a:gd name="T80" fmla="*/ 663246964 w 928"/>
                  <a:gd name="T81" fmla="*/ 145844606 h 477"/>
                  <a:gd name="T82" fmla="*/ 742777115 w 928"/>
                  <a:gd name="T83" fmla="*/ 145844606 h 477"/>
                  <a:gd name="T84" fmla="*/ 820805449 w 928"/>
                  <a:gd name="T85" fmla="*/ 157872332 h 477"/>
                  <a:gd name="T86" fmla="*/ 820805449 w 928"/>
                  <a:gd name="T87" fmla="*/ 157872332 h 477"/>
                  <a:gd name="T88" fmla="*/ 927345031 w 928"/>
                  <a:gd name="T89" fmla="*/ 198467900 h 477"/>
                  <a:gd name="T90" fmla="*/ 1033884613 w 928"/>
                  <a:gd name="T91" fmla="*/ 278156948 h 477"/>
                  <a:gd name="T92" fmla="*/ 1125419500 w 928"/>
                  <a:gd name="T93" fmla="*/ 383404761 h 477"/>
                  <a:gd name="T94" fmla="*/ 1204948426 w 928"/>
                  <a:gd name="T95" fmla="*/ 503689377 h 477"/>
                  <a:gd name="T96" fmla="*/ 1204948426 w 928"/>
                  <a:gd name="T97" fmla="*/ 503689377 h 477"/>
                  <a:gd name="T98" fmla="*/ 1218453754 w 928"/>
                  <a:gd name="T99" fmla="*/ 517220415 h 477"/>
                  <a:gd name="T100" fmla="*/ 1231959082 w 928"/>
                  <a:gd name="T101" fmla="*/ 529249367 h 477"/>
                  <a:gd name="T102" fmla="*/ 1270973249 w 928"/>
                  <a:gd name="T103" fmla="*/ 529249367 h 477"/>
                  <a:gd name="T104" fmla="*/ 1270973249 w 928"/>
                  <a:gd name="T105" fmla="*/ 529249367 h 477"/>
                  <a:gd name="T106" fmla="*/ 1338498664 w 928"/>
                  <a:gd name="T107" fmla="*/ 529249367 h 477"/>
                  <a:gd name="T108" fmla="*/ 1364008728 w 928"/>
                  <a:gd name="T109" fmla="*/ 517220415 h 477"/>
                  <a:gd name="T110" fmla="*/ 1391018159 w 928"/>
                  <a:gd name="T111" fmla="*/ 503689377 h 477"/>
                  <a:gd name="T112" fmla="*/ 1391018159 w 928"/>
                  <a:gd name="T113" fmla="*/ 503689377 h 477"/>
                  <a:gd name="T114" fmla="*/ 1391018159 w 928"/>
                  <a:gd name="T115" fmla="*/ 476624848 h 477"/>
                  <a:gd name="T116" fmla="*/ 1391018159 w 928"/>
                  <a:gd name="T117" fmla="*/ 463092583 h 477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928" h="477">
                    <a:moveTo>
                      <a:pt x="927" y="308"/>
                    </a:moveTo>
                    <a:lnTo>
                      <a:pt x="927" y="308"/>
                    </a:lnTo>
                    <a:lnTo>
                      <a:pt x="892" y="247"/>
                    </a:lnTo>
                    <a:lnTo>
                      <a:pt x="839" y="185"/>
                    </a:lnTo>
                    <a:lnTo>
                      <a:pt x="786" y="132"/>
                    </a:lnTo>
                    <a:lnTo>
                      <a:pt x="724" y="79"/>
                    </a:lnTo>
                    <a:lnTo>
                      <a:pt x="653" y="44"/>
                    </a:lnTo>
                    <a:lnTo>
                      <a:pt x="583" y="8"/>
                    </a:lnTo>
                    <a:lnTo>
                      <a:pt x="503" y="0"/>
                    </a:lnTo>
                    <a:lnTo>
                      <a:pt x="468" y="8"/>
                    </a:lnTo>
                    <a:lnTo>
                      <a:pt x="424" y="17"/>
                    </a:lnTo>
                    <a:lnTo>
                      <a:pt x="300" y="52"/>
                    </a:lnTo>
                    <a:lnTo>
                      <a:pt x="212" y="105"/>
                    </a:lnTo>
                    <a:lnTo>
                      <a:pt x="133" y="158"/>
                    </a:lnTo>
                    <a:lnTo>
                      <a:pt x="80" y="220"/>
                    </a:lnTo>
                    <a:lnTo>
                      <a:pt x="45" y="273"/>
                    </a:lnTo>
                    <a:lnTo>
                      <a:pt x="18" y="335"/>
                    </a:lnTo>
                    <a:lnTo>
                      <a:pt x="0" y="388"/>
                    </a:lnTo>
                    <a:lnTo>
                      <a:pt x="0" y="432"/>
                    </a:lnTo>
                    <a:lnTo>
                      <a:pt x="0" y="450"/>
                    </a:lnTo>
                    <a:lnTo>
                      <a:pt x="9" y="458"/>
                    </a:lnTo>
                    <a:lnTo>
                      <a:pt x="53" y="467"/>
                    </a:lnTo>
                    <a:lnTo>
                      <a:pt x="62" y="476"/>
                    </a:lnTo>
                    <a:lnTo>
                      <a:pt x="106" y="467"/>
                    </a:lnTo>
                    <a:lnTo>
                      <a:pt x="124" y="450"/>
                    </a:lnTo>
                    <a:lnTo>
                      <a:pt x="124" y="441"/>
                    </a:lnTo>
                    <a:lnTo>
                      <a:pt x="133" y="388"/>
                    </a:lnTo>
                    <a:lnTo>
                      <a:pt x="142" y="344"/>
                    </a:lnTo>
                    <a:lnTo>
                      <a:pt x="159" y="308"/>
                    </a:lnTo>
                    <a:lnTo>
                      <a:pt x="186" y="264"/>
                    </a:lnTo>
                    <a:lnTo>
                      <a:pt x="212" y="229"/>
                    </a:lnTo>
                    <a:lnTo>
                      <a:pt x="247" y="194"/>
                    </a:lnTo>
                    <a:lnTo>
                      <a:pt x="345" y="132"/>
                    </a:lnTo>
                    <a:lnTo>
                      <a:pt x="389" y="105"/>
                    </a:lnTo>
                    <a:lnTo>
                      <a:pt x="442" y="97"/>
                    </a:lnTo>
                    <a:lnTo>
                      <a:pt x="495" y="97"/>
                    </a:lnTo>
                    <a:lnTo>
                      <a:pt x="547" y="105"/>
                    </a:lnTo>
                    <a:lnTo>
                      <a:pt x="618" y="132"/>
                    </a:lnTo>
                    <a:lnTo>
                      <a:pt x="689" y="185"/>
                    </a:lnTo>
                    <a:lnTo>
                      <a:pt x="750" y="255"/>
                    </a:lnTo>
                    <a:lnTo>
                      <a:pt x="803" y="335"/>
                    </a:lnTo>
                    <a:lnTo>
                      <a:pt x="812" y="344"/>
                    </a:lnTo>
                    <a:lnTo>
                      <a:pt x="821" y="352"/>
                    </a:lnTo>
                    <a:lnTo>
                      <a:pt x="847" y="352"/>
                    </a:lnTo>
                    <a:lnTo>
                      <a:pt x="892" y="352"/>
                    </a:lnTo>
                    <a:lnTo>
                      <a:pt x="909" y="344"/>
                    </a:lnTo>
                    <a:lnTo>
                      <a:pt x="927" y="335"/>
                    </a:lnTo>
                    <a:lnTo>
                      <a:pt x="927" y="317"/>
                    </a:lnTo>
                    <a:lnTo>
                      <a:pt x="927" y="308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7" name="Freeform 111"/>
              <p:cNvSpPr>
                <a:spLocks noChangeArrowheads="1"/>
              </p:cNvSpPr>
              <p:nvPr/>
            </p:nvSpPr>
            <p:spPr bwMode="auto">
              <a:xfrm>
                <a:off x="6126598" y="3334073"/>
                <a:ext cx="201857" cy="85076"/>
              </a:xfrm>
              <a:custGeom>
                <a:avLst/>
                <a:gdLst>
                  <a:gd name="T0" fmla="*/ 188315859 w 169"/>
                  <a:gd name="T1" fmla="*/ 0 h 71"/>
                  <a:gd name="T2" fmla="*/ 188315859 w 169"/>
                  <a:gd name="T3" fmla="*/ 0 h 71"/>
                  <a:gd name="T4" fmla="*/ 213995892 w 169"/>
                  <a:gd name="T5" fmla="*/ 12921966 h 71"/>
                  <a:gd name="T6" fmla="*/ 226835908 w 169"/>
                  <a:gd name="T7" fmla="*/ 24408424 h 71"/>
                  <a:gd name="T8" fmla="*/ 239675924 w 169"/>
                  <a:gd name="T9" fmla="*/ 50253554 h 71"/>
                  <a:gd name="T10" fmla="*/ 239675924 w 169"/>
                  <a:gd name="T11" fmla="*/ 63175520 h 71"/>
                  <a:gd name="T12" fmla="*/ 239675924 w 169"/>
                  <a:gd name="T13" fmla="*/ 63175520 h 71"/>
                  <a:gd name="T14" fmla="*/ 226835908 w 169"/>
                  <a:gd name="T15" fmla="*/ 89020651 h 71"/>
                  <a:gd name="T16" fmla="*/ 213995892 w 169"/>
                  <a:gd name="T17" fmla="*/ 100507109 h 71"/>
                  <a:gd name="T18" fmla="*/ 201155875 w 169"/>
                  <a:gd name="T19" fmla="*/ 100507109 h 71"/>
                  <a:gd name="T20" fmla="*/ 176903175 w 169"/>
                  <a:gd name="T21" fmla="*/ 100507109 h 71"/>
                  <a:gd name="T22" fmla="*/ 176903175 w 169"/>
                  <a:gd name="T23" fmla="*/ 100507109 h 71"/>
                  <a:gd name="T24" fmla="*/ 151224337 w 169"/>
                  <a:gd name="T25" fmla="*/ 89020651 h 71"/>
                  <a:gd name="T26" fmla="*/ 151224337 w 169"/>
                  <a:gd name="T27" fmla="*/ 89020651 h 71"/>
                  <a:gd name="T28" fmla="*/ 125544304 w 169"/>
                  <a:gd name="T29" fmla="*/ 76097486 h 71"/>
                  <a:gd name="T30" fmla="*/ 101291604 w 169"/>
                  <a:gd name="T31" fmla="*/ 89020651 h 71"/>
                  <a:gd name="T32" fmla="*/ 101291604 w 169"/>
                  <a:gd name="T33" fmla="*/ 89020651 h 71"/>
                  <a:gd name="T34" fmla="*/ 62771555 w 169"/>
                  <a:gd name="T35" fmla="*/ 100507109 h 71"/>
                  <a:gd name="T36" fmla="*/ 62771555 w 169"/>
                  <a:gd name="T37" fmla="*/ 100507109 h 71"/>
                  <a:gd name="T38" fmla="*/ 37092717 w 169"/>
                  <a:gd name="T39" fmla="*/ 100507109 h 71"/>
                  <a:gd name="T40" fmla="*/ 25680033 w 169"/>
                  <a:gd name="T41" fmla="*/ 89020651 h 71"/>
                  <a:gd name="T42" fmla="*/ 12840016 w 169"/>
                  <a:gd name="T43" fmla="*/ 76097486 h 71"/>
                  <a:gd name="T44" fmla="*/ 0 w 169"/>
                  <a:gd name="T45" fmla="*/ 50253554 h 71"/>
                  <a:gd name="T46" fmla="*/ 0 w 169"/>
                  <a:gd name="T47" fmla="*/ 50253554 h 71"/>
                  <a:gd name="T48" fmla="*/ 12840016 w 169"/>
                  <a:gd name="T49" fmla="*/ 24408424 h 71"/>
                  <a:gd name="T50" fmla="*/ 12840016 w 169"/>
                  <a:gd name="T51" fmla="*/ 24408424 h 71"/>
                  <a:gd name="T52" fmla="*/ 37092717 w 169"/>
                  <a:gd name="T53" fmla="*/ 12921966 h 71"/>
                  <a:gd name="T54" fmla="*/ 62771555 w 169"/>
                  <a:gd name="T55" fmla="*/ 0 h 71"/>
                  <a:gd name="T56" fmla="*/ 62771555 w 169"/>
                  <a:gd name="T57" fmla="*/ 0 h 71"/>
                  <a:gd name="T58" fmla="*/ 188315859 w 169"/>
                  <a:gd name="T59" fmla="*/ 0 h 7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69" h="71">
                    <a:moveTo>
                      <a:pt x="132" y="0"/>
                    </a:moveTo>
                    <a:lnTo>
                      <a:pt x="132" y="0"/>
                    </a:lnTo>
                    <a:lnTo>
                      <a:pt x="150" y="9"/>
                    </a:lnTo>
                    <a:lnTo>
                      <a:pt x="159" y="17"/>
                    </a:lnTo>
                    <a:lnTo>
                      <a:pt x="168" y="35"/>
                    </a:lnTo>
                    <a:lnTo>
                      <a:pt x="168" y="44"/>
                    </a:lnTo>
                    <a:lnTo>
                      <a:pt x="159" y="62"/>
                    </a:lnTo>
                    <a:lnTo>
                      <a:pt x="150" y="70"/>
                    </a:lnTo>
                    <a:lnTo>
                      <a:pt x="141" y="70"/>
                    </a:lnTo>
                    <a:lnTo>
                      <a:pt x="124" y="70"/>
                    </a:lnTo>
                    <a:lnTo>
                      <a:pt x="106" y="62"/>
                    </a:lnTo>
                    <a:lnTo>
                      <a:pt x="88" y="53"/>
                    </a:lnTo>
                    <a:lnTo>
                      <a:pt x="71" y="62"/>
                    </a:lnTo>
                    <a:lnTo>
                      <a:pt x="44" y="70"/>
                    </a:lnTo>
                    <a:lnTo>
                      <a:pt x="26" y="70"/>
                    </a:lnTo>
                    <a:lnTo>
                      <a:pt x="18" y="62"/>
                    </a:lnTo>
                    <a:lnTo>
                      <a:pt x="9" y="53"/>
                    </a:lnTo>
                    <a:lnTo>
                      <a:pt x="0" y="35"/>
                    </a:lnTo>
                    <a:lnTo>
                      <a:pt x="9" y="17"/>
                    </a:lnTo>
                    <a:lnTo>
                      <a:pt x="26" y="9"/>
                    </a:lnTo>
                    <a:lnTo>
                      <a:pt x="44" y="0"/>
                    </a:lnTo>
                    <a:lnTo>
                      <a:pt x="132" y="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8" name="Freeform 112"/>
              <p:cNvSpPr>
                <a:spLocks noChangeArrowheads="1"/>
              </p:cNvSpPr>
              <p:nvPr/>
            </p:nvSpPr>
            <p:spPr bwMode="auto">
              <a:xfrm>
                <a:off x="6392199" y="3030990"/>
                <a:ext cx="95617" cy="95710"/>
              </a:xfrm>
              <a:custGeom>
                <a:avLst/>
                <a:gdLst>
                  <a:gd name="T0" fmla="*/ 62855030 w 80"/>
                  <a:gd name="T1" fmla="*/ 100191621 h 80"/>
                  <a:gd name="T2" fmla="*/ 62855030 w 80"/>
                  <a:gd name="T3" fmla="*/ 100191621 h 80"/>
                  <a:gd name="T4" fmla="*/ 49998129 w 80"/>
                  <a:gd name="T5" fmla="*/ 113074187 h 80"/>
                  <a:gd name="T6" fmla="*/ 24285523 w 80"/>
                  <a:gd name="T7" fmla="*/ 100191621 h 80"/>
                  <a:gd name="T8" fmla="*/ 12856901 w 80"/>
                  <a:gd name="T9" fmla="*/ 88741116 h 80"/>
                  <a:gd name="T10" fmla="*/ 0 w 80"/>
                  <a:gd name="T11" fmla="*/ 75859746 h 80"/>
                  <a:gd name="T12" fmla="*/ 0 w 80"/>
                  <a:gd name="T13" fmla="*/ 75859746 h 80"/>
                  <a:gd name="T14" fmla="*/ 0 w 80"/>
                  <a:gd name="T15" fmla="*/ 50095810 h 80"/>
                  <a:gd name="T16" fmla="*/ 12856901 w 80"/>
                  <a:gd name="T17" fmla="*/ 24331875 h 80"/>
                  <a:gd name="T18" fmla="*/ 24285523 w 80"/>
                  <a:gd name="T19" fmla="*/ 12881370 h 80"/>
                  <a:gd name="T20" fmla="*/ 37142424 w 80"/>
                  <a:gd name="T21" fmla="*/ 0 h 80"/>
                  <a:gd name="T22" fmla="*/ 37142424 w 80"/>
                  <a:gd name="T23" fmla="*/ 0 h 80"/>
                  <a:gd name="T24" fmla="*/ 88568832 w 80"/>
                  <a:gd name="T25" fmla="*/ 12881370 h 80"/>
                  <a:gd name="T26" fmla="*/ 99997454 w 80"/>
                  <a:gd name="T27" fmla="*/ 24331875 h 80"/>
                  <a:gd name="T28" fmla="*/ 112854355 w 80"/>
                  <a:gd name="T29" fmla="*/ 37214441 h 80"/>
                  <a:gd name="T30" fmla="*/ 112854355 w 80"/>
                  <a:gd name="T31" fmla="*/ 37214441 h 80"/>
                  <a:gd name="T32" fmla="*/ 112854355 w 80"/>
                  <a:gd name="T33" fmla="*/ 62978376 h 80"/>
                  <a:gd name="T34" fmla="*/ 112854355 w 80"/>
                  <a:gd name="T35" fmla="*/ 75859746 h 80"/>
                  <a:gd name="T36" fmla="*/ 88568832 w 80"/>
                  <a:gd name="T37" fmla="*/ 100191621 h 80"/>
                  <a:gd name="T38" fmla="*/ 62855030 w 80"/>
                  <a:gd name="T39" fmla="*/ 100191621 h 80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80" h="80">
                    <a:moveTo>
                      <a:pt x="44" y="70"/>
                    </a:moveTo>
                    <a:lnTo>
                      <a:pt x="44" y="70"/>
                    </a:lnTo>
                    <a:lnTo>
                      <a:pt x="35" y="79"/>
                    </a:lnTo>
                    <a:lnTo>
                      <a:pt x="17" y="70"/>
                    </a:lnTo>
                    <a:lnTo>
                      <a:pt x="9" y="62"/>
                    </a:lnTo>
                    <a:lnTo>
                      <a:pt x="0" y="53"/>
                    </a:lnTo>
                    <a:lnTo>
                      <a:pt x="0" y="35"/>
                    </a:lnTo>
                    <a:lnTo>
                      <a:pt x="9" y="17"/>
                    </a:lnTo>
                    <a:lnTo>
                      <a:pt x="17" y="9"/>
                    </a:lnTo>
                    <a:lnTo>
                      <a:pt x="26" y="0"/>
                    </a:lnTo>
                    <a:lnTo>
                      <a:pt x="62" y="9"/>
                    </a:lnTo>
                    <a:lnTo>
                      <a:pt x="70" y="17"/>
                    </a:lnTo>
                    <a:lnTo>
                      <a:pt x="79" y="26"/>
                    </a:lnTo>
                    <a:lnTo>
                      <a:pt x="79" y="44"/>
                    </a:lnTo>
                    <a:lnTo>
                      <a:pt x="79" y="53"/>
                    </a:lnTo>
                    <a:lnTo>
                      <a:pt x="62" y="70"/>
                    </a:lnTo>
                    <a:lnTo>
                      <a:pt x="44" y="7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9" name="Freeform 113"/>
              <p:cNvSpPr>
                <a:spLocks noChangeArrowheads="1"/>
              </p:cNvSpPr>
              <p:nvPr/>
            </p:nvSpPr>
            <p:spPr bwMode="auto">
              <a:xfrm>
                <a:off x="6030981" y="3052259"/>
                <a:ext cx="143427" cy="85076"/>
              </a:xfrm>
              <a:custGeom>
                <a:avLst/>
                <a:gdLst>
                  <a:gd name="T0" fmla="*/ 94885067 w 115"/>
                  <a:gd name="T1" fmla="*/ 0 h 72"/>
                  <a:gd name="T2" fmla="*/ 94885067 w 115"/>
                  <a:gd name="T3" fmla="*/ 0 h 72"/>
                  <a:gd name="T4" fmla="*/ 136882987 w 115"/>
                  <a:gd name="T5" fmla="*/ 12566434 h 72"/>
                  <a:gd name="T6" fmla="*/ 150882710 w 115"/>
                  <a:gd name="T7" fmla="*/ 25131687 h 72"/>
                  <a:gd name="T8" fmla="*/ 163325937 w 115"/>
                  <a:gd name="T9" fmla="*/ 50263373 h 72"/>
                  <a:gd name="T10" fmla="*/ 177325660 w 115"/>
                  <a:gd name="T11" fmla="*/ 73998396 h 72"/>
                  <a:gd name="T12" fmla="*/ 177325660 w 115"/>
                  <a:gd name="T13" fmla="*/ 73998396 h 72"/>
                  <a:gd name="T14" fmla="*/ 163325937 w 115"/>
                  <a:gd name="T15" fmla="*/ 86564830 h 72"/>
                  <a:gd name="T16" fmla="*/ 136882987 w 115"/>
                  <a:gd name="T17" fmla="*/ 99130083 h 72"/>
                  <a:gd name="T18" fmla="*/ 108883542 w 115"/>
                  <a:gd name="T19" fmla="*/ 99130083 h 72"/>
                  <a:gd name="T20" fmla="*/ 82440592 w 115"/>
                  <a:gd name="T21" fmla="*/ 99130083 h 72"/>
                  <a:gd name="T22" fmla="*/ 82440592 w 115"/>
                  <a:gd name="T23" fmla="*/ 99130083 h 72"/>
                  <a:gd name="T24" fmla="*/ 26442950 w 115"/>
                  <a:gd name="T25" fmla="*/ 73998396 h 72"/>
                  <a:gd name="T26" fmla="*/ 12444475 w 115"/>
                  <a:gd name="T27" fmla="*/ 50263373 h 72"/>
                  <a:gd name="T28" fmla="*/ 0 w 115"/>
                  <a:gd name="T29" fmla="*/ 37698121 h 72"/>
                  <a:gd name="T30" fmla="*/ 0 w 115"/>
                  <a:gd name="T31" fmla="*/ 37698121 h 72"/>
                  <a:gd name="T32" fmla="*/ 12444475 w 115"/>
                  <a:gd name="T33" fmla="*/ 12566434 h 72"/>
                  <a:gd name="T34" fmla="*/ 26442950 w 115"/>
                  <a:gd name="T35" fmla="*/ 0 h 72"/>
                  <a:gd name="T36" fmla="*/ 68440870 w 115"/>
                  <a:gd name="T37" fmla="*/ 0 h 72"/>
                  <a:gd name="T38" fmla="*/ 94885067 w 115"/>
                  <a:gd name="T39" fmla="*/ 0 h 7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5" h="72">
                    <a:moveTo>
                      <a:pt x="61" y="0"/>
                    </a:moveTo>
                    <a:lnTo>
                      <a:pt x="61" y="0"/>
                    </a:lnTo>
                    <a:lnTo>
                      <a:pt x="88" y="9"/>
                    </a:lnTo>
                    <a:lnTo>
                      <a:pt x="97" y="18"/>
                    </a:lnTo>
                    <a:lnTo>
                      <a:pt x="105" y="36"/>
                    </a:lnTo>
                    <a:lnTo>
                      <a:pt x="114" y="53"/>
                    </a:lnTo>
                    <a:lnTo>
                      <a:pt x="105" y="62"/>
                    </a:lnTo>
                    <a:lnTo>
                      <a:pt x="88" y="71"/>
                    </a:lnTo>
                    <a:lnTo>
                      <a:pt x="70" y="71"/>
                    </a:lnTo>
                    <a:lnTo>
                      <a:pt x="53" y="71"/>
                    </a:lnTo>
                    <a:lnTo>
                      <a:pt x="17" y="53"/>
                    </a:lnTo>
                    <a:lnTo>
                      <a:pt x="8" y="36"/>
                    </a:lnTo>
                    <a:lnTo>
                      <a:pt x="0" y="27"/>
                    </a:lnTo>
                    <a:lnTo>
                      <a:pt x="8" y="9"/>
                    </a:lnTo>
                    <a:lnTo>
                      <a:pt x="17" y="0"/>
                    </a:lnTo>
                    <a:lnTo>
                      <a:pt x="44" y="0"/>
                    </a:lnTo>
                    <a:lnTo>
                      <a:pt x="61" y="0"/>
                    </a:lnTo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06519" name="Group 9"/>
          <p:cNvGrpSpPr>
            <a:grpSpLocks/>
          </p:cNvGrpSpPr>
          <p:nvPr/>
        </p:nvGrpSpPr>
        <p:grpSpPr bwMode="auto">
          <a:xfrm>
            <a:off x="7502525" y="3108325"/>
            <a:ext cx="1174750" cy="854075"/>
            <a:chOff x="2514600" y="1657350"/>
            <a:chExt cx="3617913" cy="2630488"/>
          </a:xfrm>
        </p:grpSpPr>
        <p:sp>
          <p:nvSpPr>
            <p:cNvPr id="210" name="Freeform 114"/>
            <p:cNvSpPr>
              <a:spLocks noChangeArrowheads="1"/>
            </p:cNvSpPr>
            <p:nvPr/>
          </p:nvSpPr>
          <p:spPr bwMode="auto">
            <a:xfrm>
              <a:off x="3736868" y="1657350"/>
              <a:ext cx="1632950" cy="2630488"/>
            </a:xfrm>
            <a:custGeom>
              <a:avLst/>
              <a:gdLst>
                <a:gd name="T0" fmla="*/ 1008909640 w 1572"/>
                <a:gd name="T1" fmla="*/ 2147483646 h 2525"/>
                <a:gd name="T2" fmla="*/ 1008909640 w 1572"/>
                <a:gd name="T3" fmla="*/ 2145638535 h 2525"/>
                <a:gd name="T4" fmla="*/ 1018621121 w 1572"/>
                <a:gd name="T5" fmla="*/ 1762528012 h 2525"/>
                <a:gd name="T6" fmla="*/ 1047755567 w 1572"/>
                <a:gd name="T7" fmla="*/ 1599732579 h 2525"/>
                <a:gd name="T8" fmla="*/ 1399525407 w 1572"/>
                <a:gd name="T9" fmla="*/ 1571514996 h 2525"/>
                <a:gd name="T10" fmla="*/ 1485848421 w 1572"/>
                <a:gd name="T11" fmla="*/ 1312128044 h 2525"/>
                <a:gd name="T12" fmla="*/ 1409236889 w 1572"/>
                <a:gd name="T13" fmla="*/ 1063594329 h 2525"/>
                <a:gd name="T14" fmla="*/ 1304569157 w 1572"/>
                <a:gd name="T15" fmla="*/ 986538220 h 2525"/>
                <a:gd name="T16" fmla="*/ 1018621121 w 1572"/>
                <a:gd name="T17" fmla="*/ 1044058918 h 2525"/>
                <a:gd name="T18" fmla="*/ 1008909640 w 1572"/>
                <a:gd name="T19" fmla="*/ 833510492 h 2525"/>
                <a:gd name="T20" fmla="*/ 1209612906 w 1572"/>
                <a:gd name="T21" fmla="*/ 785757498 h 2525"/>
                <a:gd name="T22" fmla="*/ 1361758764 w 1572"/>
                <a:gd name="T23" fmla="*/ 795525203 h 2525"/>
                <a:gd name="T24" fmla="*/ 1485848421 w 1572"/>
                <a:gd name="T25" fmla="*/ 766222088 h 2525"/>
                <a:gd name="T26" fmla="*/ 1695183885 w 1572"/>
                <a:gd name="T27" fmla="*/ 498152962 h 2525"/>
                <a:gd name="T28" fmla="*/ 1476136939 w 1572"/>
                <a:gd name="T29" fmla="*/ 316907651 h 2525"/>
                <a:gd name="T30" fmla="*/ 1227956586 w 1572"/>
                <a:gd name="T31" fmla="*/ 268069125 h 2525"/>
                <a:gd name="T32" fmla="*/ 1028332603 w 1572"/>
                <a:gd name="T33" fmla="*/ 249619247 h 2525"/>
                <a:gd name="T34" fmla="*/ 1000277442 w 1572"/>
                <a:gd name="T35" fmla="*/ 220316132 h 2525"/>
                <a:gd name="T36" fmla="*/ 990565960 w 1572"/>
                <a:gd name="T37" fmla="*/ 48838526 h 2525"/>
                <a:gd name="T38" fmla="*/ 781230496 w 1572"/>
                <a:gd name="T39" fmla="*/ 19535410 h 2525"/>
                <a:gd name="T40" fmla="*/ 733752371 w 1572"/>
                <a:gd name="T41" fmla="*/ 220316132 h 2525"/>
                <a:gd name="T42" fmla="*/ 666851282 w 1572"/>
                <a:gd name="T43" fmla="*/ 268069125 h 2525"/>
                <a:gd name="T44" fmla="*/ 410037692 w 1572"/>
                <a:gd name="T45" fmla="*/ 307139946 h 2525"/>
                <a:gd name="T46" fmla="*/ 304291715 w 1572"/>
                <a:gd name="T47" fmla="*/ 374428350 h 2525"/>
                <a:gd name="T48" fmla="*/ 238469910 w 1572"/>
                <a:gd name="T49" fmla="*/ 402645933 h 2525"/>
                <a:gd name="T50" fmla="*/ 304291715 w 1572"/>
                <a:gd name="T51" fmla="*/ 775989793 h 2525"/>
                <a:gd name="T52" fmla="*/ 380904285 w 1572"/>
                <a:gd name="T53" fmla="*/ 881263485 h 2525"/>
                <a:gd name="T54" fmla="*/ 475860536 w 1572"/>
                <a:gd name="T55" fmla="*/ 871495780 h 2525"/>
                <a:gd name="T56" fmla="*/ 685194961 w 1572"/>
                <a:gd name="T57" fmla="*/ 871495780 h 2525"/>
                <a:gd name="T58" fmla="*/ 752096050 w 1572"/>
                <a:gd name="T59" fmla="*/ 1082044207 h 2525"/>
                <a:gd name="T60" fmla="*/ 562183550 w 1572"/>
                <a:gd name="T61" fmla="*/ 1101579617 h 2525"/>
                <a:gd name="T62" fmla="*/ 352849124 w 1572"/>
                <a:gd name="T63" fmla="*/ 1111347322 h 2525"/>
                <a:gd name="T64" fmla="*/ 276236553 w 1572"/>
                <a:gd name="T65" fmla="*/ 1139564906 h 2525"/>
                <a:gd name="T66" fmla="*/ 76612571 w 1572"/>
                <a:gd name="T67" fmla="*/ 1341431159 h 2525"/>
                <a:gd name="T68" fmla="*/ 37766643 w 1572"/>
                <a:gd name="T69" fmla="*/ 1484691182 h 2525"/>
                <a:gd name="T70" fmla="*/ 161857339 w 1572"/>
                <a:gd name="T71" fmla="*/ 1599732579 h 2525"/>
                <a:gd name="T72" fmla="*/ 285948035 w 1572"/>
                <a:gd name="T73" fmla="*/ 1676788688 h 2525"/>
                <a:gd name="T74" fmla="*/ 410037692 w 1572"/>
                <a:gd name="T75" fmla="*/ 1676788688 h 2525"/>
                <a:gd name="T76" fmla="*/ 533049104 w 1572"/>
                <a:gd name="T77" fmla="*/ 1647485573 h 2525"/>
                <a:gd name="T78" fmla="*/ 752096050 w 1572"/>
                <a:gd name="T79" fmla="*/ 1657253278 h 2525"/>
                <a:gd name="T80" fmla="*/ 781230496 w 1572"/>
                <a:gd name="T81" fmla="*/ 2068582426 h 2525"/>
                <a:gd name="T82" fmla="*/ 771519014 w 1572"/>
                <a:gd name="T83" fmla="*/ 2147483646 h 2525"/>
                <a:gd name="T84" fmla="*/ 1275434711 w 1572"/>
                <a:gd name="T85" fmla="*/ 1091811912 h 2525"/>
                <a:gd name="T86" fmla="*/ 1371470246 w 1572"/>
                <a:gd name="T87" fmla="*/ 1149332611 h 2525"/>
                <a:gd name="T88" fmla="*/ 1409236889 w 1572"/>
                <a:gd name="T89" fmla="*/ 1446704852 h 2525"/>
                <a:gd name="T90" fmla="*/ 1104945174 w 1572"/>
                <a:gd name="T91" fmla="*/ 1494458887 h 2525"/>
                <a:gd name="T92" fmla="*/ 371192803 w 1572"/>
                <a:gd name="T93" fmla="*/ 1580197169 h 2525"/>
                <a:gd name="T94" fmla="*/ 199623982 w 1572"/>
                <a:gd name="T95" fmla="*/ 1494458887 h 2525"/>
                <a:gd name="T96" fmla="*/ 161857339 w 1572"/>
                <a:gd name="T97" fmla="*/ 1456472557 h 2525"/>
                <a:gd name="T98" fmla="*/ 181280303 w 1572"/>
                <a:gd name="T99" fmla="*/ 1389184153 h 2525"/>
                <a:gd name="T100" fmla="*/ 276236553 w 1572"/>
                <a:gd name="T101" fmla="*/ 1264375050 h 2525"/>
                <a:gd name="T102" fmla="*/ 742384568 w 1572"/>
                <a:gd name="T103" fmla="*/ 1168868021 h 2525"/>
                <a:gd name="T104" fmla="*/ 1104945174 w 1572"/>
                <a:gd name="T105" fmla="*/ 1130882733 h 2525"/>
                <a:gd name="T106" fmla="*/ 1428658814 w 1572"/>
                <a:gd name="T107" fmla="*/ 642497475 h 2525"/>
                <a:gd name="T108" fmla="*/ 1227956586 w 1572"/>
                <a:gd name="T109" fmla="*/ 690250469 h 2525"/>
                <a:gd name="T110" fmla="*/ 913953389 w 1572"/>
                <a:gd name="T111" fmla="*/ 738004504 h 2525"/>
                <a:gd name="T112" fmla="*/ 666851282 w 1572"/>
                <a:gd name="T113" fmla="*/ 775989793 h 2525"/>
                <a:gd name="T114" fmla="*/ 466149054 w 1572"/>
                <a:gd name="T115" fmla="*/ 785757498 h 2525"/>
                <a:gd name="T116" fmla="*/ 371192803 w 1572"/>
                <a:gd name="T117" fmla="*/ 422181344 h 2525"/>
                <a:gd name="T118" fmla="*/ 828708621 w 1572"/>
                <a:gd name="T119" fmla="*/ 383110523 h 2525"/>
                <a:gd name="T120" fmla="*/ 980854478 w 1572"/>
                <a:gd name="T121" fmla="*/ 364660645 h 2525"/>
                <a:gd name="T122" fmla="*/ 1190189943 w 1572"/>
                <a:gd name="T123" fmla="*/ 364660645 h 2525"/>
                <a:gd name="T124" fmla="*/ 1381180689 w 1572"/>
                <a:gd name="T125" fmla="*/ 383110523 h 2525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572" h="2525">
                  <a:moveTo>
                    <a:pt x="935" y="2524"/>
                  </a:moveTo>
                  <a:lnTo>
                    <a:pt x="935" y="2524"/>
                  </a:lnTo>
                  <a:lnTo>
                    <a:pt x="935" y="2489"/>
                  </a:lnTo>
                  <a:lnTo>
                    <a:pt x="935" y="2409"/>
                  </a:lnTo>
                  <a:lnTo>
                    <a:pt x="935" y="2189"/>
                  </a:lnTo>
                  <a:lnTo>
                    <a:pt x="935" y="2153"/>
                  </a:lnTo>
                  <a:lnTo>
                    <a:pt x="935" y="2100"/>
                  </a:lnTo>
                  <a:lnTo>
                    <a:pt x="935" y="2074"/>
                  </a:lnTo>
                  <a:lnTo>
                    <a:pt x="935" y="1977"/>
                  </a:lnTo>
                  <a:lnTo>
                    <a:pt x="944" y="1853"/>
                  </a:lnTo>
                  <a:lnTo>
                    <a:pt x="953" y="1765"/>
                  </a:lnTo>
                  <a:lnTo>
                    <a:pt x="944" y="1668"/>
                  </a:lnTo>
                  <a:lnTo>
                    <a:pt x="944" y="1624"/>
                  </a:lnTo>
                  <a:lnTo>
                    <a:pt x="935" y="1527"/>
                  </a:lnTo>
                  <a:lnTo>
                    <a:pt x="935" y="1483"/>
                  </a:lnTo>
                  <a:lnTo>
                    <a:pt x="935" y="1474"/>
                  </a:lnTo>
                  <a:lnTo>
                    <a:pt x="944" y="1474"/>
                  </a:lnTo>
                  <a:lnTo>
                    <a:pt x="971" y="1474"/>
                  </a:lnTo>
                  <a:lnTo>
                    <a:pt x="1015" y="1465"/>
                  </a:lnTo>
                  <a:lnTo>
                    <a:pt x="1085" y="1465"/>
                  </a:lnTo>
                  <a:lnTo>
                    <a:pt x="1297" y="1448"/>
                  </a:lnTo>
                  <a:lnTo>
                    <a:pt x="1341" y="1439"/>
                  </a:lnTo>
                  <a:lnTo>
                    <a:pt x="1377" y="1412"/>
                  </a:lnTo>
                  <a:lnTo>
                    <a:pt x="1394" y="1395"/>
                  </a:lnTo>
                  <a:lnTo>
                    <a:pt x="1394" y="1377"/>
                  </a:lnTo>
                  <a:lnTo>
                    <a:pt x="1394" y="1359"/>
                  </a:lnTo>
                  <a:lnTo>
                    <a:pt x="1377" y="1209"/>
                  </a:lnTo>
                  <a:lnTo>
                    <a:pt x="1368" y="1183"/>
                  </a:lnTo>
                  <a:lnTo>
                    <a:pt x="1359" y="1139"/>
                  </a:lnTo>
                  <a:lnTo>
                    <a:pt x="1350" y="1059"/>
                  </a:lnTo>
                  <a:lnTo>
                    <a:pt x="1332" y="1015"/>
                  </a:lnTo>
                  <a:lnTo>
                    <a:pt x="1306" y="980"/>
                  </a:lnTo>
                  <a:lnTo>
                    <a:pt x="1288" y="953"/>
                  </a:lnTo>
                  <a:lnTo>
                    <a:pt x="1271" y="918"/>
                  </a:lnTo>
                  <a:lnTo>
                    <a:pt x="1262" y="909"/>
                  </a:lnTo>
                  <a:lnTo>
                    <a:pt x="1244" y="909"/>
                  </a:lnTo>
                  <a:lnTo>
                    <a:pt x="1209" y="909"/>
                  </a:lnTo>
                  <a:lnTo>
                    <a:pt x="997" y="953"/>
                  </a:lnTo>
                  <a:lnTo>
                    <a:pt x="988" y="962"/>
                  </a:lnTo>
                  <a:lnTo>
                    <a:pt x="962" y="962"/>
                  </a:lnTo>
                  <a:lnTo>
                    <a:pt x="953" y="962"/>
                  </a:lnTo>
                  <a:lnTo>
                    <a:pt x="944" y="962"/>
                  </a:lnTo>
                  <a:lnTo>
                    <a:pt x="944" y="953"/>
                  </a:lnTo>
                  <a:lnTo>
                    <a:pt x="927" y="918"/>
                  </a:lnTo>
                  <a:lnTo>
                    <a:pt x="927" y="892"/>
                  </a:lnTo>
                  <a:lnTo>
                    <a:pt x="935" y="839"/>
                  </a:lnTo>
                  <a:lnTo>
                    <a:pt x="935" y="803"/>
                  </a:lnTo>
                  <a:lnTo>
                    <a:pt x="935" y="768"/>
                  </a:lnTo>
                  <a:lnTo>
                    <a:pt x="935" y="759"/>
                  </a:lnTo>
                  <a:lnTo>
                    <a:pt x="953" y="750"/>
                  </a:lnTo>
                  <a:lnTo>
                    <a:pt x="988" y="750"/>
                  </a:lnTo>
                  <a:lnTo>
                    <a:pt x="1059" y="733"/>
                  </a:lnTo>
                  <a:lnTo>
                    <a:pt x="1121" y="724"/>
                  </a:lnTo>
                  <a:lnTo>
                    <a:pt x="1200" y="715"/>
                  </a:lnTo>
                  <a:lnTo>
                    <a:pt x="1218" y="715"/>
                  </a:lnTo>
                  <a:lnTo>
                    <a:pt x="1244" y="715"/>
                  </a:lnTo>
                  <a:lnTo>
                    <a:pt x="1262" y="733"/>
                  </a:lnTo>
                  <a:lnTo>
                    <a:pt x="1280" y="742"/>
                  </a:lnTo>
                  <a:lnTo>
                    <a:pt x="1288" y="742"/>
                  </a:lnTo>
                  <a:lnTo>
                    <a:pt x="1306" y="742"/>
                  </a:lnTo>
                  <a:lnTo>
                    <a:pt x="1332" y="733"/>
                  </a:lnTo>
                  <a:lnTo>
                    <a:pt x="1359" y="724"/>
                  </a:lnTo>
                  <a:lnTo>
                    <a:pt x="1377" y="706"/>
                  </a:lnTo>
                  <a:lnTo>
                    <a:pt x="1394" y="680"/>
                  </a:lnTo>
                  <a:lnTo>
                    <a:pt x="1438" y="618"/>
                  </a:lnTo>
                  <a:lnTo>
                    <a:pt x="1562" y="477"/>
                  </a:lnTo>
                  <a:lnTo>
                    <a:pt x="1571" y="459"/>
                  </a:lnTo>
                  <a:lnTo>
                    <a:pt x="1553" y="442"/>
                  </a:lnTo>
                  <a:lnTo>
                    <a:pt x="1527" y="415"/>
                  </a:lnTo>
                  <a:lnTo>
                    <a:pt x="1456" y="353"/>
                  </a:lnTo>
                  <a:lnTo>
                    <a:pt x="1368" y="292"/>
                  </a:lnTo>
                  <a:lnTo>
                    <a:pt x="1332" y="265"/>
                  </a:lnTo>
                  <a:lnTo>
                    <a:pt x="1297" y="247"/>
                  </a:lnTo>
                  <a:lnTo>
                    <a:pt x="1262" y="239"/>
                  </a:lnTo>
                  <a:lnTo>
                    <a:pt x="1227" y="239"/>
                  </a:lnTo>
                  <a:lnTo>
                    <a:pt x="1191" y="239"/>
                  </a:lnTo>
                  <a:lnTo>
                    <a:pt x="1138" y="247"/>
                  </a:lnTo>
                  <a:lnTo>
                    <a:pt x="1077" y="247"/>
                  </a:lnTo>
                  <a:lnTo>
                    <a:pt x="1032" y="247"/>
                  </a:lnTo>
                  <a:lnTo>
                    <a:pt x="1006" y="247"/>
                  </a:lnTo>
                  <a:lnTo>
                    <a:pt x="962" y="230"/>
                  </a:lnTo>
                  <a:lnTo>
                    <a:pt x="953" y="230"/>
                  </a:lnTo>
                  <a:lnTo>
                    <a:pt x="935" y="230"/>
                  </a:lnTo>
                  <a:lnTo>
                    <a:pt x="927" y="221"/>
                  </a:lnTo>
                  <a:lnTo>
                    <a:pt x="927" y="212"/>
                  </a:lnTo>
                  <a:lnTo>
                    <a:pt x="927" y="203"/>
                  </a:lnTo>
                  <a:lnTo>
                    <a:pt x="927" y="168"/>
                  </a:lnTo>
                  <a:lnTo>
                    <a:pt x="927" y="124"/>
                  </a:lnTo>
                  <a:lnTo>
                    <a:pt x="927" y="71"/>
                  </a:lnTo>
                  <a:lnTo>
                    <a:pt x="918" y="45"/>
                  </a:lnTo>
                  <a:lnTo>
                    <a:pt x="891" y="27"/>
                  </a:lnTo>
                  <a:lnTo>
                    <a:pt x="838" y="9"/>
                  </a:lnTo>
                  <a:lnTo>
                    <a:pt x="794" y="0"/>
                  </a:lnTo>
                  <a:lnTo>
                    <a:pt x="759" y="9"/>
                  </a:lnTo>
                  <a:lnTo>
                    <a:pt x="724" y="18"/>
                  </a:lnTo>
                  <a:lnTo>
                    <a:pt x="697" y="36"/>
                  </a:lnTo>
                  <a:lnTo>
                    <a:pt x="688" y="62"/>
                  </a:lnTo>
                  <a:lnTo>
                    <a:pt x="680" y="150"/>
                  </a:lnTo>
                  <a:lnTo>
                    <a:pt x="680" y="203"/>
                  </a:lnTo>
                  <a:lnTo>
                    <a:pt x="680" y="239"/>
                  </a:lnTo>
                  <a:lnTo>
                    <a:pt x="680" y="247"/>
                  </a:lnTo>
                  <a:lnTo>
                    <a:pt x="671" y="247"/>
                  </a:lnTo>
                  <a:lnTo>
                    <a:pt x="653" y="247"/>
                  </a:lnTo>
                  <a:lnTo>
                    <a:pt x="618" y="247"/>
                  </a:lnTo>
                  <a:lnTo>
                    <a:pt x="600" y="256"/>
                  </a:lnTo>
                  <a:lnTo>
                    <a:pt x="521" y="265"/>
                  </a:lnTo>
                  <a:lnTo>
                    <a:pt x="468" y="274"/>
                  </a:lnTo>
                  <a:lnTo>
                    <a:pt x="380" y="283"/>
                  </a:lnTo>
                  <a:lnTo>
                    <a:pt x="335" y="292"/>
                  </a:lnTo>
                  <a:lnTo>
                    <a:pt x="309" y="300"/>
                  </a:lnTo>
                  <a:lnTo>
                    <a:pt x="300" y="318"/>
                  </a:lnTo>
                  <a:lnTo>
                    <a:pt x="291" y="336"/>
                  </a:lnTo>
                  <a:lnTo>
                    <a:pt x="291" y="345"/>
                  </a:lnTo>
                  <a:lnTo>
                    <a:pt x="282" y="345"/>
                  </a:lnTo>
                  <a:lnTo>
                    <a:pt x="274" y="345"/>
                  </a:lnTo>
                  <a:lnTo>
                    <a:pt x="265" y="345"/>
                  </a:lnTo>
                  <a:lnTo>
                    <a:pt x="238" y="353"/>
                  </a:lnTo>
                  <a:lnTo>
                    <a:pt x="221" y="353"/>
                  </a:lnTo>
                  <a:lnTo>
                    <a:pt x="221" y="371"/>
                  </a:lnTo>
                  <a:lnTo>
                    <a:pt x="230" y="397"/>
                  </a:lnTo>
                  <a:lnTo>
                    <a:pt x="247" y="450"/>
                  </a:lnTo>
                  <a:lnTo>
                    <a:pt x="256" y="512"/>
                  </a:lnTo>
                  <a:lnTo>
                    <a:pt x="274" y="627"/>
                  </a:lnTo>
                  <a:lnTo>
                    <a:pt x="282" y="715"/>
                  </a:lnTo>
                  <a:lnTo>
                    <a:pt x="282" y="733"/>
                  </a:lnTo>
                  <a:lnTo>
                    <a:pt x="291" y="768"/>
                  </a:lnTo>
                  <a:lnTo>
                    <a:pt x="300" y="786"/>
                  </a:lnTo>
                  <a:lnTo>
                    <a:pt x="309" y="803"/>
                  </a:lnTo>
                  <a:lnTo>
                    <a:pt x="327" y="812"/>
                  </a:lnTo>
                  <a:lnTo>
                    <a:pt x="353" y="812"/>
                  </a:lnTo>
                  <a:lnTo>
                    <a:pt x="380" y="812"/>
                  </a:lnTo>
                  <a:lnTo>
                    <a:pt x="397" y="812"/>
                  </a:lnTo>
                  <a:lnTo>
                    <a:pt x="441" y="803"/>
                  </a:lnTo>
                  <a:lnTo>
                    <a:pt x="538" y="795"/>
                  </a:lnTo>
                  <a:lnTo>
                    <a:pt x="591" y="803"/>
                  </a:lnTo>
                  <a:lnTo>
                    <a:pt x="609" y="803"/>
                  </a:lnTo>
                  <a:lnTo>
                    <a:pt x="635" y="803"/>
                  </a:lnTo>
                  <a:lnTo>
                    <a:pt x="653" y="803"/>
                  </a:lnTo>
                  <a:lnTo>
                    <a:pt x="680" y="795"/>
                  </a:lnTo>
                  <a:lnTo>
                    <a:pt x="697" y="795"/>
                  </a:lnTo>
                  <a:lnTo>
                    <a:pt x="715" y="795"/>
                  </a:lnTo>
                  <a:lnTo>
                    <a:pt x="724" y="989"/>
                  </a:lnTo>
                  <a:lnTo>
                    <a:pt x="697" y="997"/>
                  </a:lnTo>
                  <a:lnTo>
                    <a:pt x="671" y="997"/>
                  </a:lnTo>
                  <a:lnTo>
                    <a:pt x="627" y="1006"/>
                  </a:lnTo>
                  <a:lnTo>
                    <a:pt x="547" y="1015"/>
                  </a:lnTo>
                  <a:lnTo>
                    <a:pt x="521" y="1015"/>
                  </a:lnTo>
                  <a:lnTo>
                    <a:pt x="441" y="1015"/>
                  </a:lnTo>
                  <a:lnTo>
                    <a:pt x="362" y="1033"/>
                  </a:lnTo>
                  <a:lnTo>
                    <a:pt x="353" y="1033"/>
                  </a:lnTo>
                  <a:lnTo>
                    <a:pt x="327" y="1024"/>
                  </a:lnTo>
                  <a:lnTo>
                    <a:pt x="318" y="1024"/>
                  </a:lnTo>
                  <a:lnTo>
                    <a:pt x="291" y="1033"/>
                  </a:lnTo>
                  <a:lnTo>
                    <a:pt x="256" y="1050"/>
                  </a:lnTo>
                  <a:lnTo>
                    <a:pt x="150" y="1130"/>
                  </a:lnTo>
                  <a:lnTo>
                    <a:pt x="132" y="1156"/>
                  </a:lnTo>
                  <a:lnTo>
                    <a:pt x="115" y="1174"/>
                  </a:lnTo>
                  <a:lnTo>
                    <a:pt x="97" y="1209"/>
                  </a:lnTo>
                  <a:lnTo>
                    <a:pt x="71" y="1236"/>
                  </a:lnTo>
                  <a:lnTo>
                    <a:pt x="35" y="1245"/>
                  </a:lnTo>
                  <a:lnTo>
                    <a:pt x="9" y="1280"/>
                  </a:lnTo>
                  <a:lnTo>
                    <a:pt x="0" y="1306"/>
                  </a:lnTo>
                  <a:lnTo>
                    <a:pt x="9" y="1342"/>
                  </a:lnTo>
                  <a:lnTo>
                    <a:pt x="35" y="1368"/>
                  </a:lnTo>
                  <a:lnTo>
                    <a:pt x="35" y="1377"/>
                  </a:lnTo>
                  <a:lnTo>
                    <a:pt x="53" y="1386"/>
                  </a:lnTo>
                  <a:lnTo>
                    <a:pt x="71" y="1412"/>
                  </a:lnTo>
                  <a:lnTo>
                    <a:pt x="97" y="1439"/>
                  </a:lnTo>
                  <a:lnTo>
                    <a:pt x="150" y="1474"/>
                  </a:lnTo>
                  <a:lnTo>
                    <a:pt x="185" y="1492"/>
                  </a:lnTo>
                  <a:lnTo>
                    <a:pt x="221" y="1518"/>
                  </a:lnTo>
                  <a:lnTo>
                    <a:pt x="238" y="1536"/>
                  </a:lnTo>
                  <a:lnTo>
                    <a:pt x="265" y="1545"/>
                  </a:lnTo>
                  <a:lnTo>
                    <a:pt x="274" y="1545"/>
                  </a:lnTo>
                  <a:lnTo>
                    <a:pt x="300" y="1562"/>
                  </a:lnTo>
                  <a:lnTo>
                    <a:pt x="318" y="1562"/>
                  </a:lnTo>
                  <a:lnTo>
                    <a:pt x="353" y="1553"/>
                  </a:lnTo>
                  <a:lnTo>
                    <a:pt x="380" y="1545"/>
                  </a:lnTo>
                  <a:lnTo>
                    <a:pt x="397" y="1536"/>
                  </a:lnTo>
                  <a:lnTo>
                    <a:pt x="415" y="1536"/>
                  </a:lnTo>
                  <a:lnTo>
                    <a:pt x="441" y="1527"/>
                  </a:lnTo>
                  <a:lnTo>
                    <a:pt x="494" y="1518"/>
                  </a:lnTo>
                  <a:lnTo>
                    <a:pt x="547" y="1500"/>
                  </a:lnTo>
                  <a:lnTo>
                    <a:pt x="609" y="1500"/>
                  </a:lnTo>
                  <a:lnTo>
                    <a:pt x="680" y="1492"/>
                  </a:lnTo>
                  <a:lnTo>
                    <a:pt x="688" y="1492"/>
                  </a:lnTo>
                  <a:lnTo>
                    <a:pt x="688" y="1500"/>
                  </a:lnTo>
                  <a:lnTo>
                    <a:pt x="697" y="1527"/>
                  </a:lnTo>
                  <a:lnTo>
                    <a:pt x="706" y="1580"/>
                  </a:lnTo>
                  <a:lnTo>
                    <a:pt x="706" y="1659"/>
                  </a:lnTo>
                  <a:lnTo>
                    <a:pt x="715" y="1739"/>
                  </a:lnTo>
                  <a:lnTo>
                    <a:pt x="724" y="1845"/>
                  </a:lnTo>
                  <a:lnTo>
                    <a:pt x="724" y="1906"/>
                  </a:lnTo>
                  <a:lnTo>
                    <a:pt x="724" y="1959"/>
                  </a:lnTo>
                  <a:lnTo>
                    <a:pt x="724" y="1968"/>
                  </a:lnTo>
                  <a:lnTo>
                    <a:pt x="724" y="1977"/>
                  </a:lnTo>
                  <a:lnTo>
                    <a:pt x="715" y="2039"/>
                  </a:lnTo>
                  <a:lnTo>
                    <a:pt x="724" y="2189"/>
                  </a:lnTo>
                  <a:lnTo>
                    <a:pt x="732" y="2524"/>
                  </a:lnTo>
                  <a:lnTo>
                    <a:pt x="935" y="2524"/>
                  </a:lnTo>
                  <a:close/>
                  <a:moveTo>
                    <a:pt x="1121" y="1015"/>
                  </a:moveTo>
                  <a:lnTo>
                    <a:pt x="1121" y="1015"/>
                  </a:lnTo>
                  <a:lnTo>
                    <a:pt x="1182" y="1006"/>
                  </a:lnTo>
                  <a:lnTo>
                    <a:pt x="1200" y="1006"/>
                  </a:lnTo>
                  <a:lnTo>
                    <a:pt x="1218" y="1015"/>
                  </a:lnTo>
                  <a:lnTo>
                    <a:pt x="1235" y="1024"/>
                  </a:lnTo>
                  <a:lnTo>
                    <a:pt x="1253" y="1042"/>
                  </a:lnTo>
                  <a:lnTo>
                    <a:pt x="1271" y="1059"/>
                  </a:lnTo>
                  <a:lnTo>
                    <a:pt x="1271" y="1077"/>
                  </a:lnTo>
                  <a:lnTo>
                    <a:pt x="1306" y="1289"/>
                  </a:lnTo>
                  <a:lnTo>
                    <a:pt x="1306" y="1315"/>
                  </a:lnTo>
                  <a:lnTo>
                    <a:pt x="1306" y="1333"/>
                  </a:lnTo>
                  <a:lnTo>
                    <a:pt x="1280" y="1350"/>
                  </a:lnTo>
                  <a:lnTo>
                    <a:pt x="1253" y="1350"/>
                  </a:lnTo>
                  <a:lnTo>
                    <a:pt x="1165" y="1359"/>
                  </a:lnTo>
                  <a:lnTo>
                    <a:pt x="1050" y="1368"/>
                  </a:lnTo>
                  <a:lnTo>
                    <a:pt x="1024" y="1377"/>
                  </a:lnTo>
                  <a:lnTo>
                    <a:pt x="812" y="1403"/>
                  </a:lnTo>
                  <a:lnTo>
                    <a:pt x="600" y="1421"/>
                  </a:lnTo>
                  <a:lnTo>
                    <a:pt x="494" y="1430"/>
                  </a:lnTo>
                  <a:lnTo>
                    <a:pt x="380" y="1456"/>
                  </a:lnTo>
                  <a:lnTo>
                    <a:pt x="344" y="1456"/>
                  </a:lnTo>
                  <a:lnTo>
                    <a:pt x="318" y="1456"/>
                  </a:lnTo>
                  <a:lnTo>
                    <a:pt x="291" y="1448"/>
                  </a:lnTo>
                  <a:lnTo>
                    <a:pt x="238" y="1412"/>
                  </a:lnTo>
                  <a:lnTo>
                    <a:pt x="203" y="1386"/>
                  </a:lnTo>
                  <a:lnTo>
                    <a:pt x="185" y="1377"/>
                  </a:lnTo>
                  <a:lnTo>
                    <a:pt x="168" y="1368"/>
                  </a:lnTo>
                  <a:lnTo>
                    <a:pt x="168" y="1359"/>
                  </a:lnTo>
                  <a:lnTo>
                    <a:pt x="159" y="1350"/>
                  </a:lnTo>
                  <a:lnTo>
                    <a:pt x="150" y="1342"/>
                  </a:lnTo>
                  <a:lnTo>
                    <a:pt x="132" y="1324"/>
                  </a:lnTo>
                  <a:lnTo>
                    <a:pt x="132" y="1306"/>
                  </a:lnTo>
                  <a:lnTo>
                    <a:pt x="141" y="1289"/>
                  </a:lnTo>
                  <a:lnTo>
                    <a:pt x="159" y="1280"/>
                  </a:lnTo>
                  <a:lnTo>
                    <a:pt x="168" y="1280"/>
                  </a:lnTo>
                  <a:lnTo>
                    <a:pt x="185" y="1262"/>
                  </a:lnTo>
                  <a:lnTo>
                    <a:pt x="194" y="1245"/>
                  </a:lnTo>
                  <a:lnTo>
                    <a:pt x="221" y="1209"/>
                  </a:lnTo>
                  <a:lnTo>
                    <a:pt x="256" y="1165"/>
                  </a:lnTo>
                  <a:lnTo>
                    <a:pt x="291" y="1139"/>
                  </a:lnTo>
                  <a:lnTo>
                    <a:pt x="327" y="1121"/>
                  </a:lnTo>
                  <a:lnTo>
                    <a:pt x="380" y="1112"/>
                  </a:lnTo>
                  <a:lnTo>
                    <a:pt x="485" y="1103"/>
                  </a:lnTo>
                  <a:lnTo>
                    <a:pt x="582" y="1095"/>
                  </a:lnTo>
                  <a:lnTo>
                    <a:pt x="688" y="1077"/>
                  </a:lnTo>
                  <a:lnTo>
                    <a:pt x="768" y="1068"/>
                  </a:lnTo>
                  <a:lnTo>
                    <a:pt x="821" y="1068"/>
                  </a:lnTo>
                  <a:lnTo>
                    <a:pt x="918" y="1050"/>
                  </a:lnTo>
                  <a:lnTo>
                    <a:pt x="1024" y="1042"/>
                  </a:lnTo>
                  <a:lnTo>
                    <a:pt x="1121" y="1015"/>
                  </a:lnTo>
                  <a:close/>
                  <a:moveTo>
                    <a:pt x="1412" y="495"/>
                  </a:moveTo>
                  <a:lnTo>
                    <a:pt x="1412" y="495"/>
                  </a:lnTo>
                  <a:lnTo>
                    <a:pt x="1385" y="521"/>
                  </a:lnTo>
                  <a:lnTo>
                    <a:pt x="1324" y="592"/>
                  </a:lnTo>
                  <a:lnTo>
                    <a:pt x="1288" y="618"/>
                  </a:lnTo>
                  <a:lnTo>
                    <a:pt x="1235" y="627"/>
                  </a:lnTo>
                  <a:lnTo>
                    <a:pt x="1227" y="627"/>
                  </a:lnTo>
                  <a:lnTo>
                    <a:pt x="1138" y="636"/>
                  </a:lnTo>
                  <a:lnTo>
                    <a:pt x="1103" y="645"/>
                  </a:lnTo>
                  <a:lnTo>
                    <a:pt x="1032" y="653"/>
                  </a:lnTo>
                  <a:lnTo>
                    <a:pt x="874" y="671"/>
                  </a:lnTo>
                  <a:lnTo>
                    <a:pt x="847" y="680"/>
                  </a:lnTo>
                  <a:lnTo>
                    <a:pt x="759" y="689"/>
                  </a:lnTo>
                  <a:lnTo>
                    <a:pt x="671" y="706"/>
                  </a:lnTo>
                  <a:lnTo>
                    <a:pt x="635" y="715"/>
                  </a:lnTo>
                  <a:lnTo>
                    <a:pt x="618" y="715"/>
                  </a:lnTo>
                  <a:lnTo>
                    <a:pt x="574" y="706"/>
                  </a:lnTo>
                  <a:lnTo>
                    <a:pt x="512" y="715"/>
                  </a:lnTo>
                  <a:lnTo>
                    <a:pt x="450" y="724"/>
                  </a:lnTo>
                  <a:lnTo>
                    <a:pt x="432" y="724"/>
                  </a:lnTo>
                  <a:lnTo>
                    <a:pt x="415" y="724"/>
                  </a:lnTo>
                  <a:lnTo>
                    <a:pt x="406" y="724"/>
                  </a:lnTo>
                  <a:lnTo>
                    <a:pt x="397" y="724"/>
                  </a:lnTo>
                  <a:lnTo>
                    <a:pt x="327" y="389"/>
                  </a:lnTo>
                  <a:lnTo>
                    <a:pt x="344" y="389"/>
                  </a:lnTo>
                  <a:lnTo>
                    <a:pt x="468" y="371"/>
                  </a:lnTo>
                  <a:lnTo>
                    <a:pt x="565" y="353"/>
                  </a:lnTo>
                  <a:lnTo>
                    <a:pt x="680" y="345"/>
                  </a:lnTo>
                  <a:lnTo>
                    <a:pt x="741" y="353"/>
                  </a:lnTo>
                  <a:lnTo>
                    <a:pt x="768" y="353"/>
                  </a:lnTo>
                  <a:lnTo>
                    <a:pt x="838" y="345"/>
                  </a:lnTo>
                  <a:lnTo>
                    <a:pt x="882" y="336"/>
                  </a:lnTo>
                  <a:lnTo>
                    <a:pt x="891" y="336"/>
                  </a:lnTo>
                  <a:lnTo>
                    <a:pt x="909" y="336"/>
                  </a:lnTo>
                  <a:lnTo>
                    <a:pt x="935" y="336"/>
                  </a:lnTo>
                  <a:lnTo>
                    <a:pt x="971" y="345"/>
                  </a:lnTo>
                  <a:lnTo>
                    <a:pt x="1006" y="345"/>
                  </a:lnTo>
                  <a:lnTo>
                    <a:pt x="1103" y="336"/>
                  </a:lnTo>
                  <a:lnTo>
                    <a:pt x="1165" y="336"/>
                  </a:lnTo>
                  <a:lnTo>
                    <a:pt x="1209" y="336"/>
                  </a:lnTo>
                  <a:lnTo>
                    <a:pt x="1244" y="336"/>
                  </a:lnTo>
                  <a:lnTo>
                    <a:pt x="1262" y="345"/>
                  </a:lnTo>
                  <a:lnTo>
                    <a:pt x="1280" y="353"/>
                  </a:lnTo>
                  <a:lnTo>
                    <a:pt x="1315" y="380"/>
                  </a:lnTo>
                  <a:lnTo>
                    <a:pt x="1368" y="424"/>
                  </a:lnTo>
                  <a:lnTo>
                    <a:pt x="1412" y="477"/>
                  </a:lnTo>
                  <a:lnTo>
                    <a:pt x="1421" y="486"/>
                  </a:lnTo>
                  <a:lnTo>
                    <a:pt x="1412" y="495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1" name="Freeform 115"/>
            <p:cNvSpPr>
              <a:spLocks noChangeArrowheads="1"/>
            </p:cNvSpPr>
            <p:nvPr/>
          </p:nvSpPr>
          <p:spPr bwMode="auto">
            <a:xfrm>
              <a:off x="3966656" y="2845472"/>
              <a:ext cx="14666" cy="19558"/>
            </a:xfrm>
            <a:custGeom>
              <a:avLst/>
              <a:gdLst>
                <a:gd name="T0" fmla="*/ 11285487 w 18"/>
                <a:gd name="T1" fmla="*/ 0 h 18"/>
                <a:gd name="T2" fmla="*/ 11285487 w 18"/>
                <a:gd name="T3" fmla="*/ 0 h 18"/>
                <a:gd name="T4" fmla="*/ 0 w 18"/>
                <a:gd name="T5" fmla="*/ 20069768 h 18"/>
                <a:gd name="T6" fmla="*/ 0 w 18"/>
                <a:gd name="T7" fmla="*/ 20069768 h 18"/>
                <a:gd name="T8" fmla="*/ 11285487 w 18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">
                  <a:moveTo>
                    <a:pt x="17" y="0"/>
                  </a:moveTo>
                  <a:lnTo>
                    <a:pt x="17" y="0"/>
                  </a:lnTo>
                  <a:lnTo>
                    <a:pt x="0" y="17"/>
                  </a:lnTo>
                  <a:lnTo>
                    <a:pt x="17" y="0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2" name="Freeform 116"/>
            <p:cNvSpPr>
              <a:spLocks noChangeArrowheads="1"/>
            </p:cNvSpPr>
            <p:nvPr/>
          </p:nvSpPr>
          <p:spPr bwMode="auto">
            <a:xfrm>
              <a:off x="3976434" y="2938368"/>
              <a:ext cx="4888" cy="9779"/>
            </a:xfrm>
            <a:custGeom>
              <a:avLst/>
              <a:gdLst>
                <a:gd name="T0" fmla="*/ 0 w 9"/>
                <a:gd name="T1" fmla="*/ 0 h 10"/>
                <a:gd name="T2" fmla="*/ 0 w 9"/>
                <a:gd name="T3" fmla="*/ 0 h 10"/>
                <a:gd name="T4" fmla="*/ 2359818 w 9"/>
                <a:gd name="T5" fmla="*/ 8606498 h 10"/>
                <a:gd name="T6" fmla="*/ 2359818 w 9"/>
                <a:gd name="T7" fmla="*/ 8606498 h 10"/>
                <a:gd name="T8" fmla="*/ 0 w 9"/>
                <a:gd name="T9" fmla="*/ 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0" y="0"/>
                  </a:moveTo>
                  <a:lnTo>
                    <a:pt x="0" y="0"/>
                  </a:lnTo>
                  <a:lnTo>
                    <a:pt x="8" y="9"/>
                  </a:lnTo>
                  <a:lnTo>
                    <a:pt x="0" y="0"/>
                  </a:lnTo>
                </a:path>
              </a:pathLst>
            </a:custGeom>
            <a:solidFill>
              <a:srgbClr val="E0E1E2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29ABE2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6523" name="Group 212"/>
            <p:cNvGrpSpPr>
              <a:grpSpLocks/>
            </p:cNvGrpSpPr>
            <p:nvPr/>
          </p:nvGrpSpPr>
          <p:grpSpPr bwMode="auto">
            <a:xfrm>
              <a:off x="2514600" y="2368550"/>
              <a:ext cx="3617913" cy="1727200"/>
              <a:chOff x="2514600" y="2368917"/>
              <a:chExt cx="3617522" cy="1726128"/>
            </a:xfrm>
          </p:grpSpPr>
          <p:sp>
            <p:nvSpPr>
              <p:cNvPr id="214" name="Freeform 117"/>
              <p:cNvSpPr>
                <a:spLocks noChangeArrowheads="1"/>
              </p:cNvSpPr>
              <p:nvPr/>
            </p:nvSpPr>
            <p:spPr bwMode="auto">
              <a:xfrm>
                <a:off x="5408618" y="2953041"/>
                <a:ext cx="19554" cy="19545"/>
              </a:xfrm>
              <a:custGeom>
                <a:avLst/>
                <a:gdLst>
                  <a:gd name="T0" fmla="*/ 19065150 w 19"/>
                  <a:gd name="T1" fmla="*/ 0 h 18"/>
                  <a:gd name="T2" fmla="*/ 19065150 w 19"/>
                  <a:gd name="T3" fmla="*/ 0 h 18"/>
                  <a:gd name="T4" fmla="*/ 0 w 19"/>
                  <a:gd name="T5" fmla="*/ 20043398 h 18"/>
                  <a:gd name="T6" fmla="*/ 0 w 19"/>
                  <a:gd name="T7" fmla="*/ 20043398 h 18"/>
                  <a:gd name="T8" fmla="*/ 19065150 w 19"/>
                  <a:gd name="T9" fmla="*/ 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8">
                    <a:moveTo>
                      <a:pt x="18" y="0"/>
                    </a:moveTo>
                    <a:lnTo>
                      <a:pt x="18" y="0"/>
                    </a:lnTo>
                    <a:lnTo>
                      <a:pt x="0" y="17"/>
                    </a:lnTo>
                    <a:lnTo>
                      <a:pt x="18" y="0"/>
                    </a:lnTo>
                  </a:path>
                </a:pathLst>
              </a:custGeom>
              <a:solidFill>
                <a:srgbClr val="E0E1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5" name="Freeform 118"/>
              <p:cNvSpPr>
                <a:spLocks noChangeArrowheads="1"/>
              </p:cNvSpPr>
              <p:nvPr/>
            </p:nvSpPr>
            <p:spPr bwMode="auto">
              <a:xfrm>
                <a:off x="5408618" y="3031222"/>
                <a:ext cx="9777" cy="4885"/>
              </a:xfrm>
              <a:custGeom>
                <a:avLst/>
                <a:gdLst>
                  <a:gd name="T0" fmla="*/ 0 w 10"/>
                  <a:gd name="T1" fmla="*/ 0 h 10"/>
                  <a:gd name="T2" fmla="*/ 0 w 10"/>
                  <a:gd name="T3" fmla="*/ 0 h 10"/>
                  <a:gd name="T4" fmla="*/ 8602782 w 10"/>
                  <a:gd name="T5" fmla="*/ 2147935 h 10"/>
                  <a:gd name="T6" fmla="*/ 8602782 w 10"/>
                  <a:gd name="T7" fmla="*/ 2147935 h 10"/>
                  <a:gd name="T8" fmla="*/ 0 w 10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0"/>
                    </a:moveTo>
                    <a:lnTo>
                      <a:pt x="0" y="0"/>
                    </a:lnTo>
                    <a:lnTo>
                      <a:pt x="9" y="9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E0E1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6" name="Freeform 119"/>
              <p:cNvSpPr>
                <a:spLocks noChangeArrowheads="1"/>
              </p:cNvSpPr>
              <p:nvPr/>
            </p:nvSpPr>
            <p:spPr bwMode="auto">
              <a:xfrm>
                <a:off x="2514600" y="2366679"/>
                <a:ext cx="1295465" cy="1729766"/>
              </a:xfrm>
              <a:custGeom>
                <a:avLst/>
                <a:gdLst>
                  <a:gd name="T0" fmla="*/ 162406568 w 1245"/>
                  <a:gd name="T1" fmla="*/ 546168404 h 1660"/>
                  <a:gd name="T2" fmla="*/ 267429760 w 1245"/>
                  <a:gd name="T3" fmla="*/ 593944333 h 1660"/>
                  <a:gd name="T4" fmla="*/ 324813136 w 1245"/>
                  <a:gd name="T5" fmla="*/ 564626883 h 1660"/>
                  <a:gd name="T6" fmla="*/ 534859519 w 1245"/>
                  <a:gd name="T7" fmla="*/ 603716469 h 1660"/>
                  <a:gd name="T8" fmla="*/ 515370315 w 1245"/>
                  <a:gd name="T9" fmla="*/ 709041504 h 1660"/>
                  <a:gd name="T10" fmla="*/ 285835768 w 1245"/>
                  <a:gd name="T11" fmla="*/ 699269368 h 1660"/>
                  <a:gd name="T12" fmla="*/ 257685157 w 1245"/>
                  <a:gd name="T13" fmla="*/ 756817432 h 1660"/>
                  <a:gd name="T14" fmla="*/ 218707789 w 1245"/>
                  <a:gd name="T15" fmla="*/ 929463709 h 1660"/>
                  <a:gd name="T16" fmla="*/ 228452391 w 1245"/>
                  <a:gd name="T17" fmla="*/ 1082564673 h 1660"/>
                  <a:gd name="T18" fmla="*/ 534859519 w 1245"/>
                  <a:gd name="T19" fmla="*/ 1102108945 h 1660"/>
                  <a:gd name="T20" fmla="*/ 592242896 w 1245"/>
                  <a:gd name="T21" fmla="*/ 1197661844 h 1660"/>
                  <a:gd name="T22" fmla="*/ 630138108 w 1245"/>
                  <a:gd name="T23" fmla="*/ 1456086800 h 1660"/>
                  <a:gd name="T24" fmla="*/ 649626272 w 1245"/>
                  <a:gd name="T25" fmla="*/ 1609187763 h 1660"/>
                  <a:gd name="T26" fmla="*/ 658288719 w 1245"/>
                  <a:gd name="T27" fmla="*/ 1801378312 h 1660"/>
                  <a:gd name="T28" fmla="*/ 840183451 w 1245"/>
                  <a:gd name="T29" fmla="*/ 1571183971 h 1660"/>
                  <a:gd name="T30" fmla="*/ 812033881 w 1245"/>
                  <a:gd name="T31" fmla="*/ 1350761765 h 1660"/>
                  <a:gd name="T32" fmla="*/ 812033881 w 1245"/>
                  <a:gd name="T33" fmla="*/ 1092336809 h 1660"/>
                  <a:gd name="T34" fmla="*/ 954951244 w 1245"/>
                  <a:gd name="T35" fmla="*/ 1092336809 h 1660"/>
                  <a:gd name="T36" fmla="*/ 1069719038 w 1245"/>
                  <a:gd name="T37" fmla="*/ 1110795288 h 1660"/>
                  <a:gd name="T38" fmla="*/ 1164997627 w 1245"/>
                  <a:gd name="T39" fmla="*/ 1092336809 h 1660"/>
                  <a:gd name="T40" fmla="*/ 1289508983 w 1245"/>
                  <a:gd name="T41" fmla="*/ 996783910 h 1660"/>
                  <a:gd name="T42" fmla="*/ 1346892359 w 1245"/>
                  <a:gd name="T43" fmla="*/ 919690532 h 1660"/>
                  <a:gd name="T44" fmla="*/ 1279764380 w 1245"/>
                  <a:gd name="T45" fmla="*/ 833910810 h 1660"/>
                  <a:gd name="T46" fmla="*/ 1232125606 w 1245"/>
                  <a:gd name="T47" fmla="*/ 785049089 h 1660"/>
                  <a:gd name="T48" fmla="*/ 1069719038 w 1245"/>
                  <a:gd name="T49" fmla="*/ 699269368 h 1660"/>
                  <a:gd name="T50" fmla="*/ 954951244 w 1245"/>
                  <a:gd name="T51" fmla="*/ 709041504 h 1660"/>
                  <a:gd name="T52" fmla="*/ 744904861 w 1245"/>
                  <a:gd name="T53" fmla="*/ 709041504 h 1660"/>
                  <a:gd name="T54" fmla="*/ 697266087 w 1245"/>
                  <a:gd name="T55" fmla="*/ 536396268 h 1660"/>
                  <a:gd name="T56" fmla="*/ 773055472 w 1245"/>
                  <a:gd name="T57" fmla="*/ 584172197 h 1660"/>
                  <a:gd name="T58" fmla="*/ 983101855 w 1245"/>
                  <a:gd name="T59" fmla="*/ 574400061 h 1660"/>
                  <a:gd name="T60" fmla="*/ 1069719038 w 1245"/>
                  <a:gd name="T61" fmla="*/ 536396268 h 1660"/>
                  <a:gd name="T62" fmla="*/ 1088125046 w 1245"/>
                  <a:gd name="T63" fmla="*/ 306201927 h 1660"/>
                  <a:gd name="T64" fmla="*/ 1079463640 w 1245"/>
                  <a:gd name="T65" fmla="*/ 210649028 h 1660"/>
                  <a:gd name="T66" fmla="*/ 1031823825 w 1245"/>
                  <a:gd name="T67" fmla="*/ 191104756 h 1660"/>
                  <a:gd name="T68" fmla="*/ 840183451 w 1245"/>
                  <a:gd name="T69" fmla="*/ 162873099 h 1660"/>
                  <a:gd name="T70" fmla="*/ 715672095 w 1245"/>
                  <a:gd name="T71" fmla="*/ 162873099 h 1660"/>
                  <a:gd name="T72" fmla="*/ 687521485 w 1245"/>
                  <a:gd name="T73" fmla="*/ 18458479 h 1660"/>
                  <a:gd name="T74" fmla="*/ 515370315 w 1245"/>
                  <a:gd name="T75" fmla="*/ 18458479 h 1660"/>
                  <a:gd name="T76" fmla="*/ 495882151 w 1245"/>
                  <a:gd name="T77" fmla="*/ 143328828 h 1660"/>
                  <a:gd name="T78" fmla="*/ 448242336 w 1245"/>
                  <a:gd name="T79" fmla="*/ 191104756 h 1660"/>
                  <a:gd name="T80" fmla="*/ 295580370 w 1245"/>
                  <a:gd name="T81" fmla="*/ 200876892 h 1660"/>
                  <a:gd name="T82" fmla="*/ 152661966 w 1245"/>
                  <a:gd name="T83" fmla="*/ 248652820 h 1660"/>
                  <a:gd name="T84" fmla="*/ 0 w 1245"/>
                  <a:gd name="T85" fmla="*/ 401753784 h 1660"/>
                  <a:gd name="T86" fmla="*/ 897567868 w 1245"/>
                  <a:gd name="T87" fmla="*/ 794821225 h 1660"/>
                  <a:gd name="T88" fmla="*/ 1127102415 w 1245"/>
                  <a:gd name="T89" fmla="*/ 824138674 h 1660"/>
                  <a:gd name="T90" fmla="*/ 1202891799 w 1245"/>
                  <a:gd name="T91" fmla="*/ 890374124 h 1660"/>
                  <a:gd name="T92" fmla="*/ 1212636402 w 1245"/>
                  <a:gd name="T93" fmla="*/ 929463709 h 1660"/>
                  <a:gd name="T94" fmla="*/ 1202891799 w 1245"/>
                  <a:gd name="T95" fmla="*/ 947922188 h 1660"/>
                  <a:gd name="T96" fmla="*/ 1107613210 w 1245"/>
                  <a:gd name="T97" fmla="*/ 1015243431 h 1660"/>
                  <a:gd name="T98" fmla="*/ 869417257 w 1245"/>
                  <a:gd name="T99" fmla="*/ 1015243431 h 1660"/>
                  <a:gd name="T100" fmla="*/ 333475583 w 1245"/>
                  <a:gd name="T101" fmla="*/ 1015243431 h 1660"/>
                  <a:gd name="T102" fmla="*/ 295580370 w 1245"/>
                  <a:gd name="T103" fmla="*/ 977239638 h 1660"/>
                  <a:gd name="T104" fmla="*/ 352963747 w 1245"/>
                  <a:gd name="T105" fmla="*/ 776362746 h 1660"/>
                  <a:gd name="T106" fmla="*/ 658288719 w 1245"/>
                  <a:gd name="T107" fmla="*/ 794821225 h 1660"/>
                  <a:gd name="T108" fmla="*/ 238196993 w 1245"/>
                  <a:gd name="T109" fmla="*/ 306201927 h 1660"/>
                  <a:gd name="T110" fmla="*/ 381114357 w 1245"/>
                  <a:gd name="T111" fmla="*/ 287742406 h 1660"/>
                  <a:gd name="T112" fmla="*/ 553265527 w 1245"/>
                  <a:gd name="T113" fmla="*/ 268198134 h 1660"/>
                  <a:gd name="T114" fmla="*/ 754649464 w 1245"/>
                  <a:gd name="T115" fmla="*/ 248652820 h 1660"/>
                  <a:gd name="T116" fmla="*/ 964695847 w 1245"/>
                  <a:gd name="T117" fmla="*/ 498392476 h 1660"/>
                  <a:gd name="T118" fmla="*/ 792544676 w 1245"/>
                  <a:gd name="T119" fmla="*/ 498392476 h 1660"/>
                  <a:gd name="T120" fmla="*/ 592242896 w 1245"/>
                  <a:gd name="T121" fmla="*/ 488619298 h 1660"/>
                  <a:gd name="T122" fmla="*/ 295580370 w 1245"/>
                  <a:gd name="T123" fmla="*/ 488619298 h 1660"/>
                  <a:gd name="T124" fmla="*/ 142918404 w 1245"/>
                  <a:gd name="T125" fmla="*/ 401753784 h 1660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245" h="1660">
                    <a:moveTo>
                      <a:pt x="17" y="379"/>
                    </a:moveTo>
                    <a:lnTo>
                      <a:pt x="17" y="379"/>
                    </a:lnTo>
                    <a:lnTo>
                      <a:pt x="114" y="467"/>
                    </a:lnTo>
                    <a:lnTo>
                      <a:pt x="150" y="503"/>
                    </a:lnTo>
                    <a:lnTo>
                      <a:pt x="185" y="529"/>
                    </a:lnTo>
                    <a:lnTo>
                      <a:pt x="220" y="547"/>
                    </a:lnTo>
                    <a:lnTo>
                      <a:pt x="247" y="547"/>
                    </a:lnTo>
                    <a:lnTo>
                      <a:pt x="264" y="529"/>
                    </a:lnTo>
                    <a:lnTo>
                      <a:pt x="282" y="520"/>
                    </a:lnTo>
                    <a:lnTo>
                      <a:pt x="300" y="520"/>
                    </a:lnTo>
                    <a:lnTo>
                      <a:pt x="405" y="520"/>
                    </a:lnTo>
                    <a:lnTo>
                      <a:pt x="494" y="529"/>
                    </a:lnTo>
                    <a:lnTo>
                      <a:pt x="494" y="556"/>
                    </a:lnTo>
                    <a:lnTo>
                      <a:pt x="503" y="591"/>
                    </a:lnTo>
                    <a:lnTo>
                      <a:pt x="511" y="618"/>
                    </a:lnTo>
                    <a:lnTo>
                      <a:pt x="503" y="653"/>
                    </a:lnTo>
                    <a:lnTo>
                      <a:pt x="476" y="653"/>
                    </a:lnTo>
                    <a:lnTo>
                      <a:pt x="308" y="635"/>
                    </a:lnTo>
                    <a:lnTo>
                      <a:pt x="282" y="635"/>
                    </a:lnTo>
                    <a:lnTo>
                      <a:pt x="264" y="644"/>
                    </a:lnTo>
                    <a:lnTo>
                      <a:pt x="255" y="653"/>
                    </a:lnTo>
                    <a:lnTo>
                      <a:pt x="247" y="679"/>
                    </a:lnTo>
                    <a:lnTo>
                      <a:pt x="238" y="697"/>
                    </a:lnTo>
                    <a:lnTo>
                      <a:pt x="220" y="723"/>
                    </a:lnTo>
                    <a:lnTo>
                      <a:pt x="211" y="750"/>
                    </a:lnTo>
                    <a:lnTo>
                      <a:pt x="202" y="812"/>
                    </a:lnTo>
                    <a:lnTo>
                      <a:pt x="202" y="856"/>
                    </a:lnTo>
                    <a:lnTo>
                      <a:pt x="194" y="970"/>
                    </a:lnTo>
                    <a:lnTo>
                      <a:pt x="202" y="988"/>
                    </a:lnTo>
                    <a:lnTo>
                      <a:pt x="211" y="997"/>
                    </a:lnTo>
                    <a:lnTo>
                      <a:pt x="247" y="1015"/>
                    </a:lnTo>
                    <a:lnTo>
                      <a:pt x="282" y="1015"/>
                    </a:lnTo>
                    <a:lnTo>
                      <a:pt x="494" y="1015"/>
                    </a:lnTo>
                    <a:lnTo>
                      <a:pt x="547" y="1015"/>
                    </a:lnTo>
                    <a:lnTo>
                      <a:pt x="547" y="1103"/>
                    </a:lnTo>
                    <a:lnTo>
                      <a:pt x="547" y="1129"/>
                    </a:lnTo>
                    <a:lnTo>
                      <a:pt x="555" y="1182"/>
                    </a:lnTo>
                    <a:lnTo>
                      <a:pt x="564" y="1235"/>
                    </a:lnTo>
                    <a:lnTo>
                      <a:pt x="582" y="1341"/>
                    </a:lnTo>
                    <a:lnTo>
                      <a:pt x="591" y="1420"/>
                    </a:lnTo>
                    <a:lnTo>
                      <a:pt x="600" y="1482"/>
                    </a:lnTo>
                    <a:lnTo>
                      <a:pt x="591" y="1526"/>
                    </a:lnTo>
                    <a:lnTo>
                      <a:pt x="591" y="1553"/>
                    </a:lnTo>
                    <a:lnTo>
                      <a:pt x="600" y="1606"/>
                    </a:lnTo>
                    <a:lnTo>
                      <a:pt x="608" y="1659"/>
                    </a:lnTo>
                    <a:lnTo>
                      <a:pt x="785" y="1659"/>
                    </a:lnTo>
                    <a:lnTo>
                      <a:pt x="785" y="1544"/>
                    </a:lnTo>
                    <a:lnTo>
                      <a:pt x="776" y="1447"/>
                    </a:lnTo>
                    <a:lnTo>
                      <a:pt x="758" y="1323"/>
                    </a:lnTo>
                    <a:lnTo>
                      <a:pt x="758" y="1315"/>
                    </a:lnTo>
                    <a:lnTo>
                      <a:pt x="750" y="1244"/>
                    </a:lnTo>
                    <a:lnTo>
                      <a:pt x="741" y="1182"/>
                    </a:lnTo>
                    <a:lnTo>
                      <a:pt x="741" y="1120"/>
                    </a:lnTo>
                    <a:lnTo>
                      <a:pt x="741" y="1059"/>
                    </a:lnTo>
                    <a:lnTo>
                      <a:pt x="750" y="1006"/>
                    </a:lnTo>
                    <a:lnTo>
                      <a:pt x="820" y="1006"/>
                    </a:lnTo>
                    <a:lnTo>
                      <a:pt x="847" y="1006"/>
                    </a:lnTo>
                    <a:lnTo>
                      <a:pt x="882" y="1006"/>
                    </a:lnTo>
                    <a:lnTo>
                      <a:pt x="944" y="1015"/>
                    </a:lnTo>
                    <a:lnTo>
                      <a:pt x="961" y="1015"/>
                    </a:lnTo>
                    <a:lnTo>
                      <a:pt x="988" y="1023"/>
                    </a:lnTo>
                    <a:lnTo>
                      <a:pt x="1005" y="1023"/>
                    </a:lnTo>
                    <a:lnTo>
                      <a:pt x="1023" y="1023"/>
                    </a:lnTo>
                    <a:lnTo>
                      <a:pt x="1058" y="1015"/>
                    </a:lnTo>
                    <a:lnTo>
                      <a:pt x="1076" y="1006"/>
                    </a:lnTo>
                    <a:lnTo>
                      <a:pt x="1094" y="988"/>
                    </a:lnTo>
                    <a:lnTo>
                      <a:pt x="1129" y="962"/>
                    </a:lnTo>
                    <a:lnTo>
                      <a:pt x="1155" y="944"/>
                    </a:lnTo>
                    <a:lnTo>
                      <a:pt x="1191" y="918"/>
                    </a:lnTo>
                    <a:lnTo>
                      <a:pt x="1208" y="891"/>
                    </a:lnTo>
                    <a:lnTo>
                      <a:pt x="1226" y="873"/>
                    </a:lnTo>
                    <a:lnTo>
                      <a:pt x="1244" y="847"/>
                    </a:lnTo>
                    <a:lnTo>
                      <a:pt x="1244" y="820"/>
                    </a:lnTo>
                    <a:lnTo>
                      <a:pt x="1235" y="803"/>
                    </a:lnTo>
                    <a:lnTo>
                      <a:pt x="1208" y="776"/>
                    </a:lnTo>
                    <a:lnTo>
                      <a:pt x="1182" y="768"/>
                    </a:lnTo>
                    <a:lnTo>
                      <a:pt x="1164" y="759"/>
                    </a:lnTo>
                    <a:lnTo>
                      <a:pt x="1147" y="741"/>
                    </a:lnTo>
                    <a:lnTo>
                      <a:pt x="1138" y="723"/>
                    </a:lnTo>
                    <a:lnTo>
                      <a:pt x="1120" y="715"/>
                    </a:lnTo>
                    <a:lnTo>
                      <a:pt x="1005" y="653"/>
                    </a:lnTo>
                    <a:lnTo>
                      <a:pt x="988" y="644"/>
                    </a:lnTo>
                    <a:lnTo>
                      <a:pt x="970" y="653"/>
                    </a:lnTo>
                    <a:lnTo>
                      <a:pt x="953" y="653"/>
                    </a:lnTo>
                    <a:lnTo>
                      <a:pt x="882" y="653"/>
                    </a:lnTo>
                    <a:lnTo>
                      <a:pt x="811" y="653"/>
                    </a:lnTo>
                    <a:lnTo>
                      <a:pt x="714" y="653"/>
                    </a:lnTo>
                    <a:lnTo>
                      <a:pt x="688" y="653"/>
                    </a:lnTo>
                    <a:lnTo>
                      <a:pt x="679" y="618"/>
                    </a:lnTo>
                    <a:lnTo>
                      <a:pt x="661" y="573"/>
                    </a:lnTo>
                    <a:lnTo>
                      <a:pt x="644" y="529"/>
                    </a:lnTo>
                    <a:lnTo>
                      <a:pt x="644" y="494"/>
                    </a:lnTo>
                    <a:lnTo>
                      <a:pt x="653" y="494"/>
                    </a:lnTo>
                    <a:lnTo>
                      <a:pt x="679" y="512"/>
                    </a:lnTo>
                    <a:lnTo>
                      <a:pt x="714" y="538"/>
                    </a:lnTo>
                    <a:lnTo>
                      <a:pt x="758" y="538"/>
                    </a:lnTo>
                    <a:lnTo>
                      <a:pt x="838" y="529"/>
                    </a:lnTo>
                    <a:lnTo>
                      <a:pt x="908" y="529"/>
                    </a:lnTo>
                    <a:lnTo>
                      <a:pt x="944" y="529"/>
                    </a:lnTo>
                    <a:lnTo>
                      <a:pt x="961" y="520"/>
                    </a:lnTo>
                    <a:lnTo>
                      <a:pt x="979" y="512"/>
                    </a:lnTo>
                    <a:lnTo>
                      <a:pt x="988" y="494"/>
                    </a:lnTo>
                    <a:lnTo>
                      <a:pt x="997" y="476"/>
                    </a:lnTo>
                    <a:lnTo>
                      <a:pt x="997" y="450"/>
                    </a:lnTo>
                    <a:lnTo>
                      <a:pt x="997" y="335"/>
                    </a:lnTo>
                    <a:lnTo>
                      <a:pt x="1005" y="282"/>
                    </a:lnTo>
                    <a:lnTo>
                      <a:pt x="1014" y="229"/>
                    </a:lnTo>
                    <a:lnTo>
                      <a:pt x="1014" y="212"/>
                    </a:lnTo>
                    <a:lnTo>
                      <a:pt x="1014" y="194"/>
                    </a:lnTo>
                    <a:lnTo>
                      <a:pt x="997" y="194"/>
                    </a:lnTo>
                    <a:lnTo>
                      <a:pt x="970" y="194"/>
                    </a:lnTo>
                    <a:lnTo>
                      <a:pt x="961" y="194"/>
                    </a:lnTo>
                    <a:lnTo>
                      <a:pt x="953" y="176"/>
                    </a:lnTo>
                    <a:lnTo>
                      <a:pt x="935" y="159"/>
                    </a:lnTo>
                    <a:lnTo>
                      <a:pt x="908" y="159"/>
                    </a:lnTo>
                    <a:lnTo>
                      <a:pt x="891" y="159"/>
                    </a:lnTo>
                    <a:lnTo>
                      <a:pt x="776" y="150"/>
                    </a:lnTo>
                    <a:lnTo>
                      <a:pt x="705" y="150"/>
                    </a:lnTo>
                    <a:lnTo>
                      <a:pt x="661" y="150"/>
                    </a:lnTo>
                    <a:lnTo>
                      <a:pt x="661" y="97"/>
                    </a:lnTo>
                    <a:lnTo>
                      <a:pt x="644" y="35"/>
                    </a:lnTo>
                    <a:lnTo>
                      <a:pt x="635" y="17"/>
                    </a:lnTo>
                    <a:lnTo>
                      <a:pt x="608" y="0"/>
                    </a:lnTo>
                    <a:lnTo>
                      <a:pt x="573" y="0"/>
                    </a:lnTo>
                    <a:lnTo>
                      <a:pt x="547" y="0"/>
                    </a:lnTo>
                    <a:lnTo>
                      <a:pt x="476" y="17"/>
                    </a:lnTo>
                    <a:lnTo>
                      <a:pt x="458" y="35"/>
                    </a:lnTo>
                    <a:lnTo>
                      <a:pt x="458" y="62"/>
                    </a:lnTo>
                    <a:lnTo>
                      <a:pt x="458" y="132"/>
                    </a:lnTo>
                    <a:lnTo>
                      <a:pt x="467" y="159"/>
                    </a:lnTo>
                    <a:lnTo>
                      <a:pt x="414" y="176"/>
                    </a:lnTo>
                    <a:lnTo>
                      <a:pt x="397" y="176"/>
                    </a:lnTo>
                    <a:lnTo>
                      <a:pt x="335" y="185"/>
                    </a:lnTo>
                    <a:lnTo>
                      <a:pt x="273" y="185"/>
                    </a:lnTo>
                    <a:lnTo>
                      <a:pt x="238" y="185"/>
                    </a:lnTo>
                    <a:lnTo>
                      <a:pt x="202" y="194"/>
                    </a:lnTo>
                    <a:lnTo>
                      <a:pt x="167" y="212"/>
                    </a:lnTo>
                    <a:lnTo>
                      <a:pt x="141" y="229"/>
                    </a:lnTo>
                    <a:lnTo>
                      <a:pt x="79" y="282"/>
                    </a:lnTo>
                    <a:lnTo>
                      <a:pt x="8" y="353"/>
                    </a:lnTo>
                    <a:lnTo>
                      <a:pt x="0" y="370"/>
                    </a:lnTo>
                    <a:lnTo>
                      <a:pt x="17" y="379"/>
                    </a:lnTo>
                    <a:close/>
                    <a:moveTo>
                      <a:pt x="705" y="732"/>
                    </a:moveTo>
                    <a:lnTo>
                      <a:pt x="705" y="732"/>
                    </a:lnTo>
                    <a:lnTo>
                      <a:pt x="767" y="732"/>
                    </a:lnTo>
                    <a:lnTo>
                      <a:pt x="829" y="732"/>
                    </a:lnTo>
                    <a:lnTo>
                      <a:pt x="944" y="723"/>
                    </a:lnTo>
                    <a:lnTo>
                      <a:pt x="979" y="732"/>
                    </a:lnTo>
                    <a:lnTo>
                      <a:pt x="1005" y="741"/>
                    </a:lnTo>
                    <a:lnTo>
                      <a:pt x="1041" y="759"/>
                    </a:lnTo>
                    <a:lnTo>
                      <a:pt x="1058" y="776"/>
                    </a:lnTo>
                    <a:lnTo>
                      <a:pt x="1094" y="812"/>
                    </a:lnTo>
                    <a:lnTo>
                      <a:pt x="1111" y="820"/>
                    </a:lnTo>
                    <a:lnTo>
                      <a:pt x="1111" y="829"/>
                    </a:lnTo>
                    <a:lnTo>
                      <a:pt x="1129" y="838"/>
                    </a:lnTo>
                    <a:lnTo>
                      <a:pt x="1120" y="856"/>
                    </a:lnTo>
                    <a:lnTo>
                      <a:pt x="1111" y="865"/>
                    </a:lnTo>
                    <a:lnTo>
                      <a:pt x="1111" y="873"/>
                    </a:lnTo>
                    <a:lnTo>
                      <a:pt x="1103" y="873"/>
                    </a:lnTo>
                    <a:lnTo>
                      <a:pt x="1058" y="909"/>
                    </a:lnTo>
                    <a:lnTo>
                      <a:pt x="1023" y="935"/>
                    </a:lnTo>
                    <a:lnTo>
                      <a:pt x="997" y="944"/>
                    </a:lnTo>
                    <a:lnTo>
                      <a:pt x="970" y="944"/>
                    </a:lnTo>
                    <a:lnTo>
                      <a:pt x="882" y="935"/>
                    </a:lnTo>
                    <a:lnTo>
                      <a:pt x="803" y="935"/>
                    </a:lnTo>
                    <a:lnTo>
                      <a:pt x="626" y="935"/>
                    </a:lnTo>
                    <a:lnTo>
                      <a:pt x="458" y="935"/>
                    </a:lnTo>
                    <a:lnTo>
                      <a:pt x="308" y="935"/>
                    </a:lnTo>
                    <a:lnTo>
                      <a:pt x="291" y="935"/>
                    </a:lnTo>
                    <a:lnTo>
                      <a:pt x="282" y="926"/>
                    </a:lnTo>
                    <a:lnTo>
                      <a:pt x="273" y="918"/>
                    </a:lnTo>
                    <a:lnTo>
                      <a:pt x="273" y="900"/>
                    </a:lnTo>
                    <a:lnTo>
                      <a:pt x="282" y="750"/>
                    </a:lnTo>
                    <a:lnTo>
                      <a:pt x="300" y="723"/>
                    </a:lnTo>
                    <a:lnTo>
                      <a:pt x="326" y="715"/>
                    </a:lnTo>
                    <a:lnTo>
                      <a:pt x="379" y="715"/>
                    </a:lnTo>
                    <a:lnTo>
                      <a:pt x="494" y="723"/>
                    </a:lnTo>
                    <a:lnTo>
                      <a:pt x="608" y="732"/>
                    </a:lnTo>
                    <a:lnTo>
                      <a:pt x="661" y="723"/>
                    </a:lnTo>
                    <a:lnTo>
                      <a:pt x="705" y="732"/>
                    </a:lnTo>
                    <a:close/>
                    <a:moveTo>
                      <a:pt x="220" y="282"/>
                    </a:moveTo>
                    <a:lnTo>
                      <a:pt x="220" y="282"/>
                    </a:lnTo>
                    <a:lnTo>
                      <a:pt x="247" y="273"/>
                    </a:lnTo>
                    <a:lnTo>
                      <a:pt x="300" y="265"/>
                    </a:lnTo>
                    <a:lnTo>
                      <a:pt x="352" y="265"/>
                    </a:lnTo>
                    <a:lnTo>
                      <a:pt x="414" y="256"/>
                    </a:lnTo>
                    <a:lnTo>
                      <a:pt x="450" y="256"/>
                    </a:lnTo>
                    <a:lnTo>
                      <a:pt x="476" y="247"/>
                    </a:lnTo>
                    <a:lnTo>
                      <a:pt x="511" y="247"/>
                    </a:lnTo>
                    <a:lnTo>
                      <a:pt x="564" y="247"/>
                    </a:lnTo>
                    <a:lnTo>
                      <a:pt x="617" y="238"/>
                    </a:lnTo>
                    <a:lnTo>
                      <a:pt x="697" y="229"/>
                    </a:lnTo>
                    <a:lnTo>
                      <a:pt x="767" y="229"/>
                    </a:lnTo>
                    <a:lnTo>
                      <a:pt x="917" y="238"/>
                    </a:lnTo>
                    <a:lnTo>
                      <a:pt x="891" y="459"/>
                    </a:lnTo>
                    <a:lnTo>
                      <a:pt x="873" y="459"/>
                    </a:lnTo>
                    <a:lnTo>
                      <a:pt x="803" y="459"/>
                    </a:lnTo>
                    <a:lnTo>
                      <a:pt x="732" y="459"/>
                    </a:lnTo>
                    <a:lnTo>
                      <a:pt x="705" y="459"/>
                    </a:lnTo>
                    <a:lnTo>
                      <a:pt x="626" y="450"/>
                    </a:lnTo>
                    <a:lnTo>
                      <a:pt x="547" y="450"/>
                    </a:lnTo>
                    <a:lnTo>
                      <a:pt x="370" y="450"/>
                    </a:lnTo>
                    <a:lnTo>
                      <a:pt x="317" y="441"/>
                    </a:lnTo>
                    <a:lnTo>
                      <a:pt x="273" y="450"/>
                    </a:lnTo>
                    <a:lnTo>
                      <a:pt x="238" y="441"/>
                    </a:lnTo>
                    <a:lnTo>
                      <a:pt x="211" y="432"/>
                    </a:lnTo>
                    <a:lnTo>
                      <a:pt x="132" y="370"/>
                    </a:lnTo>
                    <a:lnTo>
                      <a:pt x="158" y="344"/>
                    </a:lnTo>
                    <a:lnTo>
                      <a:pt x="176" y="317"/>
                    </a:lnTo>
                    <a:lnTo>
                      <a:pt x="220" y="282"/>
                    </a:ln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7" name="Freeform 120"/>
              <p:cNvSpPr>
                <a:spLocks noChangeArrowheads="1"/>
              </p:cNvSpPr>
              <p:nvPr/>
            </p:nvSpPr>
            <p:spPr bwMode="auto">
              <a:xfrm>
                <a:off x="5296183" y="2669633"/>
                <a:ext cx="835939" cy="1373061"/>
              </a:xfrm>
              <a:custGeom>
                <a:avLst/>
                <a:gdLst>
                  <a:gd name="T0" fmla="*/ 810771414 w 804"/>
                  <a:gd name="T1" fmla="*/ 682551127 h 1316"/>
                  <a:gd name="T2" fmla="*/ 705912016 w 804"/>
                  <a:gd name="T3" fmla="*/ 575868670 h 1316"/>
                  <a:gd name="T4" fmla="*/ 668075379 w 804"/>
                  <a:gd name="T5" fmla="*/ 575868670 h 1316"/>
                  <a:gd name="T6" fmla="*/ 496192180 w 804"/>
                  <a:gd name="T7" fmla="*/ 567159748 h 1316"/>
                  <a:gd name="T8" fmla="*/ 476733724 w 804"/>
                  <a:gd name="T9" fmla="*/ 461565515 h 1316"/>
                  <a:gd name="T10" fmla="*/ 591322870 w 804"/>
                  <a:gd name="T11" fmla="*/ 461565515 h 1316"/>
                  <a:gd name="T12" fmla="*/ 696182268 w 804"/>
                  <a:gd name="T13" fmla="*/ 461565515 h 1316"/>
                  <a:gd name="T14" fmla="*/ 735099179 w 804"/>
                  <a:gd name="T15" fmla="*/ 268884157 h 1316"/>
                  <a:gd name="T16" fmla="*/ 735099179 w 804"/>
                  <a:gd name="T17" fmla="*/ 191593134 h 1316"/>
                  <a:gd name="T18" fmla="*/ 705912016 w 804"/>
                  <a:gd name="T19" fmla="*/ 173087068 h 1316"/>
                  <a:gd name="T20" fmla="*/ 581593122 w 804"/>
                  <a:gd name="T21" fmla="*/ 143694590 h 1316"/>
                  <a:gd name="T22" fmla="*/ 496192180 w 804"/>
                  <a:gd name="T23" fmla="*/ 85998900 h 1316"/>
                  <a:gd name="T24" fmla="*/ 468085291 w 804"/>
                  <a:gd name="T25" fmla="*/ 0 h 1316"/>
                  <a:gd name="T26" fmla="*/ 371873287 w 804"/>
                  <a:gd name="T27" fmla="*/ 9797145 h 1316"/>
                  <a:gd name="T28" fmla="*/ 353496145 w 804"/>
                  <a:gd name="T29" fmla="*/ 105594234 h 1316"/>
                  <a:gd name="T30" fmla="*/ 296202092 w 804"/>
                  <a:gd name="T31" fmla="*/ 143694590 h 1316"/>
                  <a:gd name="T32" fmla="*/ 152424743 w 804"/>
                  <a:gd name="T33" fmla="*/ 143694590 h 1316"/>
                  <a:gd name="T34" fmla="*/ 0 w 804"/>
                  <a:gd name="T35" fmla="*/ 259087012 h 1316"/>
                  <a:gd name="T36" fmla="*/ 67023801 w 804"/>
                  <a:gd name="T37" fmla="*/ 364680202 h 1316"/>
                  <a:gd name="T38" fmla="*/ 143776309 w 804"/>
                  <a:gd name="T39" fmla="*/ 441971225 h 1316"/>
                  <a:gd name="T40" fmla="*/ 191341654 w 804"/>
                  <a:gd name="T41" fmla="*/ 422375891 h 1316"/>
                  <a:gd name="T42" fmla="*/ 343767437 w 804"/>
                  <a:gd name="T43" fmla="*/ 441971225 h 1316"/>
                  <a:gd name="T44" fmla="*/ 343767437 w 804"/>
                  <a:gd name="T45" fmla="*/ 547565459 h 1316"/>
                  <a:gd name="T46" fmla="*/ 181612946 w 804"/>
                  <a:gd name="T47" fmla="*/ 519261204 h 1316"/>
                  <a:gd name="T48" fmla="*/ 143776309 w 804"/>
                  <a:gd name="T49" fmla="*/ 567159748 h 1316"/>
                  <a:gd name="T50" fmla="*/ 114589146 w 804"/>
                  <a:gd name="T51" fmla="*/ 662956837 h 1316"/>
                  <a:gd name="T52" fmla="*/ 95130690 w 804"/>
                  <a:gd name="T53" fmla="*/ 816449615 h 1316"/>
                  <a:gd name="T54" fmla="*/ 152424743 w 804"/>
                  <a:gd name="T55" fmla="*/ 845841050 h 1316"/>
                  <a:gd name="T56" fmla="*/ 343767437 w 804"/>
                  <a:gd name="T57" fmla="*/ 931840994 h 1316"/>
                  <a:gd name="T58" fmla="*/ 343767437 w 804"/>
                  <a:gd name="T59" fmla="*/ 1047232373 h 1316"/>
                  <a:gd name="T60" fmla="*/ 353496145 w 804"/>
                  <a:gd name="T61" fmla="*/ 1258419797 h 1316"/>
                  <a:gd name="T62" fmla="*/ 343767437 w 804"/>
                  <a:gd name="T63" fmla="*/ 1411912575 h 1316"/>
                  <a:gd name="T64" fmla="*/ 486462432 w 804"/>
                  <a:gd name="T65" fmla="*/ 1431507908 h 1316"/>
                  <a:gd name="T66" fmla="*/ 476733724 w 804"/>
                  <a:gd name="T67" fmla="*/ 1133231273 h 1316"/>
                  <a:gd name="T68" fmla="*/ 486462432 w 804"/>
                  <a:gd name="T69" fmla="*/ 902448516 h 1316"/>
                  <a:gd name="T70" fmla="*/ 591322870 w 804"/>
                  <a:gd name="T71" fmla="*/ 874145305 h 1316"/>
                  <a:gd name="T72" fmla="*/ 668075379 w 804"/>
                  <a:gd name="T73" fmla="*/ 893739595 h 1316"/>
                  <a:gd name="T74" fmla="*/ 753476321 w 804"/>
                  <a:gd name="T75" fmla="*/ 874145305 h 1316"/>
                  <a:gd name="T76" fmla="*/ 848607011 w 804"/>
                  <a:gd name="T77" fmla="*/ 778348216 h 1316"/>
                  <a:gd name="T78" fmla="*/ 848607011 w 804"/>
                  <a:gd name="T79" fmla="*/ 701057193 h 1316"/>
                  <a:gd name="T80" fmla="*/ 162154491 w 804"/>
                  <a:gd name="T81" fmla="*/ 355972324 h 1316"/>
                  <a:gd name="T82" fmla="*/ 124317854 w 804"/>
                  <a:gd name="T83" fmla="*/ 249288823 h 1316"/>
                  <a:gd name="T84" fmla="*/ 257285181 w 804"/>
                  <a:gd name="T85" fmla="*/ 211188467 h 1316"/>
                  <a:gd name="T86" fmla="*/ 371873287 w 804"/>
                  <a:gd name="T87" fmla="*/ 201390279 h 1316"/>
                  <a:gd name="T88" fmla="*/ 505920888 w 804"/>
                  <a:gd name="T89" fmla="*/ 201390279 h 1316"/>
                  <a:gd name="T90" fmla="*/ 638888215 w 804"/>
                  <a:gd name="T91" fmla="*/ 403869825 h 1316"/>
                  <a:gd name="T92" fmla="*/ 524299069 w 804"/>
                  <a:gd name="T93" fmla="*/ 403869825 h 1316"/>
                  <a:gd name="T94" fmla="*/ 381603034 w 804"/>
                  <a:gd name="T95" fmla="*/ 384275535 h 1316"/>
                  <a:gd name="T96" fmla="*/ 772934777 w 804"/>
                  <a:gd name="T97" fmla="*/ 768551071 h 1316"/>
                  <a:gd name="T98" fmla="*/ 735099179 w 804"/>
                  <a:gd name="T99" fmla="*/ 796854282 h 1316"/>
                  <a:gd name="T100" fmla="*/ 658346671 w 804"/>
                  <a:gd name="T101" fmla="*/ 826246760 h 1316"/>
                  <a:gd name="T102" fmla="*/ 286472344 w 804"/>
                  <a:gd name="T103" fmla="*/ 788145361 h 1316"/>
                  <a:gd name="T104" fmla="*/ 152424743 w 804"/>
                  <a:gd name="T105" fmla="*/ 748955738 h 1316"/>
                  <a:gd name="T106" fmla="*/ 209719836 w 804"/>
                  <a:gd name="T107" fmla="*/ 595464003 h 1316"/>
                  <a:gd name="T108" fmla="*/ 410791238 w 804"/>
                  <a:gd name="T109" fmla="*/ 615058293 h 1316"/>
                  <a:gd name="T110" fmla="*/ 658346671 w 804"/>
                  <a:gd name="T111" fmla="*/ 643361504 h 1316"/>
                  <a:gd name="T112" fmla="*/ 763206069 w 804"/>
                  <a:gd name="T113" fmla="*/ 720652527 h 1316"/>
                  <a:gd name="T114" fmla="*/ 772934777 w 804"/>
                  <a:gd name="T115" fmla="*/ 730449672 h 131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04" h="1316">
                    <a:moveTo>
                      <a:pt x="785" y="644"/>
                    </a:moveTo>
                    <a:lnTo>
                      <a:pt x="785" y="644"/>
                    </a:lnTo>
                    <a:lnTo>
                      <a:pt x="768" y="635"/>
                    </a:lnTo>
                    <a:lnTo>
                      <a:pt x="750" y="627"/>
                    </a:lnTo>
                    <a:lnTo>
                      <a:pt x="750" y="609"/>
                    </a:lnTo>
                    <a:lnTo>
                      <a:pt x="733" y="582"/>
                    </a:lnTo>
                    <a:lnTo>
                      <a:pt x="653" y="529"/>
                    </a:lnTo>
                    <a:lnTo>
                      <a:pt x="644" y="529"/>
                    </a:lnTo>
                    <a:lnTo>
                      <a:pt x="627" y="529"/>
                    </a:lnTo>
                    <a:lnTo>
                      <a:pt x="618" y="529"/>
                    </a:lnTo>
                    <a:lnTo>
                      <a:pt x="574" y="521"/>
                    </a:lnTo>
                    <a:lnTo>
                      <a:pt x="521" y="521"/>
                    </a:lnTo>
                    <a:lnTo>
                      <a:pt x="459" y="521"/>
                    </a:lnTo>
                    <a:lnTo>
                      <a:pt x="441" y="521"/>
                    </a:lnTo>
                    <a:lnTo>
                      <a:pt x="441" y="424"/>
                    </a:lnTo>
                    <a:lnTo>
                      <a:pt x="468" y="424"/>
                    </a:lnTo>
                    <a:lnTo>
                      <a:pt x="494" y="424"/>
                    </a:lnTo>
                    <a:lnTo>
                      <a:pt x="547" y="424"/>
                    </a:lnTo>
                    <a:lnTo>
                      <a:pt x="600" y="432"/>
                    </a:lnTo>
                    <a:lnTo>
                      <a:pt x="618" y="432"/>
                    </a:lnTo>
                    <a:lnTo>
                      <a:pt x="644" y="424"/>
                    </a:lnTo>
                    <a:lnTo>
                      <a:pt x="662" y="397"/>
                    </a:lnTo>
                    <a:lnTo>
                      <a:pt x="662" y="371"/>
                    </a:lnTo>
                    <a:lnTo>
                      <a:pt x="671" y="291"/>
                    </a:lnTo>
                    <a:lnTo>
                      <a:pt x="680" y="247"/>
                    </a:lnTo>
                    <a:lnTo>
                      <a:pt x="688" y="203"/>
                    </a:lnTo>
                    <a:lnTo>
                      <a:pt x="697" y="185"/>
                    </a:lnTo>
                    <a:lnTo>
                      <a:pt x="688" y="176"/>
                    </a:lnTo>
                    <a:lnTo>
                      <a:pt x="680" y="176"/>
                    </a:lnTo>
                    <a:lnTo>
                      <a:pt x="662" y="176"/>
                    </a:lnTo>
                    <a:lnTo>
                      <a:pt x="653" y="176"/>
                    </a:lnTo>
                    <a:lnTo>
                      <a:pt x="653" y="159"/>
                    </a:lnTo>
                    <a:lnTo>
                      <a:pt x="635" y="141"/>
                    </a:lnTo>
                    <a:lnTo>
                      <a:pt x="609" y="141"/>
                    </a:lnTo>
                    <a:lnTo>
                      <a:pt x="538" y="132"/>
                    </a:lnTo>
                    <a:lnTo>
                      <a:pt x="485" y="124"/>
                    </a:lnTo>
                    <a:lnTo>
                      <a:pt x="459" y="124"/>
                    </a:lnTo>
                    <a:lnTo>
                      <a:pt x="459" y="79"/>
                    </a:lnTo>
                    <a:lnTo>
                      <a:pt x="450" y="26"/>
                    </a:lnTo>
                    <a:lnTo>
                      <a:pt x="450" y="18"/>
                    </a:lnTo>
                    <a:lnTo>
                      <a:pt x="433" y="0"/>
                    </a:lnTo>
                    <a:lnTo>
                      <a:pt x="406" y="0"/>
                    </a:lnTo>
                    <a:lnTo>
                      <a:pt x="388" y="0"/>
                    </a:lnTo>
                    <a:lnTo>
                      <a:pt x="344" y="9"/>
                    </a:lnTo>
                    <a:lnTo>
                      <a:pt x="327" y="26"/>
                    </a:lnTo>
                    <a:lnTo>
                      <a:pt x="318" y="44"/>
                    </a:lnTo>
                    <a:lnTo>
                      <a:pt x="327" y="97"/>
                    </a:lnTo>
                    <a:lnTo>
                      <a:pt x="318" y="115"/>
                    </a:lnTo>
                    <a:lnTo>
                      <a:pt x="283" y="124"/>
                    </a:lnTo>
                    <a:lnTo>
                      <a:pt x="274" y="132"/>
                    </a:lnTo>
                    <a:lnTo>
                      <a:pt x="194" y="124"/>
                    </a:lnTo>
                    <a:lnTo>
                      <a:pt x="168" y="124"/>
                    </a:lnTo>
                    <a:lnTo>
                      <a:pt x="141" y="132"/>
                    </a:lnTo>
                    <a:lnTo>
                      <a:pt x="97" y="159"/>
                    </a:lnTo>
                    <a:lnTo>
                      <a:pt x="53" y="194"/>
                    </a:lnTo>
                    <a:lnTo>
                      <a:pt x="0" y="238"/>
                    </a:lnTo>
                    <a:lnTo>
                      <a:pt x="0" y="256"/>
                    </a:lnTo>
                    <a:lnTo>
                      <a:pt x="0" y="265"/>
                    </a:lnTo>
                    <a:lnTo>
                      <a:pt x="62" y="335"/>
                    </a:lnTo>
                    <a:lnTo>
                      <a:pt x="88" y="371"/>
                    </a:lnTo>
                    <a:lnTo>
                      <a:pt x="106" y="397"/>
                    </a:lnTo>
                    <a:lnTo>
                      <a:pt x="133" y="406"/>
                    </a:lnTo>
                    <a:lnTo>
                      <a:pt x="150" y="406"/>
                    </a:lnTo>
                    <a:lnTo>
                      <a:pt x="159" y="397"/>
                    </a:lnTo>
                    <a:lnTo>
                      <a:pt x="177" y="388"/>
                    </a:lnTo>
                    <a:lnTo>
                      <a:pt x="185" y="388"/>
                    </a:lnTo>
                    <a:lnTo>
                      <a:pt x="256" y="397"/>
                    </a:lnTo>
                    <a:lnTo>
                      <a:pt x="318" y="406"/>
                    </a:lnTo>
                    <a:lnTo>
                      <a:pt x="318" y="450"/>
                    </a:lnTo>
                    <a:lnTo>
                      <a:pt x="318" y="477"/>
                    </a:lnTo>
                    <a:lnTo>
                      <a:pt x="318" y="503"/>
                    </a:lnTo>
                    <a:lnTo>
                      <a:pt x="300" y="503"/>
                    </a:lnTo>
                    <a:lnTo>
                      <a:pt x="185" y="477"/>
                    </a:lnTo>
                    <a:lnTo>
                      <a:pt x="168" y="477"/>
                    </a:lnTo>
                    <a:lnTo>
                      <a:pt x="159" y="477"/>
                    </a:lnTo>
                    <a:lnTo>
                      <a:pt x="150" y="494"/>
                    </a:lnTo>
                    <a:lnTo>
                      <a:pt x="141" y="512"/>
                    </a:lnTo>
                    <a:lnTo>
                      <a:pt x="133" y="521"/>
                    </a:lnTo>
                    <a:lnTo>
                      <a:pt x="115" y="538"/>
                    </a:lnTo>
                    <a:lnTo>
                      <a:pt x="115" y="565"/>
                    </a:lnTo>
                    <a:lnTo>
                      <a:pt x="106" y="609"/>
                    </a:lnTo>
                    <a:lnTo>
                      <a:pt x="97" y="644"/>
                    </a:lnTo>
                    <a:lnTo>
                      <a:pt x="88" y="732"/>
                    </a:lnTo>
                    <a:lnTo>
                      <a:pt x="88" y="750"/>
                    </a:lnTo>
                    <a:lnTo>
                      <a:pt x="97" y="759"/>
                    </a:lnTo>
                    <a:lnTo>
                      <a:pt x="124" y="768"/>
                    </a:lnTo>
                    <a:lnTo>
                      <a:pt x="141" y="777"/>
                    </a:lnTo>
                    <a:lnTo>
                      <a:pt x="283" y="785"/>
                    </a:lnTo>
                    <a:lnTo>
                      <a:pt x="318" y="785"/>
                    </a:lnTo>
                    <a:lnTo>
                      <a:pt x="318" y="856"/>
                    </a:lnTo>
                    <a:lnTo>
                      <a:pt x="318" y="882"/>
                    </a:lnTo>
                    <a:lnTo>
                      <a:pt x="318" y="918"/>
                    </a:lnTo>
                    <a:lnTo>
                      <a:pt x="318" y="962"/>
                    </a:lnTo>
                    <a:lnTo>
                      <a:pt x="318" y="1041"/>
                    </a:lnTo>
                    <a:lnTo>
                      <a:pt x="327" y="1112"/>
                    </a:lnTo>
                    <a:lnTo>
                      <a:pt x="327" y="1156"/>
                    </a:lnTo>
                    <a:lnTo>
                      <a:pt x="318" y="1209"/>
                    </a:lnTo>
                    <a:lnTo>
                      <a:pt x="318" y="1262"/>
                    </a:lnTo>
                    <a:lnTo>
                      <a:pt x="318" y="1297"/>
                    </a:lnTo>
                    <a:lnTo>
                      <a:pt x="327" y="1315"/>
                    </a:lnTo>
                    <a:lnTo>
                      <a:pt x="335" y="1315"/>
                    </a:lnTo>
                    <a:lnTo>
                      <a:pt x="450" y="1315"/>
                    </a:lnTo>
                    <a:lnTo>
                      <a:pt x="450" y="1227"/>
                    </a:lnTo>
                    <a:lnTo>
                      <a:pt x="450" y="1138"/>
                    </a:lnTo>
                    <a:lnTo>
                      <a:pt x="441" y="1041"/>
                    </a:lnTo>
                    <a:lnTo>
                      <a:pt x="441" y="1032"/>
                    </a:lnTo>
                    <a:lnTo>
                      <a:pt x="441" y="979"/>
                    </a:lnTo>
                    <a:lnTo>
                      <a:pt x="441" y="935"/>
                    </a:lnTo>
                    <a:lnTo>
                      <a:pt x="450" y="829"/>
                    </a:lnTo>
                    <a:lnTo>
                      <a:pt x="459" y="794"/>
                    </a:lnTo>
                    <a:lnTo>
                      <a:pt x="503" y="794"/>
                    </a:lnTo>
                    <a:lnTo>
                      <a:pt x="547" y="803"/>
                    </a:lnTo>
                    <a:lnTo>
                      <a:pt x="591" y="812"/>
                    </a:lnTo>
                    <a:lnTo>
                      <a:pt x="618" y="821"/>
                    </a:lnTo>
                    <a:lnTo>
                      <a:pt x="644" y="821"/>
                    </a:lnTo>
                    <a:lnTo>
                      <a:pt x="662" y="812"/>
                    </a:lnTo>
                    <a:lnTo>
                      <a:pt x="697" y="803"/>
                    </a:lnTo>
                    <a:lnTo>
                      <a:pt x="741" y="768"/>
                    </a:lnTo>
                    <a:lnTo>
                      <a:pt x="759" y="750"/>
                    </a:lnTo>
                    <a:lnTo>
                      <a:pt x="777" y="724"/>
                    </a:lnTo>
                    <a:lnTo>
                      <a:pt x="785" y="715"/>
                    </a:lnTo>
                    <a:lnTo>
                      <a:pt x="803" y="697"/>
                    </a:lnTo>
                    <a:lnTo>
                      <a:pt x="803" y="679"/>
                    </a:lnTo>
                    <a:lnTo>
                      <a:pt x="803" y="662"/>
                    </a:lnTo>
                    <a:lnTo>
                      <a:pt x="785" y="644"/>
                    </a:lnTo>
                    <a:close/>
                    <a:moveTo>
                      <a:pt x="238" y="335"/>
                    </a:moveTo>
                    <a:lnTo>
                      <a:pt x="238" y="335"/>
                    </a:lnTo>
                    <a:lnTo>
                      <a:pt x="168" y="327"/>
                    </a:lnTo>
                    <a:lnTo>
                      <a:pt x="150" y="327"/>
                    </a:lnTo>
                    <a:lnTo>
                      <a:pt x="133" y="318"/>
                    </a:lnTo>
                    <a:lnTo>
                      <a:pt x="88" y="265"/>
                    </a:lnTo>
                    <a:lnTo>
                      <a:pt x="115" y="229"/>
                    </a:lnTo>
                    <a:lnTo>
                      <a:pt x="150" y="194"/>
                    </a:lnTo>
                    <a:lnTo>
                      <a:pt x="168" y="194"/>
                    </a:lnTo>
                    <a:lnTo>
                      <a:pt x="238" y="194"/>
                    </a:lnTo>
                    <a:lnTo>
                      <a:pt x="283" y="194"/>
                    </a:lnTo>
                    <a:lnTo>
                      <a:pt x="327" y="185"/>
                    </a:lnTo>
                    <a:lnTo>
                      <a:pt x="344" y="185"/>
                    </a:lnTo>
                    <a:lnTo>
                      <a:pt x="388" y="194"/>
                    </a:lnTo>
                    <a:lnTo>
                      <a:pt x="424" y="194"/>
                    </a:lnTo>
                    <a:lnTo>
                      <a:pt x="468" y="185"/>
                    </a:lnTo>
                    <a:lnTo>
                      <a:pt x="521" y="194"/>
                    </a:lnTo>
                    <a:lnTo>
                      <a:pt x="627" y="203"/>
                    </a:lnTo>
                    <a:lnTo>
                      <a:pt x="591" y="371"/>
                    </a:lnTo>
                    <a:lnTo>
                      <a:pt x="583" y="371"/>
                    </a:lnTo>
                    <a:lnTo>
                      <a:pt x="530" y="371"/>
                    </a:lnTo>
                    <a:lnTo>
                      <a:pt x="485" y="371"/>
                    </a:lnTo>
                    <a:lnTo>
                      <a:pt x="459" y="371"/>
                    </a:lnTo>
                    <a:lnTo>
                      <a:pt x="406" y="353"/>
                    </a:lnTo>
                    <a:lnTo>
                      <a:pt x="353" y="353"/>
                    </a:lnTo>
                    <a:lnTo>
                      <a:pt x="238" y="335"/>
                    </a:lnTo>
                    <a:close/>
                    <a:moveTo>
                      <a:pt x="724" y="697"/>
                    </a:moveTo>
                    <a:lnTo>
                      <a:pt x="724" y="697"/>
                    </a:lnTo>
                    <a:lnTo>
                      <a:pt x="715" y="706"/>
                    </a:lnTo>
                    <a:lnTo>
                      <a:pt x="706" y="706"/>
                    </a:lnTo>
                    <a:lnTo>
                      <a:pt x="706" y="715"/>
                    </a:lnTo>
                    <a:lnTo>
                      <a:pt x="680" y="732"/>
                    </a:lnTo>
                    <a:lnTo>
                      <a:pt x="644" y="750"/>
                    </a:lnTo>
                    <a:lnTo>
                      <a:pt x="627" y="759"/>
                    </a:lnTo>
                    <a:lnTo>
                      <a:pt x="609" y="759"/>
                    </a:lnTo>
                    <a:lnTo>
                      <a:pt x="556" y="741"/>
                    </a:lnTo>
                    <a:lnTo>
                      <a:pt x="494" y="741"/>
                    </a:lnTo>
                    <a:lnTo>
                      <a:pt x="265" y="724"/>
                    </a:lnTo>
                    <a:lnTo>
                      <a:pt x="168" y="715"/>
                    </a:lnTo>
                    <a:lnTo>
                      <a:pt x="141" y="706"/>
                    </a:lnTo>
                    <a:lnTo>
                      <a:pt x="141" y="688"/>
                    </a:lnTo>
                    <a:lnTo>
                      <a:pt x="159" y="565"/>
                    </a:lnTo>
                    <a:lnTo>
                      <a:pt x="177" y="547"/>
                    </a:lnTo>
                    <a:lnTo>
                      <a:pt x="194" y="547"/>
                    </a:lnTo>
                    <a:lnTo>
                      <a:pt x="230" y="547"/>
                    </a:lnTo>
                    <a:lnTo>
                      <a:pt x="309" y="556"/>
                    </a:lnTo>
                    <a:lnTo>
                      <a:pt x="380" y="565"/>
                    </a:lnTo>
                    <a:lnTo>
                      <a:pt x="450" y="574"/>
                    </a:lnTo>
                    <a:lnTo>
                      <a:pt x="530" y="582"/>
                    </a:lnTo>
                    <a:lnTo>
                      <a:pt x="609" y="591"/>
                    </a:lnTo>
                    <a:lnTo>
                      <a:pt x="635" y="591"/>
                    </a:lnTo>
                    <a:lnTo>
                      <a:pt x="653" y="600"/>
                    </a:lnTo>
                    <a:lnTo>
                      <a:pt x="688" y="635"/>
                    </a:lnTo>
                    <a:lnTo>
                      <a:pt x="706" y="662"/>
                    </a:lnTo>
                    <a:lnTo>
                      <a:pt x="715" y="671"/>
                    </a:lnTo>
                    <a:lnTo>
                      <a:pt x="724" y="679"/>
                    </a:lnTo>
                    <a:lnTo>
                      <a:pt x="724" y="697"/>
                    </a:lnTo>
                    <a:close/>
                  </a:path>
                </a:pathLst>
              </a:custGeom>
              <a:solidFill>
                <a:srgbClr val="29ABE2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>
                    <a:solidFill>
                      <a:srgbClr val="29ABE2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7"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68" name="Group 167"/>
          <p:cNvGrpSpPr/>
          <p:nvPr/>
        </p:nvGrpSpPr>
        <p:grpSpPr>
          <a:xfrm>
            <a:off x="4145315" y="1411672"/>
            <a:ext cx="946422" cy="448878"/>
            <a:chOff x="5472311" y="1758721"/>
            <a:chExt cx="1451589" cy="688473"/>
          </a:xfrm>
        </p:grpSpPr>
        <p:sp>
          <p:nvSpPr>
            <p:cNvPr id="185" name="Freeform 184"/>
            <p:cNvSpPr/>
            <p:nvPr/>
          </p:nvSpPr>
          <p:spPr>
            <a:xfrm rot="11922258" flipV="1">
              <a:off x="6006217" y="1938943"/>
              <a:ext cx="917683" cy="500326"/>
            </a:xfrm>
            <a:custGeom>
              <a:avLst/>
              <a:gdLst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00842 w 651404"/>
                <a:gd name="connsiteY6" fmla="*/ 233548 h 528443"/>
                <a:gd name="connsiteX7" fmla="*/ 102920 w 651404"/>
                <a:gd name="connsiteY7" fmla="*/ 134587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00842 w 651404"/>
                <a:gd name="connsiteY6" fmla="*/ 233548 h 528443"/>
                <a:gd name="connsiteX7" fmla="*/ 102920 w 651404"/>
                <a:gd name="connsiteY7" fmla="*/ 134587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00842 w 651404"/>
                <a:gd name="connsiteY6" fmla="*/ 233548 h 528443"/>
                <a:gd name="connsiteX7" fmla="*/ 102920 w 651404"/>
                <a:gd name="connsiteY7" fmla="*/ 134587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00842 w 651404"/>
                <a:gd name="connsiteY6" fmla="*/ 233548 h 528443"/>
                <a:gd name="connsiteX7" fmla="*/ 102920 w 651404"/>
                <a:gd name="connsiteY7" fmla="*/ 134587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00842 w 651404"/>
                <a:gd name="connsiteY6" fmla="*/ 233548 h 528443"/>
                <a:gd name="connsiteX7" fmla="*/ 136024 w 651404"/>
                <a:gd name="connsiteY7" fmla="*/ 157141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62259 w 651404"/>
                <a:gd name="connsiteY6" fmla="*/ 291062 h 528443"/>
                <a:gd name="connsiteX7" fmla="*/ 136024 w 651404"/>
                <a:gd name="connsiteY7" fmla="*/ 157141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362259 w 651404"/>
                <a:gd name="connsiteY6" fmla="*/ 291062 h 528443"/>
                <a:gd name="connsiteX7" fmla="*/ 136024 w 651404"/>
                <a:gd name="connsiteY7" fmla="*/ 157141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425660 w 651404"/>
                <a:gd name="connsiteY6" fmla="*/ 351989 h 528443"/>
                <a:gd name="connsiteX7" fmla="*/ 136024 w 651404"/>
                <a:gd name="connsiteY7" fmla="*/ 157141 h 528443"/>
                <a:gd name="connsiteX8" fmla="*/ 3959 w 651404"/>
                <a:gd name="connsiteY8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425660 w 651404"/>
                <a:gd name="connsiteY6" fmla="*/ 351989 h 528443"/>
                <a:gd name="connsiteX7" fmla="*/ 217238 w 651404"/>
                <a:gd name="connsiteY7" fmla="*/ 208005 h 528443"/>
                <a:gd name="connsiteX8" fmla="*/ 136024 w 651404"/>
                <a:gd name="connsiteY8" fmla="*/ 157141 h 528443"/>
                <a:gd name="connsiteX9" fmla="*/ 3959 w 651404"/>
                <a:gd name="connsiteY9" fmla="*/ 118753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425660 w 651404"/>
                <a:gd name="connsiteY6" fmla="*/ 351989 h 528443"/>
                <a:gd name="connsiteX7" fmla="*/ 217238 w 651404"/>
                <a:gd name="connsiteY7" fmla="*/ 208005 h 528443"/>
                <a:gd name="connsiteX8" fmla="*/ 136024 w 651404"/>
                <a:gd name="connsiteY8" fmla="*/ 157141 h 528443"/>
                <a:gd name="connsiteX9" fmla="*/ 11617 w 651404"/>
                <a:gd name="connsiteY9" fmla="*/ 138816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425660 w 651404"/>
                <a:gd name="connsiteY6" fmla="*/ 351989 h 528443"/>
                <a:gd name="connsiteX7" fmla="*/ 217238 w 651404"/>
                <a:gd name="connsiteY7" fmla="*/ 208005 h 528443"/>
                <a:gd name="connsiteX8" fmla="*/ 99564 w 651404"/>
                <a:gd name="connsiteY8" fmla="*/ 163229 h 528443"/>
                <a:gd name="connsiteX9" fmla="*/ 11617 w 651404"/>
                <a:gd name="connsiteY9" fmla="*/ 138816 h 528443"/>
                <a:gd name="connsiteX0" fmla="*/ 0 w 651404"/>
                <a:gd name="connsiteY0" fmla="*/ 0 h 528443"/>
                <a:gd name="connsiteX1" fmla="*/ 166255 w 651404"/>
                <a:gd name="connsiteY1" fmla="*/ 35626 h 528443"/>
                <a:gd name="connsiteX2" fmla="*/ 356260 w 651404"/>
                <a:gd name="connsiteY2" fmla="*/ 146462 h 528443"/>
                <a:gd name="connsiteX3" fmla="*/ 518556 w 651404"/>
                <a:gd name="connsiteY3" fmla="*/ 292925 h 528443"/>
                <a:gd name="connsiteX4" fmla="*/ 649185 w 651404"/>
                <a:gd name="connsiteY4" fmla="*/ 447304 h 528443"/>
                <a:gd name="connsiteX5" fmla="*/ 577933 w 651404"/>
                <a:gd name="connsiteY5" fmla="*/ 518556 h 528443"/>
                <a:gd name="connsiteX6" fmla="*/ 425660 w 651404"/>
                <a:gd name="connsiteY6" fmla="*/ 351989 h 528443"/>
                <a:gd name="connsiteX7" fmla="*/ 304924 w 651404"/>
                <a:gd name="connsiteY7" fmla="*/ 248777 h 528443"/>
                <a:gd name="connsiteX8" fmla="*/ 99564 w 651404"/>
                <a:gd name="connsiteY8" fmla="*/ 163229 h 528443"/>
                <a:gd name="connsiteX9" fmla="*/ 11617 w 651404"/>
                <a:gd name="connsiteY9" fmla="*/ 138816 h 528443"/>
                <a:gd name="connsiteX0" fmla="*/ 7056 w 639787"/>
                <a:gd name="connsiteY0" fmla="*/ 0 h 516959"/>
                <a:gd name="connsiteX1" fmla="*/ 154638 w 639787"/>
                <a:gd name="connsiteY1" fmla="*/ 24142 h 516959"/>
                <a:gd name="connsiteX2" fmla="*/ 344643 w 639787"/>
                <a:gd name="connsiteY2" fmla="*/ 134978 h 516959"/>
                <a:gd name="connsiteX3" fmla="*/ 506939 w 639787"/>
                <a:gd name="connsiteY3" fmla="*/ 281441 h 516959"/>
                <a:gd name="connsiteX4" fmla="*/ 637568 w 639787"/>
                <a:gd name="connsiteY4" fmla="*/ 435820 h 516959"/>
                <a:gd name="connsiteX5" fmla="*/ 566316 w 639787"/>
                <a:gd name="connsiteY5" fmla="*/ 507072 h 516959"/>
                <a:gd name="connsiteX6" fmla="*/ 414043 w 639787"/>
                <a:gd name="connsiteY6" fmla="*/ 340505 h 516959"/>
                <a:gd name="connsiteX7" fmla="*/ 293307 w 639787"/>
                <a:gd name="connsiteY7" fmla="*/ 237293 h 516959"/>
                <a:gd name="connsiteX8" fmla="*/ 87947 w 639787"/>
                <a:gd name="connsiteY8" fmla="*/ 151745 h 516959"/>
                <a:gd name="connsiteX9" fmla="*/ 0 w 639787"/>
                <a:gd name="connsiteY9" fmla="*/ 127332 h 516959"/>
                <a:gd name="connsiteX0" fmla="*/ 7056 w 639787"/>
                <a:gd name="connsiteY0" fmla="*/ 0 h 516959"/>
                <a:gd name="connsiteX1" fmla="*/ 177002 w 639787"/>
                <a:gd name="connsiteY1" fmla="*/ 48862 h 516959"/>
                <a:gd name="connsiteX2" fmla="*/ 344643 w 639787"/>
                <a:gd name="connsiteY2" fmla="*/ 134978 h 516959"/>
                <a:gd name="connsiteX3" fmla="*/ 506939 w 639787"/>
                <a:gd name="connsiteY3" fmla="*/ 281441 h 516959"/>
                <a:gd name="connsiteX4" fmla="*/ 637568 w 639787"/>
                <a:gd name="connsiteY4" fmla="*/ 435820 h 516959"/>
                <a:gd name="connsiteX5" fmla="*/ 566316 w 639787"/>
                <a:gd name="connsiteY5" fmla="*/ 507072 h 516959"/>
                <a:gd name="connsiteX6" fmla="*/ 414043 w 639787"/>
                <a:gd name="connsiteY6" fmla="*/ 340505 h 516959"/>
                <a:gd name="connsiteX7" fmla="*/ 293307 w 639787"/>
                <a:gd name="connsiteY7" fmla="*/ 237293 h 516959"/>
                <a:gd name="connsiteX8" fmla="*/ 87947 w 639787"/>
                <a:gd name="connsiteY8" fmla="*/ 151745 h 516959"/>
                <a:gd name="connsiteX9" fmla="*/ 0 w 639787"/>
                <a:gd name="connsiteY9" fmla="*/ 127332 h 516959"/>
                <a:gd name="connsiteX0" fmla="*/ 7056 w 639787"/>
                <a:gd name="connsiteY0" fmla="*/ 0 h 516959"/>
                <a:gd name="connsiteX1" fmla="*/ 177002 w 639787"/>
                <a:gd name="connsiteY1" fmla="*/ 48862 h 516959"/>
                <a:gd name="connsiteX2" fmla="*/ 344643 w 639787"/>
                <a:gd name="connsiteY2" fmla="*/ 134978 h 516959"/>
                <a:gd name="connsiteX3" fmla="*/ 528363 w 639787"/>
                <a:gd name="connsiteY3" fmla="*/ 288540 h 516959"/>
                <a:gd name="connsiteX4" fmla="*/ 637568 w 639787"/>
                <a:gd name="connsiteY4" fmla="*/ 435820 h 516959"/>
                <a:gd name="connsiteX5" fmla="*/ 566316 w 639787"/>
                <a:gd name="connsiteY5" fmla="*/ 507072 h 516959"/>
                <a:gd name="connsiteX6" fmla="*/ 414043 w 639787"/>
                <a:gd name="connsiteY6" fmla="*/ 340505 h 516959"/>
                <a:gd name="connsiteX7" fmla="*/ 293307 w 639787"/>
                <a:gd name="connsiteY7" fmla="*/ 237293 h 516959"/>
                <a:gd name="connsiteX8" fmla="*/ 87947 w 639787"/>
                <a:gd name="connsiteY8" fmla="*/ 151745 h 516959"/>
                <a:gd name="connsiteX9" fmla="*/ 0 w 639787"/>
                <a:gd name="connsiteY9" fmla="*/ 127332 h 516959"/>
                <a:gd name="connsiteX0" fmla="*/ 7056 w 644154"/>
                <a:gd name="connsiteY0" fmla="*/ 0 h 530910"/>
                <a:gd name="connsiteX1" fmla="*/ 177002 w 644154"/>
                <a:gd name="connsiteY1" fmla="*/ 48862 h 530910"/>
                <a:gd name="connsiteX2" fmla="*/ 344643 w 644154"/>
                <a:gd name="connsiteY2" fmla="*/ 134978 h 530910"/>
                <a:gd name="connsiteX3" fmla="*/ 528363 w 644154"/>
                <a:gd name="connsiteY3" fmla="*/ 288540 h 530910"/>
                <a:gd name="connsiteX4" fmla="*/ 637568 w 644154"/>
                <a:gd name="connsiteY4" fmla="*/ 435820 h 530910"/>
                <a:gd name="connsiteX5" fmla="*/ 596140 w 644154"/>
                <a:gd name="connsiteY5" fmla="*/ 522337 h 530910"/>
                <a:gd name="connsiteX6" fmla="*/ 414043 w 644154"/>
                <a:gd name="connsiteY6" fmla="*/ 340505 h 530910"/>
                <a:gd name="connsiteX7" fmla="*/ 293307 w 644154"/>
                <a:gd name="connsiteY7" fmla="*/ 237293 h 530910"/>
                <a:gd name="connsiteX8" fmla="*/ 87947 w 644154"/>
                <a:gd name="connsiteY8" fmla="*/ 151745 h 530910"/>
                <a:gd name="connsiteX9" fmla="*/ 0 w 644154"/>
                <a:gd name="connsiteY9" fmla="*/ 127332 h 530910"/>
                <a:gd name="connsiteX0" fmla="*/ 7056 w 644154"/>
                <a:gd name="connsiteY0" fmla="*/ 0 h 530910"/>
                <a:gd name="connsiteX1" fmla="*/ 177002 w 644154"/>
                <a:gd name="connsiteY1" fmla="*/ 48862 h 530910"/>
                <a:gd name="connsiteX2" fmla="*/ 344643 w 644154"/>
                <a:gd name="connsiteY2" fmla="*/ 134978 h 530910"/>
                <a:gd name="connsiteX3" fmla="*/ 528363 w 644154"/>
                <a:gd name="connsiteY3" fmla="*/ 288540 h 530910"/>
                <a:gd name="connsiteX4" fmla="*/ 637568 w 644154"/>
                <a:gd name="connsiteY4" fmla="*/ 435820 h 530910"/>
                <a:gd name="connsiteX5" fmla="*/ 596140 w 644154"/>
                <a:gd name="connsiteY5" fmla="*/ 522337 h 530910"/>
                <a:gd name="connsiteX6" fmla="*/ 439279 w 644154"/>
                <a:gd name="connsiteY6" fmla="*/ 353421 h 530910"/>
                <a:gd name="connsiteX7" fmla="*/ 293307 w 644154"/>
                <a:gd name="connsiteY7" fmla="*/ 237293 h 530910"/>
                <a:gd name="connsiteX8" fmla="*/ 87947 w 644154"/>
                <a:gd name="connsiteY8" fmla="*/ 151745 h 530910"/>
                <a:gd name="connsiteX9" fmla="*/ 0 w 644154"/>
                <a:gd name="connsiteY9" fmla="*/ 127332 h 530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44154" h="530910">
                  <a:moveTo>
                    <a:pt x="7056" y="0"/>
                  </a:moveTo>
                  <a:cubicBezTo>
                    <a:pt x="60495" y="5608"/>
                    <a:pt x="120738" y="26366"/>
                    <a:pt x="177002" y="48862"/>
                  </a:cubicBezTo>
                  <a:cubicBezTo>
                    <a:pt x="233266" y="71358"/>
                    <a:pt x="286083" y="95032"/>
                    <a:pt x="344643" y="134978"/>
                  </a:cubicBezTo>
                  <a:cubicBezTo>
                    <a:pt x="403203" y="174924"/>
                    <a:pt x="479542" y="238400"/>
                    <a:pt x="528363" y="288540"/>
                  </a:cubicBezTo>
                  <a:cubicBezTo>
                    <a:pt x="577184" y="338680"/>
                    <a:pt x="627672" y="398215"/>
                    <a:pt x="637568" y="435820"/>
                  </a:cubicBezTo>
                  <a:cubicBezTo>
                    <a:pt x="647464" y="473425"/>
                    <a:pt x="654197" y="557963"/>
                    <a:pt x="596140" y="522337"/>
                  </a:cubicBezTo>
                  <a:cubicBezTo>
                    <a:pt x="538083" y="486711"/>
                    <a:pt x="489751" y="400928"/>
                    <a:pt x="439279" y="353421"/>
                  </a:cubicBezTo>
                  <a:cubicBezTo>
                    <a:pt x="388807" y="305914"/>
                    <a:pt x="341580" y="269768"/>
                    <a:pt x="293307" y="237293"/>
                  </a:cubicBezTo>
                  <a:cubicBezTo>
                    <a:pt x="245034" y="204818"/>
                    <a:pt x="136832" y="170072"/>
                    <a:pt x="87947" y="151745"/>
                  </a:cubicBezTo>
                  <a:cubicBezTo>
                    <a:pt x="39063" y="133418"/>
                    <a:pt x="0" y="127332"/>
                    <a:pt x="0" y="127332"/>
                  </a:cubicBezTo>
                </a:path>
              </a:pathLst>
            </a:custGeom>
            <a:solidFill>
              <a:srgbClr val="29ABE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189" name="Rectangle 188"/>
            <p:cNvSpPr/>
            <p:nvPr/>
          </p:nvSpPr>
          <p:spPr>
            <a:xfrm rot="19800000">
              <a:off x="5472311" y="2317854"/>
              <a:ext cx="610049" cy="12934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197" name="Rectangle 196"/>
            <p:cNvSpPr/>
            <p:nvPr/>
          </p:nvSpPr>
          <p:spPr>
            <a:xfrm rot="19800000">
              <a:off x="6157411" y="2054983"/>
              <a:ext cx="150470" cy="129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213" name="Rectangle 212"/>
            <p:cNvSpPr/>
            <p:nvPr/>
          </p:nvSpPr>
          <p:spPr>
            <a:xfrm rot="19800000">
              <a:off x="6413445" y="1907162"/>
              <a:ext cx="150470" cy="129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  <p:sp>
          <p:nvSpPr>
            <p:cNvPr id="218" name="Rectangle 217"/>
            <p:cNvSpPr/>
            <p:nvPr/>
          </p:nvSpPr>
          <p:spPr>
            <a:xfrm rot="19800000">
              <a:off x="6670552" y="1758721"/>
              <a:ext cx="150470" cy="12933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799"/>
            </a:p>
          </p:txBody>
        </p:sp>
      </p:grpSp>
      <p:grpSp>
        <p:nvGrpSpPr>
          <p:cNvPr id="219" name="Group 218"/>
          <p:cNvGrpSpPr/>
          <p:nvPr/>
        </p:nvGrpSpPr>
        <p:grpSpPr>
          <a:xfrm>
            <a:off x="373305" y="3273425"/>
            <a:ext cx="1327702" cy="540416"/>
            <a:chOff x="2133600" y="1007280"/>
            <a:chExt cx="5874240" cy="2390998"/>
          </a:xfrm>
        </p:grpSpPr>
        <p:sp>
          <p:nvSpPr>
            <p:cNvPr id="220" name="Freeform 1"/>
            <p:cNvSpPr/>
            <p:nvPr/>
          </p:nvSpPr>
          <p:spPr>
            <a:xfrm>
              <a:off x="6140573" y="2590912"/>
              <a:ext cx="3732" cy="11196"/>
            </a:xfrm>
            <a:custGeom>
              <a:avLst/>
              <a:gdLst/>
              <a:ahLst/>
              <a:cxnLst/>
              <a:rect l="0" t="0" r="r" b="b"/>
              <a:pathLst>
                <a:path w="3" h="9">
                  <a:moveTo>
                    <a:pt x="0" y="0"/>
                  </a:moveTo>
                  <a:lnTo>
                    <a:pt x="2" y="5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221" name="Freeform 2"/>
            <p:cNvSpPr/>
            <p:nvPr/>
          </p:nvSpPr>
          <p:spPr>
            <a:xfrm>
              <a:off x="6110717" y="1573307"/>
              <a:ext cx="1897123" cy="1791382"/>
            </a:xfrm>
            <a:custGeom>
              <a:avLst/>
              <a:gdLst/>
              <a:ahLst/>
              <a:cxnLst/>
              <a:rect l="0" t="0" r="r" b="b"/>
              <a:pathLst>
                <a:path w="1525" h="1440">
                  <a:moveTo>
                    <a:pt x="1434" y="415"/>
                  </a:moveTo>
                  <a:cubicBezTo>
                    <a:pt x="1431" y="408"/>
                    <a:pt x="1428" y="400"/>
                    <a:pt x="1426" y="394"/>
                  </a:cubicBezTo>
                  <a:cubicBezTo>
                    <a:pt x="1402" y="341"/>
                    <a:pt x="1360" y="267"/>
                    <a:pt x="1291" y="222"/>
                  </a:cubicBezTo>
                  <a:cubicBezTo>
                    <a:pt x="1272" y="209"/>
                    <a:pt x="1267" y="193"/>
                    <a:pt x="1264" y="177"/>
                  </a:cubicBezTo>
                  <a:cubicBezTo>
                    <a:pt x="1259" y="162"/>
                    <a:pt x="1256" y="148"/>
                    <a:pt x="1238" y="143"/>
                  </a:cubicBezTo>
                  <a:cubicBezTo>
                    <a:pt x="1219" y="135"/>
                    <a:pt x="1203" y="127"/>
                    <a:pt x="1185" y="122"/>
                  </a:cubicBezTo>
                  <a:cubicBezTo>
                    <a:pt x="1145" y="106"/>
                    <a:pt x="1103" y="87"/>
                    <a:pt x="1063" y="69"/>
                  </a:cubicBezTo>
                  <a:cubicBezTo>
                    <a:pt x="979" y="27"/>
                    <a:pt x="886" y="13"/>
                    <a:pt x="799" y="3"/>
                  </a:cubicBezTo>
                  <a:cubicBezTo>
                    <a:pt x="772" y="0"/>
                    <a:pt x="746" y="0"/>
                    <a:pt x="714" y="3"/>
                  </a:cubicBezTo>
                  <a:cubicBezTo>
                    <a:pt x="690" y="5"/>
                    <a:pt x="666" y="11"/>
                    <a:pt x="645" y="16"/>
                  </a:cubicBezTo>
                  <a:cubicBezTo>
                    <a:pt x="616" y="21"/>
                    <a:pt x="587" y="27"/>
                    <a:pt x="558" y="29"/>
                  </a:cubicBezTo>
                  <a:cubicBezTo>
                    <a:pt x="468" y="40"/>
                    <a:pt x="391" y="82"/>
                    <a:pt x="317" y="162"/>
                  </a:cubicBezTo>
                  <a:cubicBezTo>
                    <a:pt x="294" y="188"/>
                    <a:pt x="270" y="212"/>
                    <a:pt x="241" y="230"/>
                  </a:cubicBezTo>
                  <a:cubicBezTo>
                    <a:pt x="206" y="251"/>
                    <a:pt x="182" y="291"/>
                    <a:pt x="161" y="326"/>
                  </a:cubicBezTo>
                  <a:cubicBezTo>
                    <a:pt x="145" y="352"/>
                    <a:pt x="132" y="381"/>
                    <a:pt x="116" y="410"/>
                  </a:cubicBezTo>
                  <a:cubicBezTo>
                    <a:pt x="95" y="447"/>
                    <a:pt x="74" y="487"/>
                    <a:pt x="53" y="524"/>
                  </a:cubicBezTo>
                  <a:cubicBezTo>
                    <a:pt x="53" y="527"/>
                    <a:pt x="53" y="529"/>
                    <a:pt x="50" y="532"/>
                  </a:cubicBezTo>
                  <a:cubicBezTo>
                    <a:pt x="48" y="548"/>
                    <a:pt x="45" y="566"/>
                    <a:pt x="34" y="577"/>
                  </a:cubicBezTo>
                  <a:lnTo>
                    <a:pt x="10" y="669"/>
                  </a:lnTo>
                  <a:cubicBezTo>
                    <a:pt x="0" y="770"/>
                    <a:pt x="10" y="886"/>
                    <a:pt x="42" y="1032"/>
                  </a:cubicBezTo>
                  <a:cubicBezTo>
                    <a:pt x="61" y="1117"/>
                    <a:pt x="103" y="1191"/>
                    <a:pt x="167" y="1244"/>
                  </a:cubicBezTo>
                  <a:cubicBezTo>
                    <a:pt x="196" y="1267"/>
                    <a:pt x="225" y="1291"/>
                    <a:pt x="254" y="1315"/>
                  </a:cubicBezTo>
                  <a:lnTo>
                    <a:pt x="283" y="1339"/>
                  </a:lnTo>
                  <a:lnTo>
                    <a:pt x="378" y="1400"/>
                  </a:lnTo>
                  <a:lnTo>
                    <a:pt x="391" y="1402"/>
                  </a:lnTo>
                  <a:cubicBezTo>
                    <a:pt x="407" y="1408"/>
                    <a:pt x="423" y="1410"/>
                    <a:pt x="439" y="1415"/>
                  </a:cubicBezTo>
                  <a:lnTo>
                    <a:pt x="455" y="1418"/>
                  </a:lnTo>
                  <a:cubicBezTo>
                    <a:pt x="510" y="1429"/>
                    <a:pt x="569" y="1439"/>
                    <a:pt x="627" y="1439"/>
                  </a:cubicBezTo>
                  <a:cubicBezTo>
                    <a:pt x="664" y="1439"/>
                    <a:pt x="743" y="1429"/>
                    <a:pt x="783" y="1423"/>
                  </a:cubicBezTo>
                  <a:lnTo>
                    <a:pt x="788" y="1423"/>
                  </a:lnTo>
                  <a:cubicBezTo>
                    <a:pt x="825" y="1418"/>
                    <a:pt x="854" y="1415"/>
                    <a:pt x="881" y="1413"/>
                  </a:cubicBezTo>
                  <a:cubicBezTo>
                    <a:pt x="942" y="1408"/>
                    <a:pt x="981" y="1402"/>
                    <a:pt x="1024" y="1386"/>
                  </a:cubicBezTo>
                  <a:cubicBezTo>
                    <a:pt x="1039" y="1381"/>
                    <a:pt x="1106" y="1357"/>
                    <a:pt x="1124" y="1357"/>
                  </a:cubicBezTo>
                  <a:lnTo>
                    <a:pt x="1143" y="1357"/>
                  </a:lnTo>
                  <a:cubicBezTo>
                    <a:pt x="1190" y="1357"/>
                    <a:pt x="1262" y="1355"/>
                    <a:pt x="1296" y="1352"/>
                  </a:cubicBezTo>
                  <a:cubicBezTo>
                    <a:pt x="1320" y="1349"/>
                    <a:pt x="1383" y="1328"/>
                    <a:pt x="1402" y="1318"/>
                  </a:cubicBezTo>
                  <a:cubicBezTo>
                    <a:pt x="1434" y="1299"/>
                    <a:pt x="1439" y="1288"/>
                    <a:pt x="1442" y="1286"/>
                  </a:cubicBezTo>
                  <a:cubicBezTo>
                    <a:pt x="1447" y="1275"/>
                    <a:pt x="1444" y="1254"/>
                    <a:pt x="1428" y="1236"/>
                  </a:cubicBezTo>
                  <a:cubicBezTo>
                    <a:pt x="1418" y="1225"/>
                    <a:pt x="1391" y="1214"/>
                    <a:pt x="1357" y="1204"/>
                  </a:cubicBezTo>
                  <a:cubicBezTo>
                    <a:pt x="1354" y="1204"/>
                    <a:pt x="1349" y="1201"/>
                    <a:pt x="1346" y="1201"/>
                  </a:cubicBezTo>
                  <a:cubicBezTo>
                    <a:pt x="1328" y="1199"/>
                    <a:pt x="1301" y="1193"/>
                    <a:pt x="1293" y="1172"/>
                  </a:cubicBezTo>
                  <a:lnTo>
                    <a:pt x="1293" y="1169"/>
                  </a:lnTo>
                  <a:lnTo>
                    <a:pt x="1296" y="1167"/>
                  </a:lnTo>
                  <a:cubicBezTo>
                    <a:pt x="1299" y="1161"/>
                    <a:pt x="1304" y="1154"/>
                    <a:pt x="1307" y="1148"/>
                  </a:cubicBezTo>
                  <a:cubicBezTo>
                    <a:pt x="1315" y="1135"/>
                    <a:pt x="1325" y="1122"/>
                    <a:pt x="1333" y="1109"/>
                  </a:cubicBezTo>
                  <a:cubicBezTo>
                    <a:pt x="1341" y="1098"/>
                    <a:pt x="1349" y="1087"/>
                    <a:pt x="1357" y="1077"/>
                  </a:cubicBezTo>
                  <a:cubicBezTo>
                    <a:pt x="1365" y="1066"/>
                    <a:pt x="1373" y="1056"/>
                    <a:pt x="1381" y="1045"/>
                  </a:cubicBezTo>
                  <a:cubicBezTo>
                    <a:pt x="1502" y="873"/>
                    <a:pt x="1524" y="683"/>
                    <a:pt x="1447" y="450"/>
                  </a:cubicBezTo>
                  <a:cubicBezTo>
                    <a:pt x="1447" y="447"/>
                    <a:pt x="1447" y="445"/>
                    <a:pt x="1447" y="445"/>
                  </a:cubicBezTo>
                  <a:lnTo>
                    <a:pt x="1447" y="445"/>
                  </a:lnTo>
                  <a:cubicBezTo>
                    <a:pt x="1444" y="442"/>
                    <a:pt x="1442" y="437"/>
                    <a:pt x="1444" y="434"/>
                  </a:cubicBezTo>
                  <a:cubicBezTo>
                    <a:pt x="1439" y="429"/>
                    <a:pt x="1436" y="423"/>
                    <a:pt x="1434" y="415"/>
                  </a:cubicBezTo>
                  <a:moveTo>
                    <a:pt x="1362" y="699"/>
                  </a:moveTo>
                  <a:cubicBezTo>
                    <a:pt x="1354" y="736"/>
                    <a:pt x="1354" y="770"/>
                    <a:pt x="1352" y="802"/>
                  </a:cubicBezTo>
                  <a:cubicBezTo>
                    <a:pt x="1349" y="868"/>
                    <a:pt x="1346" y="929"/>
                    <a:pt x="1299" y="992"/>
                  </a:cubicBezTo>
                  <a:cubicBezTo>
                    <a:pt x="1283" y="1013"/>
                    <a:pt x="1264" y="1037"/>
                    <a:pt x="1248" y="1061"/>
                  </a:cubicBezTo>
                  <a:cubicBezTo>
                    <a:pt x="1238" y="1074"/>
                    <a:pt x="1230" y="1087"/>
                    <a:pt x="1219" y="1101"/>
                  </a:cubicBezTo>
                  <a:cubicBezTo>
                    <a:pt x="1196" y="1132"/>
                    <a:pt x="1164" y="1161"/>
                    <a:pt x="1121" y="1183"/>
                  </a:cubicBezTo>
                  <a:cubicBezTo>
                    <a:pt x="1050" y="1222"/>
                    <a:pt x="976" y="1262"/>
                    <a:pt x="886" y="1275"/>
                  </a:cubicBezTo>
                  <a:cubicBezTo>
                    <a:pt x="862" y="1278"/>
                    <a:pt x="838" y="1286"/>
                    <a:pt x="815" y="1294"/>
                  </a:cubicBezTo>
                  <a:cubicBezTo>
                    <a:pt x="796" y="1299"/>
                    <a:pt x="775" y="1304"/>
                    <a:pt x="756" y="1310"/>
                  </a:cubicBezTo>
                  <a:cubicBezTo>
                    <a:pt x="714" y="1318"/>
                    <a:pt x="674" y="1323"/>
                    <a:pt x="637" y="1323"/>
                  </a:cubicBezTo>
                  <a:cubicBezTo>
                    <a:pt x="595" y="1323"/>
                    <a:pt x="555" y="1318"/>
                    <a:pt x="518" y="1304"/>
                  </a:cubicBezTo>
                  <a:cubicBezTo>
                    <a:pt x="460" y="1304"/>
                    <a:pt x="410" y="1283"/>
                    <a:pt x="357" y="1241"/>
                  </a:cubicBezTo>
                  <a:cubicBezTo>
                    <a:pt x="288" y="1199"/>
                    <a:pt x="227" y="1148"/>
                    <a:pt x="177" y="1085"/>
                  </a:cubicBezTo>
                  <a:cubicBezTo>
                    <a:pt x="156" y="1058"/>
                    <a:pt x="143" y="1032"/>
                    <a:pt x="135" y="1005"/>
                  </a:cubicBezTo>
                  <a:cubicBezTo>
                    <a:pt x="103" y="878"/>
                    <a:pt x="92" y="770"/>
                    <a:pt x="100" y="677"/>
                  </a:cubicBezTo>
                  <a:cubicBezTo>
                    <a:pt x="106" y="627"/>
                    <a:pt x="119" y="577"/>
                    <a:pt x="135" y="540"/>
                  </a:cubicBezTo>
                  <a:cubicBezTo>
                    <a:pt x="161" y="487"/>
                    <a:pt x="190" y="426"/>
                    <a:pt x="227" y="360"/>
                  </a:cubicBezTo>
                  <a:cubicBezTo>
                    <a:pt x="233" y="349"/>
                    <a:pt x="241" y="339"/>
                    <a:pt x="249" y="333"/>
                  </a:cubicBezTo>
                  <a:cubicBezTo>
                    <a:pt x="267" y="320"/>
                    <a:pt x="288" y="304"/>
                    <a:pt x="307" y="291"/>
                  </a:cubicBezTo>
                  <a:cubicBezTo>
                    <a:pt x="333" y="270"/>
                    <a:pt x="360" y="249"/>
                    <a:pt x="389" y="233"/>
                  </a:cubicBezTo>
                  <a:cubicBezTo>
                    <a:pt x="402" y="225"/>
                    <a:pt x="418" y="222"/>
                    <a:pt x="434" y="220"/>
                  </a:cubicBezTo>
                  <a:cubicBezTo>
                    <a:pt x="439" y="220"/>
                    <a:pt x="444" y="217"/>
                    <a:pt x="450" y="217"/>
                  </a:cubicBezTo>
                  <a:cubicBezTo>
                    <a:pt x="463" y="214"/>
                    <a:pt x="473" y="212"/>
                    <a:pt x="473" y="199"/>
                  </a:cubicBezTo>
                  <a:cubicBezTo>
                    <a:pt x="476" y="172"/>
                    <a:pt x="497" y="162"/>
                    <a:pt x="513" y="159"/>
                  </a:cubicBezTo>
                  <a:cubicBezTo>
                    <a:pt x="669" y="117"/>
                    <a:pt x="799" y="117"/>
                    <a:pt x="912" y="159"/>
                  </a:cubicBezTo>
                  <a:cubicBezTo>
                    <a:pt x="984" y="185"/>
                    <a:pt x="1053" y="217"/>
                    <a:pt x="1121" y="251"/>
                  </a:cubicBezTo>
                  <a:cubicBezTo>
                    <a:pt x="1145" y="262"/>
                    <a:pt x="1166" y="273"/>
                    <a:pt x="1190" y="283"/>
                  </a:cubicBezTo>
                  <a:lnTo>
                    <a:pt x="1188" y="288"/>
                  </a:lnTo>
                  <a:lnTo>
                    <a:pt x="1301" y="487"/>
                  </a:lnTo>
                  <a:lnTo>
                    <a:pt x="1307" y="484"/>
                  </a:lnTo>
                  <a:cubicBezTo>
                    <a:pt x="1312" y="497"/>
                    <a:pt x="1315" y="508"/>
                    <a:pt x="1320" y="521"/>
                  </a:cubicBezTo>
                  <a:cubicBezTo>
                    <a:pt x="1336" y="561"/>
                    <a:pt x="1352" y="601"/>
                    <a:pt x="1352" y="643"/>
                  </a:cubicBezTo>
                  <a:cubicBezTo>
                    <a:pt x="1352" y="648"/>
                    <a:pt x="1352" y="654"/>
                    <a:pt x="1352" y="662"/>
                  </a:cubicBezTo>
                  <a:cubicBezTo>
                    <a:pt x="1362" y="677"/>
                    <a:pt x="1365" y="688"/>
                    <a:pt x="1362" y="699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222" name="Freeform 3"/>
            <p:cNvSpPr/>
            <p:nvPr/>
          </p:nvSpPr>
          <p:spPr>
            <a:xfrm>
              <a:off x="2133600" y="1563355"/>
              <a:ext cx="1863535" cy="1834923"/>
            </a:xfrm>
            <a:custGeom>
              <a:avLst/>
              <a:gdLst/>
              <a:ahLst/>
              <a:cxnLst/>
              <a:rect l="0" t="0" r="r" b="b"/>
              <a:pathLst>
                <a:path w="1498" h="1475">
                  <a:moveTo>
                    <a:pt x="1148" y="1405"/>
                  </a:moveTo>
                  <a:cubicBezTo>
                    <a:pt x="1166" y="1394"/>
                    <a:pt x="1187" y="1381"/>
                    <a:pt x="1201" y="1378"/>
                  </a:cubicBezTo>
                  <a:cubicBezTo>
                    <a:pt x="1206" y="1376"/>
                    <a:pt x="1254" y="1355"/>
                    <a:pt x="1288" y="1339"/>
                  </a:cubicBezTo>
                  <a:cubicBezTo>
                    <a:pt x="1320" y="1323"/>
                    <a:pt x="1341" y="1312"/>
                    <a:pt x="1346" y="1312"/>
                  </a:cubicBezTo>
                  <a:lnTo>
                    <a:pt x="1354" y="1310"/>
                  </a:lnTo>
                  <a:cubicBezTo>
                    <a:pt x="1375" y="1302"/>
                    <a:pt x="1436" y="1283"/>
                    <a:pt x="1444" y="1270"/>
                  </a:cubicBezTo>
                  <a:cubicBezTo>
                    <a:pt x="1447" y="1267"/>
                    <a:pt x="1449" y="1262"/>
                    <a:pt x="1452" y="1259"/>
                  </a:cubicBezTo>
                  <a:cubicBezTo>
                    <a:pt x="1476" y="1228"/>
                    <a:pt x="1497" y="1199"/>
                    <a:pt x="1444" y="1156"/>
                  </a:cubicBezTo>
                  <a:cubicBezTo>
                    <a:pt x="1428" y="1143"/>
                    <a:pt x="1410" y="1143"/>
                    <a:pt x="1391" y="1143"/>
                  </a:cubicBezTo>
                  <a:cubicBezTo>
                    <a:pt x="1378" y="1143"/>
                    <a:pt x="1367" y="1143"/>
                    <a:pt x="1362" y="1135"/>
                  </a:cubicBezTo>
                  <a:cubicBezTo>
                    <a:pt x="1357" y="1130"/>
                    <a:pt x="1357" y="1122"/>
                    <a:pt x="1362" y="1109"/>
                  </a:cubicBezTo>
                  <a:cubicBezTo>
                    <a:pt x="1365" y="1098"/>
                    <a:pt x="1367" y="1093"/>
                    <a:pt x="1370" y="1090"/>
                  </a:cubicBezTo>
                  <a:cubicBezTo>
                    <a:pt x="1370" y="1087"/>
                    <a:pt x="1373" y="1085"/>
                    <a:pt x="1373" y="1077"/>
                  </a:cubicBezTo>
                  <a:cubicBezTo>
                    <a:pt x="1378" y="1058"/>
                    <a:pt x="1386" y="1050"/>
                    <a:pt x="1391" y="1040"/>
                  </a:cubicBezTo>
                  <a:cubicBezTo>
                    <a:pt x="1396" y="1032"/>
                    <a:pt x="1402" y="1024"/>
                    <a:pt x="1407" y="1008"/>
                  </a:cubicBezTo>
                  <a:cubicBezTo>
                    <a:pt x="1426" y="947"/>
                    <a:pt x="1444" y="889"/>
                    <a:pt x="1460" y="826"/>
                  </a:cubicBezTo>
                  <a:cubicBezTo>
                    <a:pt x="1468" y="794"/>
                    <a:pt x="1476" y="749"/>
                    <a:pt x="1476" y="707"/>
                  </a:cubicBezTo>
                  <a:cubicBezTo>
                    <a:pt x="1478" y="580"/>
                    <a:pt x="1447" y="455"/>
                    <a:pt x="1418" y="352"/>
                  </a:cubicBezTo>
                  <a:cubicBezTo>
                    <a:pt x="1415" y="339"/>
                    <a:pt x="1410" y="328"/>
                    <a:pt x="1404" y="318"/>
                  </a:cubicBezTo>
                  <a:cubicBezTo>
                    <a:pt x="1367" y="257"/>
                    <a:pt x="1322" y="188"/>
                    <a:pt x="1246" y="154"/>
                  </a:cubicBezTo>
                  <a:cubicBezTo>
                    <a:pt x="1240" y="151"/>
                    <a:pt x="1238" y="148"/>
                    <a:pt x="1232" y="146"/>
                  </a:cubicBezTo>
                  <a:lnTo>
                    <a:pt x="1230" y="143"/>
                  </a:lnTo>
                  <a:cubicBezTo>
                    <a:pt x="1180" y="103"/>
                    <a:pt x="1137" y="101"/>
                    <a:pt x="1074" y="98"/>
                  </a:cubicBezTo>
                  <a:lnTo>
                    <a:pt x="1055" y="95"/>
                  </a:lnTo>
                  <a:cubicBezTo>
                    <a:pt x="1034" y="93"/>
                    <a:pt x="1018" y="85"/>
                    <a:pt x="997" y="74"/>
                  </a:cubicBezTo>
                  <a:cubicBezTo>
                    <a:pt x="981" y="66"/>
                    <a:pt x="960" y="56"/>
                    <a:pt x="936" y="48"/>
                  </a:cubicBezTo>
                  <a:cubicBezTo>
                    <a:pt x="883" y="29"/>
                    <a:pt x="777" y="19"/>
                    <a:pt x="701" y="11"/>
                  </a:cubicBezTo>
                  <a:cubicBezTo>
                    <a:pt x="677" y="8"/>
                    <a:pt x="653" y="5"/>
                    <a:pt x="637" y="3"/>
                  </a:cubicBezTo>
                  <a:cubicBezTo>
                    <a:pt x="627" y="0"/>
                    <a:pt x="613" y="0"/>
                    <a:pt x="603" y="0"/>
                  </a:cubicBezTo>
                  <a:cubicBezTo>
                    <a:pt x="566" y="0"/>
                    <a:pt x="529" y="5"/>
                    <a:pt x="481" y="19"/>
                  </a:cubicBezTo>
                  <a:cubicBezTo>
                    <a:pt x="407" y="40"/>
                    <a:pt x="333" y="80"/>
                    <a:pt x="259" y="140"/>
                  </a:cubicBezTo>
                  <a:cubicBezTo>
                    <a:pt x="251" y="146"/>
                    <a:pt x="246" y="151"/>
                    <a:pt x="238" y="156"/>
                  </a:cubicBezTo>
                  <a:cubicBezTo>
                    <a:pt x="219" y="170"/>
                    <a:pt x="203" y="185"/>
                    <a:pt x="185" y="199"/>
                  </a:cubicBezTo>
                  <a:cubicBezTo>
                    <a:pt x="121" y="257"/>
                    <a:pt x="76" y="310"/>
                    <a:pt x="55" y="379"/>
                  </a:cubicBezTo>
                  <a:cubicBezTo>
                    <a:pt x="10" y="521"/>
                    <a:pt x="0" y="643"/>
                    <a:pt x="24" y="757"/>
                  </a:cubicBezTo>
                  <a:cubicBezTo>
                    <a:pt x="26" y="770"/>
                    <a:pt x="29" y="781"/>
                    <a:pt x="32" y="794"/>
                  </a:cubicBezTo>
                  <a:cubicBezTo>
                    <a:pt x="39" y="834"/>
                    <a:pt x="45" y="873"/>
                    <a:pt x="63" y="910"/>
                  </a:cubicBezTo>
                  <a:cubicBezTo>
                    <a:pt x="92" y="971"/>
                    <a:pt x="121" y="1019"/>
                    <a:pt x="153" y="1066"/>
                  </a:cubicBezTo>
                  <a:cubicBezTo>
                    <a:pt x="180" y="1109"/>
                    <a:pt x="209" y="1154"/>
                    <a:pt x="235" y="1209"/>
                  </a:cubicBezTo>
                  <a:cubicBezTo>
                    <a:pt x="291" y="1318"/>
                    <a:pt x="381" y="1378"/>
                    <a:pt x="513" y="1397"/>
                  </a:cubicBezTo>
                  <a:cubicBezTo>
                    <a:pt x="547" y="1402"/>
                    <a:pt x="574" y="1408"/>
                    <a:pt x="600" y="1418"/>
                  </a:cubicBezTo>
                  <a:cubicBezTo>
                    <a:pt x="651" y="1437"/>
                    <a:pt x="701" y="1450"/>
                    <a:pt x="751" y="1458"/>
                  </a:cubicBezTo>
                  <a:cubicBezTo>
                    <a:pt x="859" y="1474"/>
                    <a:pt x="984" y="1460"/>
                    <a:pt x="1105" y="1418"/>
                  </a:cubicBezTo>
                  <a:cubicBezTo>
                    <a:pt x="1119" y="1423"/>
                    <a:pt x="1132" y="1416"/>
                    <a:pt x="1148" y="1405"/>
                  </a:cubicBezTo>
                  <a:moveTo>
                    <a:pt x="1010" y="1365"/>
                  </a:moveTo>
                  <a:lnTo>
                    <a:pt x="1008" y="1365"/>
                  </a:lnTo>
                  <a:cubicBezTo>
                    <a:pt x="976" y="1376"/>
                    <a:pt x="941" y="1376"/>
                    <a:pt x="910" y="1378"/>
                  </a:cubicBezTo>
                  <a:cubicBezTo>
                    <a:pt x="899" y="1378"/>
                    <a:pt x="886" y="1378"/>
                    <a:pt x="875" y="1381"/>
                  </a:cubicBezTo>
                  <a:cubicBezTo>
                    <a:pt x="867" y="1381"/>
                    <a:pt x="859" y="1381"/>
                    <a:pt x="852" y="1381"/>
                  </a:cubicBezTo>
                  <a:cubicBezTo>
                    <a:pt x="820" y="1381"/>
                    <a:pt x="788" y="1376"/>
                    <a:pt x="756" y="1371"/>
                  </a:cubicBezTo>
                  <a:cubicBezTo>
                    <a:pt x="717" y="1365"/>
                    <a:pt x="680" y="1355"/>
                    <a:pt x="643" y="1344"/>
                  </a:cubicBezTo>
                  <a:cubicBezTo>
                    <a:pt x="603" y="1334"/>
                    <a:pt x="563" y="1323"/>
                    <a:pt x="524" y="1318"/>
                  </a:cubicBezTo>
                  <a:cubicBezTo>
                    <a:pt x="449" y="1307"/>
                    <a:pt x="405" y="1281"/>
                    <a:pt x="373" y="1228"/>
                  </a:cubicBezTo>
                  <a:cubicBezTo>
                    <a:pt x="349" y="1183"/>
                    <a:pt x="323" y="1146"/>
                    <a:pt x="299" y="1109"/>
                  </a:cubicBezTo>
                  <a:cubicBezTo>
                    <a:pt x="256" y="1043"/>
                    <a:pt x="214" y="979"/>
                    <a:pt x="180" y="894"/>
                  </a:cubicBezTo>
                  <a:cubicBezTo>
                    <a:pt x="143" y="804"/>
                    <a:pt x="129" y="707"/>
                    <a:pt x="143" y="590"/>
                  </a:cubicBezTo>
                  <a:cubicBezTo>
                    <a:pt x="151" y="505"/>
                    <a:pt x="161" y="437"/>
                    <a:pt x="203" y="373"/>
                  </a:cubicBezTo>
                  <a:cubicBezTo>
                    <a:pt x="222" y="347"/>
                    <a:pt x="240" y="318"/>
                    <a:pt x="264" y="294"/>
                  </a:cubicBezTo>
                  <a:cubicBezTo>
                    <a:pt x="320" y="244"/>
                    <a:pt x="378" y="191"/>
                    <a:pt x="447" y="154"/>
                  </a:cubicBezTo>
                  <a:cubicBezTo>
                    <a:pt x="465" y="143"/>
                    <a:pt x="487" y="138"/>
                    <a:pt x="510" y="132"/>
                  </a:cubicBezTo>
                  <a:cubicBezTo>
                    <a:pt x="521" y="130"/>
                    <a:pt x="534" y="127"/>
                    <a:pt x="550" y="122"/>
                  </a:cubicBezTo>
                  <a:cubicBezTo>
                    <a:pt x="569" y="117"/>
                    <a:pt x="587" y="111"/>
                    <a:pt x="600" y="109"/>
                  </a:cubicBezTo>
                  <a:cubicBezTo>
                    <a:pt x="608" y="109"/>
                    <a:pt x="616" y="106"/>
                    <a:pt x="624" y="106"/>
                  </a:cubicBezTo>
                  <a:cubicBezTo>
                    <a:pt x="640" y="103"/>
                    <a:pt x="656" y="101"/>
                    <a:pt x="672" y="101"/>
                  </a:cubicBezTo>
                  <a:cubicBezTo>
                    <a:pt x="680" y="101"/>
                    <a:pt x="688" y="101"/>
                    <a:pt x="698" y="101"/>
                  </a:cubicBezTo>
                  <a:cubicBezTo>
                    <a:pt x="764" y="101"/>
                    <a:pt x="849" y="103"/>
                    <a:pt x="915" y="138"/>
                  </a:cubicBezTo>
                  <a:cubicBezTo>
                    <a:pt x="923" y="140"/>
                    <a:pt x="928" y="146"/>
                    <a:pt x="936" y="148"/>
                  </a:cubicBezTo>
                  <a:cubicBezTo>
                    <a:pt x="955" y="159"/>
                    <a:pt x="971" y="167"/>
                    <a:pt x="994" y="172"/>
                  </a:cubicBezTo>
                  <a:cubicBezTo>
                    <a:pt x="1063" y="188"/>
                    <a:pt x="1111" y="204"/>
                    <a:pt x="1156" y="233"/>
                  </a:cubicBezTo>
                  <a:cubicBezTo>
                    <a:pt x="1209" y="265"/>
                    <a:pt x="1251" y="307"/>
                    <a:pt x="1280" y="360"/>
                  </a:cubicBezTo>
                  <a:cubicBezTo>
                    <a:pt x="1312" y="416"/>
                    <a:pt x="1325" y="479"/>
                    <a:pt x="1333" y="527"/>
                  </a:cubicBezTo>
                  <a:cubicBezTo>
                    <a:pt x="1338" y="561"/>
                    <a:pt x="1341" y="595"/>
                    <a:pt x="1344" y="640"/>
                  </a:cubicBezTo>
                  <a:cubicBezTo>
                    <a:pt x="1349" y="736"/>
                    <a:pt x="1338" y="810"/>
                    <a:pt x="1309" y="878"/>
                  </a:cubicBezTo>
                  <a:cubicBezTo>
                    <a:pt x="1304" y="889"/>
                    <a:pt x="1301" y="902"/>
                    <a:pt x="1301" y="918"/>
                  </a:cubicBezTo>
                  <a:cubicBezTo>
                    <a:pt x="1301" y="926"/>
                    <a:pt x="1299" y="934"/>
                    <a:pt x="1296" y="942"/>
                  </a:cubicBezTo>
                  <a:cubicBezTo>
                    <a:pt x="1272" y="1037"/>
                    <a:pt x="1259" y="1072"/>
                    <a:pt x="1222" y="1159"/>
                  </a:cubicBezTo>
                  <a:cubicBezTo>
                    <a:pt x="1217" y="1169"/>
                    <a:pt x="1187" y="1217"/>
                    <a:pt x="1166" y="1244"/>
                  </a:cubicBezTo>
                  <a:cubicBezTo>
                    <a:pt x="1145" y="1273"/>
                    <a:pt x="1143" y="1275"/>
                    <a:pt x="1135" y="1281"/>
                  </a:cubicBezTo>
                  <a:cubicBezTo>
                    <a:pt x="1129" y="1286"/>
                    <a:pt x="1121" y="1294"/>
                    <a:pt x="1100" y="1315"/>
                  </a:cubicBezTo>
                  <a:cubicBezTo>
                    <a:pt x="1079" y="1344"/>
                    <a:pt x="1034" y="1357"/>
                    <a:pt x="1010" y="1365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223" name="Freeform 4"/>
            <p:cNvSpPr/>
            <p:nvPr/>
          </p:nvSpPr>
          <p:spPr>
            <a:xfrm>
              <a:off x="4087948" y="1553403"/>
              <a:ext cx="1918272" cy="1815018"/>
            </a:xfrm>
            <a:custGeom>
              <a:avLst/>
              <a:gdLst/>
              <a:ahLst/>
              <a:cxnLst/>
              <a:rect l="0" t="0" r="r" b="b"/>
              <a:pathLst>
                <a:path w="1542" h="1459">
                  <a:moveTo>
                    <a:pt x="1398" y="265"/>
                  </a:moveTo>
                  <a:cubicBezTo>
                    <a:pt x="1351" y="199"/>
                    <a:pt x="1316" y="159"/>
                    <a:pt x="1250" y="133"/>
                  </a:cubicBezTo>
                  <a:cubicBezTo>
                    <a:pt x="1208" y="114"/>
                    <a:pt x="1179" y="98"/>
                    <a:pt x="1150" y="80"/>
                  </a:cubicBezTo>
                  <a:cubicBezTo>
                    <a:pt x="1115" y="58"/>
                    <a:pt x="1081" y="40"/>
                    <a:pt x="1025" y="21"/>
                  </a:cubicBezTo>
                  <a:cubicBezTo>
                    <a:pt x="975" y="6"/>
                    <a:pt x="920" y="3"/>
                    <a:pt x="872" y="3"/>
                  </a:cubicBezTo>
                  <a:cubicBezTo>
                    <a:pt x="861" y="3"/>
                    <a:pt x="846" y="3"/>
                    <a:pt x="830" y="3"/>
                  </a:cubicBezTo>
                  <a:cubicBezTo>
                    <a:pt x="809" y="3"/>
                    <a:pt x="785" y="0"/>
                    <a:pt x="767" y="0"/>
                  </a:cubicBezTo>
                  <a:cubicBezTo>
                    <a:pt x="759" y="0"/>
                    <a:pt x="751" y="0"/>
                    <a:pt x="746" y="0"/>
                  </a:cubicBezTo>
                  <a:cubicBezTo>
                    <a:pt x="722" y="0"/>
                    <a:pt x="690" y="3"/>
                    <a:pt x="661" y="3"/>
                  </a:cubicBezTo>
                  <a:cubicBezTo>
                    <a:pt x="624" y="3"/>
                    <a:pt x="585" y="3"/>
                    <a:pt x="558" y="6"/>
                  </a:cubicBezTo>
                  <a:cubicBezTo>
                    <a:pt x="413" y="19"/>
                    <a:pt x="262" y="43"/>
                    <a:pt x="153" y="178"/>
                  </a:cubicBezTo>
                  <a:cubicBezTo>
                    <a:pt x="109" y="233"/>
                    <a:pt x="77" y="297"/>
                    <a:pt x="48" y="357"/>
                  </a:cubicBezTo>
                  <a:cubicBezTo>
                    <a:pt x="8" y="437"/>
                    <a:pt x="0" y="532"/>
                    <a:pt x="19" y="635"/>
                  </a:cubicBezTo>
                  <a:cubicBezTo>
                    <a:pt x="27" y="672"/>
                    <a:pt x="27" y="709"/>
                    <a:pt x="27" y="744"/>
                  </a:cubicBezTo>
                  <a:cubicBezTo>
                    <a:pt x="29" y="794"/>
                    <a:pt x="29" y="842"/>
                    <a:pt x="45" y="889"/>
                  </a:cubicBezTo>
                  <a:cubicBezTo>
                    <a:pt x="87" y="1011"/>
                    <a:pt x="151" y="1130"/>
                    <a:pt x="246" y="1267"/>
                  </a:cubicBezTo>
                  <a:cubicBezTo>
                    <a:pt x="270" y="1302"/>
                    <a:pt x="310" y="1320"/>
                    <a:pt x="347" y="1336"/>
                  </a:cubicBezTo>
                  <a:cubicBezTo>
                    <a:pt x="378" y="1349"/>
                    <a:pt x="410" y="1365"/>
                    <a:pt x="434" y="1389"/>
                  </a:cubicBezTo>
                  <a:cubicBezTo>
                    <a:pt x="442" y="1397"/>
                    <a:pt x="503" y="1424"/>
                    <a:pt x="513" y="1424"/>
                  </a:cubicBezTo>
                  <a:cubicBezTo>
                    <a:pt x="550" y="1429"/>
                    <a:pt x="563" y="1437"/>
                    <a:pt x="587" y="1445"/>
                  </a:cubicBezTo>
                  <a:lnTo>
                    <a:pt x="601" y="1450"/>
                  </a:lnTo>
                  <a:cubicBezTo>
                    <a:pt x="640" y="1458"/>
                    <a:pt x="680" y="1455"/>
                    <a:pt x="725" y="1453"/>
                  </a:cubicBezTo>
                  <a:cubicBezTo>
                    <a:pt x="746" y="1450"/>
                    <a:pt x="770" y="1450"/>
                    <a:pt x="795" y="1450"/>
                  </a:cubicBezTo>
                  <a:cubicBezTo>
                    <a:pt x="822" y="1447"/>
                    <a:pt x="843" y="1447"/>
                    <a:pt x="864" y="1447"/>
                  </a:cubicBezTo>
                  <a:cubicBezTo>
                    <a:pt x="949" y="1445"/>
                    <a:pt x="1007" y="1442"/>
                    <a:pt x="1107" y="1408"/>
                  </a:cubicBezTo>
                  <a:cubicBezTo>
                    <a:pt x="1150" y="1394"/>
                    <a:pt x="1205" y="1386"/>
                    <a:pt x="1258" y="1379"/>
                  </a:cubicBezTo>
                  <a:cubicBezTo>
                    <a:pt x="1311" y="1371"/>
                    <a:pt x="1364" y="1365"/>
                    <a:pt x="1406" y="1352"/>
                  </a:cubicBezTo>
                  <a:cubicBezTo>
                    <a:pt x="1465" y="1334"/>
                    <a:pt x="1541" y="1302"/>
                    <a:pt x="1531" y="1249"/>
                  </a:cubicBezTo>
                  <a:cubicBezTo>
                    <a:pt x="1517" y="1183"/>
                    <a:pt x="1483" y="1146"/>
                    <a:pt x="1425" y="1130"/>
                  </a:cubicBezTo>
                  <a:cubicBezTo>
                    <a:pt x="1404" y="1125"/>
                    <a:pt x="1393" y="1119"/>
                    <a:pt x="1390" y="1111"/>
                  </a:cubicBezTo>
                  <a:cubicBezTo>
                    <a:pt x="1385" y="1101"/>
                    <a:pt x="1393" y="1088"/>
                    <a:pt x="1401" y="1069"/>
                  </a:cubicBezTo>
                  <a:cubicBezTo>
                    <a:pt x="1404" y="1064"/>
                    <a:pt x="1406" y="1058"/>
                    <a:pt x="1409" y="1053"/>
                  </a:cubicBezTo>
                  <a:cubicBezTo>
                    <a:pt x="1412" y="1048"/>
                    <a:pt x="1414" y="1043"/>
                    <a:pt x="1417" y="1037"/>
                  </a:cubicBezTo>
                  <a:cubicBezTo>
                    <a:pt x="1425" y="1008"/>
                    <a:pt x="1435" y="979"/>
                    <a:pt x="1446" y="953"/>
                  </a:cubicBezTo>
                  <a:cubicBezTo>
                    <a:pt x="1472" y="881"/>
                    <a:pt x="1496" y="812"/>
                    <a:pt x="1507" y="701"/>
                  </a:cubicBezTo>
                  <a:cubicBezTo>
                    <a:pt x="1504" y="688"/>
                    <a:pt x="1507" y="670"/>
                    <a:pt x="1509" y="656"/>
                  </a:cubicBezTo>
                  <a:cubicBezTo>
                    <a:pt x="1509" y="648"/>
                    <a:pt x="1512" y="640"/>
                    <a:pt x="1512" y="633"/>
                  </a:cubicBezTo>
                  <a:cubicBezTo>
                    <a:pt x="1517" y="561"/>
                    <a:pt x="1512" y="511"/>
                    <a:pt x="1494" y="461"/>
                  </a:cubicBezTo>
                  <a:cubicBezTo>
                    <a:pt x="1470" y="384"/>
                    <a:pt x="1446" y="331"/>
                    <a:pt x="1398" y="265"/>
                  </a:cubicBezTo>
                  <a:moveTo>
                    <a:pt x="1369" y="688"/>
                  </a:moveTo>
                  <a:cubicBezTo>
                    <a:pt x="1367" y="704"/>
                    <a:pt x="1364" y="717"/>
                    <a:pt x="1359" y="733"/>
                  </a:cubicBezTo>
                  <a:cubicBezTo>
                    <a:pt x="1327" y="889"/>
                    <a:pt x="1301" y="1011"/>
                    <a:pt x="1234" y="1117"/>
                  </a:cubicBezTo>
                  <a:cubicBezTo>
                    <a:pt x="1105" y="1328"/>
                    <a:pt x="1068" y="1344"/>
                    <a:pt x="869" y="1357"/>
                  </a:cubicBezTo>
                  <a:cubicBezTo>
                    <a:pt x="867" y="1357"/>
                    <a:pt x="864" y="1357"/>
                    <a:pt x="861" y="1360"/>
                  </a:cubicBezTo>
                  <a:cubicBezTo>
                    <a:pt x="851" y="1363"/>
                    <a:pt x="832" y="1368"/>
                    <a:pt x="809" y="1357"/>
                  </a:cubicBezTo>
                  <a:cubicBezTo>
                    <a:pt x="787" y="1347"/>
                    <a:pt x="762" y="1344"/>
                    <a:pt x="746" y="1357"/>
                  </a:cubicBezTo>
                  <a:cubicBezTo>
                    <a:pt x="730" y="1376"/>
                    <a:pt x="690" y="1386"/>
                    <a:pt x="664" y="1386"/>
                  </a:cubicBezTo>
                  <a:cubicBezTo>
                    <a:pt x="656" y="1386"/>
                    <a:pt x="651" y="1386"/>
                    <a:pt x="645" y="1384"/>
                  </a:cubicBezTo>
                  <a:cubicBezTo>
                    <a:pt x="558" y="1360"/>
                    <a:pt x="484" y="1328"/>
                    <a:pt x="429" y="1289"/>
                  </a:cubicBezTo>
                  <a:lnTo>
                    <a:pt x="429" y="1289"/>
                  </a:lnTo>
                  <a:lnTo>
                    <a:pt x="429" y="1289"/>
                  </a:lnTo>
                  <a:cubicBezTo>
                    <a:pt x="421" y="1283"/>
                    <a:pt x="410" y="1278"/>
                    <a:pt x="402" y="1273"/>
                  </a:cubicBezTo>
                  <a:lnTo>
                    <a:pt x="399" y="1273"/>
                  </a:lnTo>
                  <a:cubicBezTo>
                    <a:pt x="397" y="1273"/>
                    <a:pt x="397" y="1270"/>
                    <a:pt x="394" y="1270"/>
                  </a:cubicBezTo>
                  <a:lnTo>
                    <a:pt x="378" y="1257"/>
                  </a:lnTo>
                  <a:lnTo>
                    <a:pt x="376" y="1254"/>
                  </a:lnTo>
                  <a:lnTo>
                    <a:pt x="376" y="1249"/>
                  </a:lnTo>
                  <a:cubicBezTo>
                    <a:pt x="373" y="1246"/>
                    <a:pt x="370" y="1244"/>
                    <a:pt x="370" y="1244"/>
                  </a:cubicBezTo>
                  <a:lnTo>
                    <a:pt x="352" y="1222"/>
                  </a:lnTo>
                  <a:cubicBezTo>
                    <a:pt x="352" y="1220"/>
                    <a:pt x="349" y="1220"/>
                    <a:pt x="349" y="1217"/>
                  </a:cubicBezTo>
                  <a:lnTo>
                    <a:pt x="347" y="1215"/>
                  </a:lnTo>
                  <a:lnTo>
                    <a:pt x="341" y="1207"/>
                  </a:lnTo>
                  <a:cubicBezTo>
                    <a:pt x="339" y="1204"/>
                    <a:pt x="339" y="1201"/>
                    <a:pt x="336" y="1199"/>
                  </a:cubicBezTo>
                  <a:cubicBezTo>
                    <a:pt x="331" y="1191"/>
                    <a:pt x="328" y="1183"/>
                    <a:pt x="323" y="1175"/>
                  </a:cubicBezTo>
                  <a:cubicBezTo>
                    <a:pt x="317" y="1167"/>
                    <a:pt x="315" y="1159"/>
                    <a:pt x="310" y="1151"/>
                  </a:cubicBezTo>
                  <a:cubicBezTo>
                    <a:pt x="302" y="1138"/>
                    <a:pt x="294" y="1125"/>
                    <a:pt x="286" y="1111"/>
                  </a:cubicBezTo>
                  <a:lnTo>
                    <a:pt x="280" y="1106"/>
                  </a:lnTo>
                  <a:cubicBezTo>
                    <a:pt x="259" y="1074"/>
                    <a:pt x="243" y="1045"/>
                    <a:pt x="228" y="1013"/>
                  </a:cubicBezTo>
                  <a:cubicBezTo>
                    <a:pt x="225" y="1008"/>
                    <a:pt x="222" y="1003"/>
                    <a:pt x="220" y="998"/>
                  </a:cubicBezTo>
                  <a:cubicBezTo>
                    <a:pt x="217" y="995"/>
                    <a:pt x="217" y="992"/>
                    <a:pt x="214" y="987"/>
                  </a:cubicBezTo>
                  <a:cubicBezTo>
                    <a:pt x="212" y="982"/>
                    <a:pt x="208" y="976"/>
                    <a:pt x="206" y="971"/>
                  </a:cubicBezTo>
                  <a:cubicBezTo>
                    <a:pt x="147" y="855"/>
                    <a:pt x="114" y="757"/>
                    <a:pt x="119" y="617"/>
                  </a:cubicBezTo>
                  <a:cubicBezTo>
                    <a:pt x="119" y="595"/>
                    <a:pt x="119" y="569"/>
                    <a:pt x="119" y="545"/>
                  </a:cubicBezTo>
                  <a:cubicBezTo>
                    <a:pt x="119" y="529"/>
                    <a:pt x="119" y="516"/>
                    <a:pt x="119" y="503"/>
                  </a:cubicBezTo>
                  <a:cubicBezTo>
                    <a:pt x="116" y="421"/>
                    <a:pt x="161" y="357"/>
                    <a:pt x="193" y="304"/>
                  </a:cubicBezTo>
                  <a:cubicBezTo>
                    <a:pt x="217" y="267"/>
                    <a:pt x="249" y="233"/>
                    <a:pt x="286" y="196"/>
                  </a:cubicBezTo>
                  <a:cubicBezTo>
                    <a:pt x="368" y="117"/>
                    <a:pt x="452" y="106"/>
                    <a:pt x="550" y="93"/>
                  </a:cubicBezTo>
                  <a:cubicBezTo>
                    <a:pt x="661" y="80"/>
                    <a:pt x="843" y="88"/>
                    <a:pt x="949" y="103"/>
                  </a:cubicBezTo>
                  <a:cubicBezTo>
                    <a:pt x="988" y="109"/>
                    <a:pt x="1007" y="114"/>
                    <a:pt x="1033" y="125"/>
                  </a:cubicBezTo>
                  <a:cubicBezTo>
                    <a:pt x="1041" y="127"/>
                    <a:pt x="1049" y="130"/>
                    <a:pt x="1060" y="133"/>
                  </a:cubicBezTo>
                  <a:cubicBezTo>
                    <a:pt x="1192" y="170"/>
                    <a:pt x="1274" y="244"/>
                    <a:pt x="1308" y="357"/>
                  </a:cubicBezTo>
                  <a:cubicBezTo>
                    <a:pt x="1308" y="363"/>
                    <a:pt x="1311" y="365"/>
                    <a:pt x="1311" y="368"/>
                  </a:cubicBezTo>
                  <a:lnTo>
                    <a:pt x="1311" y="371"/>
                  </a:lnTo>
                  <a:cubicBezTo>
                    <a:pt x="1377" y="474"/>
                    <a:pt x="1396" y="569"/>
                    <a:pt x="1369" y="688"/>
                  </a:cubicBez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224" name="Freeform 8"/>
            <p:cNvSpPr/>
            <p:nvPr/>
          </p:nvSpPr>
          <p:spPr>
            <a:xfrm>
              <a:off x="4390244" y="1856942"/>
              <a:ext cx="238851" cy="309760"/>
            </a:xfrm>
            <a:custGeom>
              <a:avLst/>
              <a:gdLst/>
              <a:ahLst/>
              <a:cxnLst/>
              <a:rect l="0" t="0" r="r" b="b"/>
              <a:pathLst>
                <a:path w="192" h="249">
                  <a:moveTo>
                    <a:pt x="101" y="21"/>
                  </a:moveTo>
                  <a:cubicBezTo>
                    <a:pt x="135" y="2"/>
                    <a:pt x="162" y="0"/>
                    <a:pt x="175" y="18"/>
                  </a:cubicBezTo>
                  <a:cubicBezTo>
                    <a:pt x="191" y="39"/>
                    <a:pt x="149" y="87"/>
                    <a:pt x="117" y="124"/>
                  </a:cubicBezTo>
                  <a:cubicBezTo>
                    <a:pt x="101" y="156"/>
                    <a:pt x="90" y="190"/>
                    <a:pt x="85" y="201"/>
                  </a:cubicBezTo>
                  <a:cubicBezTo>
                    <a:pt x="64" y="232"/>
                    <a:pt x="53" y="248"/>
                    <a:pt x="32" y="227"/>
                  </a:cubicBezTo>
                  <a:cubicBezTo>
                    <a:pt x="0" y="195"/>
                    <a:pt x="6" y="132"/>
                    <a:pt x="35" y="103"/>
                  </a:cubicBezTo>
                  <a:cubicBezTo>
                    <a:pt x="45" y="87"/>
                    <a:pt x="64" y="39"/>
                    <a:pt x="101" y="21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25" name="Freeform 9"/>
            <p:cNvSpPr/>
            <p:nvPr/>
          </p:nvSpPr>
          <p:spPr>
            <a:xfrm>
              <a:off x="6140573" y="2597132"/>
              <a:ext cx="3732" cy="11196"/>
            </a:xfrm>
            <a:custGeom>
              <a:avLst/>
              <a:gdLst/>
              <a:ahLst/>
              <a:cxnLst/>
              <a:rect l="0" t="0" r="r" b="b"/>
              <a:pathLst>
                <a:path w="3" h="9">
                  <a:moveTo>
                    <a:pt x="0" y="0"/>
                  </a:moveTo>
                  <a:lnTo>
                    <a:pt x="2" y="5"/>
                  </a:lnTo>
                  <a:lnTo>
                    <a:pt x="0" y="8"/>
                  </a:lnTo>
                  <a:lnTo>
                    <a:pt x="0" y="0"/>
                  </a:lnTo>
                </a:path>
              </a:pathLst>
            </a:custGeom>
            <a:solidFill>
              <a:srgbClr val="221F1F"/>
            </a:solidFill>
            <a:ln>
              <a:noFill/>
            </a:ln>
          </p:spPr>
        </p:sp>
        <p:sp>
          <p:nvSpPr>
            <p:cNvPr id="226" name="Freeform 10"/>
            <p:cNvSpPr/>
            <p:nvPr/>
          </p:nvSpPr>
          <p:spPr>
            <a:xfrm>
              <a:off x="4772156" y="1725077"/>
              <a:ext cx="362008" cy="189090"/>
            </a:xfrm>
            <a:custGeom>
              <a:avLst/>
              <a:gdLst/>
              <a:ahLst/>
              <a:cxnLst/>
              <a:rect l="0" t="0" r="r" b="b"/>
              <a:pathLst>
                <a:path w="291" h="152">
                  <a:moveTo>
                    <a:pt x="53" y="103"/>
                  </a:moveTo>
                  <a:cubicBezTo>
                    <a:pt x="19" y="77"/>
                    <a:pt x="0" y="50"/>
                    <a:pt x="11" y="26"/>
                  </a:cubicBezTo>
                  <a:cubicBezTo>
                    <a:pt x="21" y="0"/>
                    <a:pt x="90" y="24"/>
                    <a:pt x="140" y="40"/>
                  </a:cubicBezTo>
                  <a:cubicBezTo>
                    <a:pt x="178" y="42"/>
                    <a:pt x="217" y="37"/>
                    <a:pt x="230" y="40"/>
                  </a:cubicBezTo>
                  <a:cubicBezTo>
                    <a:pt x="272" y="47"/>
                    <a:pt x="290" y="50"/>
                    <a:pt x="282" y="82"/>
                  </a:cubicBezTo>
                  <a:cubicBezTo>
                    <a:pt x="269" y="127"/>
                    <a:pt x="207" y="151"/>
                    <a:pt x="164" y="137"/>
                  </a:cubicBezTo>
                  <a:cubicBezTo>
                    <a:pt x="143" y="129"/>
                    <a:pt x="88" y="132"/>
                    <a:pt x="53" y="10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27" name="Freeform 11"/>
            <p:cNvSpPr/>
            <p:nvPr/>
          </p:nvSpPr>
          <p:spPr>
            <a:xfrm>
              <a:off x="2481924" y="1941536"/>
              <a:ext cx="221435" cy="248803"/>
            </a:xfrm>
            <a:custGeom>
              <a:avLst/>
              <a:gdLst/>
              <a:ahLst/>
              <a:cxnLst/>
              <a:rect l="0" t="0" r="r" b="b"/>
              <a:pathLst>
                <a:path w="178" h="200">
                  <a:moveTo>
                    <a:pt x="87" y="14"/>
                  </a:moveTo>
                  <a:cubicBezTo>
                    <a:pt x="117" y="0"/>
                    <a:pt x="156" y="0"/>
                    <a:pt x="167" y="22"/>
                  </a:cubicBezTo>
                  <a:cubicBezTo>
                    <a:pt x="177" y="45"/>
                    <a:pt x="143" y="75"/>
                    <a:pt x="114" y="106"/>
                  </a:cubicBezTo>
                  <a:cubicBezTo>
                    <a:pt x="98" y="135"/>
                    <a:pt x="87" y="151"/>
                    <a:pt x="80" y="159"/>
                  </a:cubicBezTo>
                  <a:cubicBezTo>
                    <a:pt x="58" y="188"/>
                    <a:pt x="43" y="199"/>
                    <a:pt x="21" y="194"/>
                  </a:cubicBezTo>
                  <a:cubicBezTo>
                    <a:pt x="0" y="172"/>
                    <a:pt x="8" y="85"/>
                    <a:pt x="35" y="59"/>
                  </a:cubicBezTo>
                  <a:cubicBezTo>
                    <a:pt x="45" y="48"/>
                    <a:pt x="56" y="27"/>
                    <a:pt x="87" y="14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28" name="Freeform 12"/>
            <p:cNvSpPr/>
            <p:nvPr/>
          </p:nvSpPr>
          <p:spPr>
            <a:xfrm>
              <a:off x="3071587" y="1234935"/>
              <a:ext cx="435405" cy="695405"/>
            </a:xfrm>
            <a:custGeom>
              <a:avLst/>
              <a:gdLst/>
              <a:ahLst/>
              <a:cxnLst/>
              <a:rect l="0" t="0" r="r" b="b"/>
              <a:pathLst>
                <a:path w="350" h="559">
                  <a:moveTo>
                    <a:pt x="0" y="558"/>
                  </a:moveTo>
                  <a:cubicBezTo>
                    <a:pt x="21" y="550"/>
                    <a:pt x="68" y="283"/>
                    <a:pt x="68" y="256"/>
                  </a:cubicBezTo>
                  <a:cubicBezTo>
                    <a:pt x="74" y="187"/>
                    <a:pt x="105" y="124"/>
                    <a:pt x="129" y="60"/>
                  </a:cubicBezTo>
                  <a:cubicBezTo>
                    <a:pt x="132" y="55"/>
                    <a:pt x="135" y="50"/>
                    <a:pt x="140" y="45"/>
                  </a:cubicBezTo>
                  <a:cubicBezTo>
                    <a:pt x="164" y="18"/>
                    <a:pt x="256" y="0"/>
                    <a:pt x="288" y="13"/>
                  </a:cubicBezTo>
                  <a:cubicBezTo>
                    <a:pt x="299" y="18"/>
                    <a:pt x="307" y="23"/>
                    <a:pt x="309" y="37"/>
                  </a:cubicBezTo>
                  <a:cubicBezTo>
                    <a:pt x="312" y="45"/>
                    <a:pt x="314" y="53"/>
                    <a:pt x="322" y="60"/>
                  </a:cubicBezTo>
                  <a:cubicBezTo>
                    <a:pt x="349" y="92"/>
                    <a:pt x="341" y="132"/>
                    <a:pt x="301" y="145"/>
                  </a:cubicBezTo>
                  <a:cubicBezTo>
                    <a:pt x="291" y="148"/>
                    <a:pt x="280" y="150"/>
                    <a:pt x="275" y="161"/>
                  </a:cubicBezTo>
                  <a:cubicBezTo>
                    <a:pt x="254" y="193"/>
                    <a:pt x="227" y="214"/>
                    <a:pt x="198" y="246"/>
                  </a:cubicBezTo>
                  <a:cubicBezTo>
                    <a:pt x="190" y="254"/>
                    <a:pt x="161" y="328"/>
                    <a:pt x="158" y="336"/>
                  </a:cubicBezTo>
                  <a:cubicBezTo>
                    <a:pt x="153" y="389"/>
                    <a:pt x="68" y="550"/>
                    <a:pt x="82" y="545"/>
                  </a:cubicBezTo>
                  <a:lnTo>
                    <a:pt x="0" y="558"/>
                  </a:ln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29" name="Freeform 13"/>
            <p:cNvSpPr/>
            <p:nvPr/>
          </p:nvSpPr>
          <p:spPr>
            <a:xfrm>
              <a:off x="4877898" y="1007280"/>
              <a:ext cx="464018" cy="804878"/>
            </a:xfrm>
            <a:custGeom>
              <a:avLst/>
              <a:gdLst/>
              <a:ahLst/>
              <a:cxnLst/>
              <a:rect l="0" t="0" r="r" b="b"/>
              <a:pathLst>
                <a:path w="373" h="647">
                  <a:moveTo>
                    <a:pt x="3" y="632"/>
                  </a:moveTo>
                  <a:cubicBezTo>
                    <a:pt x="3" y="632"/>
                    <a:pt x="13" y="635"/>
                    <a:pt x="26" y="635"/>
                  </a:cubicBezTo>
                  <a:cubicBezTo>
                    <a:pt x="50" y="638"/>
                    <a:pt x="90" y="646"/>
                    <a:pt x="100" y="632"/>
                  </a:cubicBezTo>
                  <a:lnTo>
                    <a:pt x="130" y="468"/>
                  </a:lnTo>
                  <a:cubicBezTo>
                    <a:pt x="124" y="437"/>
                    <a:pt x="122" y="344"/>
                    <a:pt x="122" y="344"/>
                  </a:cubicBezTo>
                  <a:cubicBezTo>
                    <a:pt x="119" y="307"/>
                    <a:pt x="124" y="251"/>
                    <a:pt x="150" y="225"/>
                  </a:cubicBezTo>
                  <a:cubicBezTo>
                    <a:pt x="172" y="204"/>
                    <a:pt x="197" y="199"/>
                    <a:pt x="216" y="201"/>
                  </a:cubicBezTo>
                  <a:cubicBezTo>
                    <a:pt x="224" y="201"/>
                    <a:pt x="232" y="204"/>
                    <a:pt x="240" y="204"/>
                  </a:cubicBezTo>
                  <a:lnTo>
                    <a:pt x="240" y="201"/>
                  </a:lnTo>
                  <a:cubicBezTo>
                    <a:pt x="248" y="201"/>
                    <a:pt x="256" y="204"/>
                    <a:pt x="263" y="206"/>
                  </a:cubicBezTo>
                  <a:cubicBezTo>
                    <a:pt x="287" y="212"/>
                    <a:pt x="316" y="233"/>
                    <a:pt x="335" y="199"/>
                  </a:cubicBezTo>
                  <a:cubicBezTo>
                    <a:pt x="351" y="169"/>
                    <a:pt x="372" y="138"/>
                    <a:pt x="351" y="109"/>
                  </a:cubicBezTo>
                  <a:cubicBezTo>
                    <a:pt x="335" y="87"/>
                    <a:pt x="319" y="66"/>
                    <a:pt x="306" y="42"/>
                  </a:cubicBezTo>
                  <a:cubicBezTo>
                    <a:pt x="282" y="0"/>
                    <a:pt x="245" y="8"/>
                    <a:pt x="203" y="19"/>
                  </a:cubicBezTo>
                  <a:cubicBezTo>
                    <a:pt x="150" y="32"/>
                    <a:pt x="93" y="45"/>
                    <a:pt x="79" y="114"/>
                  </a:cubicBezTo>
                  <a:cubicBezTo>
                    <a:pt x="74" y="138"/>
                    <a:pt x="74" y="164"/>
                    <a:pt x="50" y="177"/>
                  </a:cubicBezTo>
                  <a:cubicBezTo>
                    <a:pt x="0" y="204"/>
                    <a:pt x="5" y="257"/>
                    <a:pt x="10" y="310"/>
                  </a:cubicBezTo>
                  <a:cubicBezTo>
                    <a:pt x="13" y="339"/>
                    <a:pt x="26" y="397"/>
                    <a:pt x="26" y="426"/>
                  </a:cubicBezTo>
                  <a:cubicBezTo>
                    <a:pt x="26" y="447"/>
                    <a:pt x="3" y="611"/>
                    <a:pt x="0" y="619"/>
                  </a:cubicBezTo>
                  <a:lnTo>
                    <a:pt x="3" y="632"/>
                  </a:ln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0" name="Freeform 14"/>
            <p:cNvSpPr/>
            <p:nvPr/>
          </p:nvSpPr>
          <p:spPr>
            <a:xfrm>
              <a:off x="6630715" y="1827086"/>
              <a:ext cx="439137" cy="353300"/>
            </a:xfrm>
            <a:custGeom>
              <a:avLst/>
              <a:gdLst/>
              <a:ahLst/>
              <a:cxnLst/>
              <a:rect l="0" t="0" r="r" b="b"/>
              <a:pathLst>
                <a:path w="353" h="284">
                  <a:moveTo>
                    <a:pt x="344" y="182"/>
                  </a:moveTo>
                  <a:cubicBezTo>
                    <a:pt x="328" y="198"/>
                    <a:pt x="312" y="204"/>
                    <a:pt x="288" y="201"/>
                  </a:cubicBezTo>
                  <a:cubicBezTo>
                    <a:pt x="283" y="201"/>
                    <a:pt x="267" y="196"/>
                    <a:pt x="262" y="196"/>
                  </a:cubicBezTo>
                  <a:cubicBezTo>
                    <a:pt x="235" y="193"/>
                    <a:pt x="206" y="198"/>
                    <a:pt x="193" y="230"/>
                  </a:cubicBezTo>
                  <a:cubicBezTo>
                    <a:pt x="182" y="254"/>
                    <a:pt x="166" y="272"/>
                    <a:pt x="140" y="278"/>
                  </a:cubicBezTo>
                  <a:cubicBezTo>
                    <a:pt x="122" y="283"/>
                    <a:pt x="114" y="267"/>
                    <a:pt x="111" y="249"/>
                  </a:cubicBezTo>
                  <a:cubicBezTo>
                    <a:pt x="111" y="241"/>
                    <a:pt x="111" y="235"/>
                    <a:pt x="111" y="227"/>
                  </a:cubicBezTo>
                  <a:cubicBezTo>
                    <a:pt x="111" y="214"/>
                    <a:pt x="106" y="198"/>
                    <a:pt x="92" y="198"/>
                  </a:cubicBezTo>
                  <a:cubicBezTo>
                    <a:pt x="77" y="196"/>
                    <a:pt x="61" y="196"/>
                    <a:pt x="45" y="196"/>
                  </a:cubicBezTo>
                  <a:cubicBezTo>
                    <a:pt x="26" y="193"/>
                    <a:pt x="8" y="193"/>
                    <a:pt x="5" y="174"/>
                  </a:cubicBezTo>
                  <a:cubicBezTo>
                    <a:pt x="0" y="153"/>
                    <a:pt x="8" y="135"/>
                    <a:pt x="26" y="127"/>
                  </a:cubicBezTo>
                  <a:cubicBezTo>
                    <a:pt x="42" y="119"/>
                    <a:pt x="66" y="111"/>
                    <a:pt x="84" y="108"/>
                  </a:cubicBezTo>
                  <a:cubicBezTo>
                    <a:pt x="98" y="106"/>
                    <a:pt x="109" y="103"/>
                    <a:pt x="122" y="103"/>
                  </a:cubicBezTo>
                  <a:cubicBezTo>
                    <a:pt x="136" y="103"/>
                    <a:pt x="145" y="95"/>
                    <a:pt x="153" y="84"/>
                  </a:cubicBezTo>
                  <a:cubicBezTo>
                    <a:pt x="161" y="71"/>
                    <a:pt x="166" y="66"/>
                    <a:pt x="172" y="55"/>
                  </a:cubicBezTo>
                  <a:cubicBezTo>
                    <a:pt x="193" y="13"/>
                    <a:pt x="219" y="0"/>
                    <a:pt x="254" y="32"/>
                  </a:cubicBezTo>
                  <a:cubicBezTo>
                    <a:pt x="262" y="40"/>
                    <a:pt x="270" y="55"/>
                    <a:pt x="267" y="69"/>
                  </a:cubicBezTo>
                  <a:cubicBezTo>
                    <a:pt x="264" y="84"/>
                    <a:pt x="246" y="98"/>
                    <a:pt x="254" y="114"/>
                  </a:cubicBezTo>
                  <a:cubicBezTo>
                    <a:pt x="264" y="135"/>
                    <a:pt x="307" y="135"/>
                    <a:pt x="325" y="145"/>
                  </a:cubicBezTo>
                  <a:cubicBezTo>
                    <a:pt x="349" y="148"/>
                    <a:pt x="352" y="164"/>
                    <a:pt x="344" y="18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1" name="Freeform 15"/>
            <p:cNvSpPr/>
            <p:nvPr/>
          </p:nvSpPr>
          <p:spPr>
            <a:xfrm>
              <a:off x="2929770" y="1771105"/>
              <a:ext cx="403061" cy="245071"/>
            </a:xfrm>
            <a:custGeom>
              <a:avLst/>
              <a:gdLst/>
              <a:ahLst/>
              <a:cxnLst/>
              <a:rect l="0" t="0" r="r" b="b"/>
              <a:pathLst>
                <a:path w="324" h="197">
                  <a:moveTo>
                    <a:pt x="233" y="63"/>
                  </a:moveTo>
                  <a:cubicBezTo>
                    <a:pt x="254" y="63"/>
                    <a:pt x="288" y="69"/>
                    <a:pt x="301" y="90"/>
                  </a:cubicBezTo>
                  <a:cubicBezTo>
                    <a:pt x="323" y="129"/>
                    <a:pt x="294" y="180"/>
                    <a:pt x="246" y="177"/>
                  </a:cubicBezTo>
                  <a:cubicBezTo>
                    <a:pt x="214" y="174"/>
                    <a:pt x="188" y="180"/>
                    <a:pt x="159" y="185"/>
                  </a:cubicBezTo>
                  <a:cubicBezTo>
                    <a:pt x="108" y="196"/>
                    <a:pt x="32" y="151"/>
                    <a:pt x="8" y="106"/>
                  </a:cubicBezTo>
                  <a:cubicBezTo>
                    <a:pt x="0" y="87"/>
                    <a:pt x="3" y="69"/>
                    <a:pt x="3" y="50"/>
                  </a:cubicBezTo>
                  <a:cubicBezTo>
                    <a:pt x="8" y="16"/>
                    <a:pt x="48" y="0"/>
                    <a:pt x="74" y="21"/>
                  </a:cubicBezTo>
                  <a:cubicBezTo>
                    <a:pt x="85" y="29"/>
                    <a:pt x="108" y="53"/>
                    <a:pt x="124" y="55"/>
                  </a:cubicBezTo>
                  <a:cubicBezTo>
                    <a:pt x="151" y="63"/>
                    <a:pt x="206" y="63"/>
                    <a:pt x="233" y="6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2" name="Freeform 16"/>
            <p:cNvSpPr/>
            <p:nvPr/>
          </p:nvSpPr>
          <p:spPr>
            <a:xfrm>
              <a:off x="7124589" y="2755122"/>
              <a:ext cx="161722" cy="129378"/>
            </a:xfrm>
            <a:custGeom>
              <a:avLst/>
              <a:gdLst/>
              <a:ahLst/>
              <a:cxnLst/>
              <a:rect l="0" t="0" r="r" b="b"/>
              <a:pathLst>
                <a:path w="130" h="104">
                  <a:moveTo>
                    <a:pt x="13" y="45"/>
                  </a:moveTo>
                  <a:lnTo>
                    <a:pt x="13" y="45"/>
                  </a:lnTo>
                  <a:cubicBezTo>
                    <a:pt x="0" y="63"/>
                    <a:pt x="0" y="79"/>
                    <a:pt x="10" y="87"/>
                  </a:cubicBezTo>
                  <a:cubicBezTo>
                    <a:pt x="23" y="100"/>
                    <a:pt x="50" y="103"/>
                    <a:pt x="74" y="98"/>
                  </a:cubicBezTo>
                  <a:cubicBezTo>
                    <a:pt x="97" y="92"/>
                    <a:pt x="113" y="79"/>
                    <a:pt x="121" y="63"/>
                  </a:cubicBezTo>
                  <a:cubicBezTo>
                    <a:pt x="129" y="45"/>
                    <a:pt x="121" y="21"/>
                    <a:pt x="105" y="8"/>
                  </a:cubicBezTo>
                  <a:cubicBezTo>
                    <a:pt x="97" y="3"/>
                    <a:pt x="92" y="0"/>
                    <a:pt x="84" y="0"/>
                  </a:cubicBezTo>
                  <a:cubicBezTo>
                    <a:pt x="76" y="0"/>
                    <a:pt x="68" y="3"/>
                    <a:pt x="55" y="10"/>
                  </a:cubicBezTo>
                  <a:cubicBezTo>
                    <a:pt x="37" y="18"/>
                    <a:pt x="23" y="29"/>
                    <a:pt x="13" y="45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3" name="Freeform 17"/>
            <p:cNvSpPr/>
            <p:nvPr/>
          </p:nvSpPr>
          <p:spPr>
            <a:xfrm>
              <a:off x="7288799" y="2896939"/>
              <a:ext cx="143062" cy="129378"/>
            </a:xfrm>
            <a:custGeom>
              <a:avLst/>
              <a:gdLst/>
              <a:ahLst/>
              <a:cxnLst/>
              <a:rect l="0" t="0" r="r" b="b"/>
              <a:pathLst>
                <a:path w="115" h="104">
                  <a:moveTo>
                    <a:pt x="8" y="42"/>
                  </a:moveTo>
                  <a:cubicBezTo>
                    <a:pt x="3" y="50"/>
                    <a:pt x="0" y="58"/>
                    <a:pt x="3" y="68"/>
                  </a:cubicBezTo>
                  <a:cubicBezTo>
                    <a:pt x="5" y="79"/>
                    <a:pt x="13" y="87"/>
                    <a:pt x="21" y="92"/>
                  </a:cubicBezTo>
                  <a:lnTo>
                    <a:pt x="21" y="92"/>
                  </a:lnTo>
                  <a:cubicBezTo>
                    <a:pt x="45" y="103"/>
                    <a:pt x="71" y="100"/>
                    <a:pt x="95" y="84"/>
                  </a:cubicBezTo>
                  <a:cubicBezTo>
                    <a:pt x="103" y="79"/>
                    <a:pt x="108" y="68"/>
                    <a:pt x="111" y="58"/>
                  </a:cubicBezTo>
                  <a:cubicBezTo>
                    <a:pt x="114" y="42"/>
                    <a:pt x="111" y="28"/>
                    <a:pt x="103" y="18"/>
                  </a:cubicBezTo>
                  <a:cubicBezTo>
                    <a:pt x="95" y="7"/>
                    <a:pt x="85" y="2"/>
                    <a:pt x="74" y="0"/>
                  </a:cubicBezTo>
                  <a:cubicBezTo>
                    <a:pt x="71" y="0"/>
                    <a:pt x="71" y="0"/>
                    <a:pt x="69" y="0"/>
                  </a:cubicBezTo>
                  <a:cubicBezTo>
                    <a:pt x="61" y="0"/>
                    <a:pt x="50" y="2"/>
                    <a:pt x="42" y="10"/>
                  </a:cubicBezTo>
                  <a:cubicBezTo>
                    <a:pt x="32" y="18"/>
                    <a:pt x="18" y="29"/>
                    <a:pt x="8" y="4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4" name="Freeform 18"/>
            <p:cNvSpPr/>
            <p:nvPr/>
          </p:nvSpPr>
          <p:spPr>
            <a:xfrm>
              <a:off x="7614731" y="2373209"/>
              <a:ext cx="135598" cy="126890"/>
            </a:xfrm>
            <a:custGeom>
              <a:avLst/>
              <a:gdLst/>
              <a:ahLst/>
              <a:cxnLst/>
              <a:rect l="0" t="0" r="r" b="b"/>
              <a:pathLst>
                <a:path w="109" h="102">
                  <a:moveTo>
                    <a:pt x="8" y="34"/>
                  </a:moveTo>
                  <a:cubicBezTo>
                    <a:pt x="0" y="48"/>
                    <a:pt x="2" y="63"/>
                    <a:pt x="13" y="79"/>
                  </a:cubicBezTo>
                  <a:cubicBezTo>
                    <a:pt x="24" y="95"/>
                    <a:pt x="34" y="101"/>
                    <a:pt x="45" y="101"/>
                  </a:cubicBezTo>
                  <a:cubicBezTo>
                    <a:pt x="61" y="101"/>
                    <a:pt x="76" y="90"/>
                    <a:pt x="90" y="77"/>
                  </a:cubicBezTo>
                  <a:cubicBezTo>
                    <a:pt x="103" y="61"/>
                    <a:pt x="108" y="45"/>
                    <a:pt x="106" y="29"/>
                  </a:cubicBezTo>
                  <a:cubicBezTo>
                    <a:pt x="103" y="19"/>
                    <a:pt x="98" y="11"/>
                    <a:pt x="82" y="5"/>
                  </a:cubicBezTo>
                  <a:cubicBezTo>
                    <a:pt x="79" y="5"/>
                    <a:pt x="74" y="3"/>
                    <a:pt x="69" y="3"/>
                  </a:cubicBezTo>
                  <a:cubicBezTo>
                    <a:pt x="47" y="0"/>
                    <a:pt x="18" y="13"/>
                    <a:pt x="8" y="34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5" name="Freeform 19"/>
            <p:cNvSpPr/>
            <p:nvPr/>
          </p:nvSpPr>
          <p:spPr>
            <a:xfrm>
              <a:off x="7423153" y="2665552"/>
              <a:ext cx="136842" cy="143062"/>
            </a:xfrm>
            <a:custGeom>
              <a:avLst/>
              <a:gdLst/>
              <a:ahLst/>
              <a:cxnLst/>
              <a:rect l="0" t="0" r="r" b="b"/>
              <a:pathLst>
                <a:path w="110" h="115">
                  <a:moveTo>
                    <a:pt x="74" y="3"/>
                  </a:moveTo>
                  <a:cubicBezTo>
                    <a:pt x="72" y="3"/>
                    <a:pt x="66" y="0"/>
                    <a:pt x="64" y="0"/>
                  </a:cubicBezTo>
                  <a:cubicBezTo>
                    <a:pt x="56" y="0"/>
                    <a:pt x="51" y="3"/>
                    <a:pt x="45" y="6"/>
                  </a:cubicBezTo>
                  <a:cubicBezTo>
                    <a:pt x="24" y="19"/>
                    <a:pt x="11" y="37"/>
                    <a:pt x="8" y="51"/>
                  </a:cubicBezTo>
                  <a:lnTo>
                    <a:pt x="8" y="51"/>
                  </a:lnTo>
                  <a:cubicBezTo>
                    <a:pt x="0" y="80"/>
                    <a:pt x="0" y="90"/>
                    <a:pt x="11" y="98"/>
                  </a:cubicBezTo>
                  <a:cubicBezTo>
                    <a:pt x="35" y="114"/>
                    <a:pt x="64" y="109"/>
                    <a:pt x="88" y="88"/>
                  </a:cubicBezTo>
                  <a:cubicBezTo>
                    <a:pt x="106" y="72"/>
                    <a:pt x="109" y="48"/>
                    <a:pt x="98" y="24"/>
                  </a:cubicBezTo>
                  <a:cubicBezTo>
                    <a:pt x="96" y="14"/>
                    <a:pt x="88" y="6"/>
                    <a:pt x="74" y="3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6" name="Freeform 20"/>
            <p:cNvSpPr/>
            <p:nvPr/>
          </p:nvSpPr>
          <p:spPr>
            <a:xfrm>
              <a:off x="6972819" y="3035025"/>
              <a:ext cx="135598" cy="105741"/>
            </a:xfrm>
            <a:custGeom>
              <a:avLst/>
              <a:gdLst/>
              <a:ahLst/>
              <a:cxnLst/>
              <a:rect l="0" t="0" r="r" b="b"/>
              <a:pathLst>
                <a:path w="109" h="85">
                  <a:moveTo>
                    <a:pt x="71" y="82"/>
                  </a:moveTo>
                  <a:cubicBezTo>
                    <a:pt x="85" y="79"/>
                    <a:pt x="93" y="74"/>
                    <a:pt x="100" y="63"/>
                  </a:cubicBezTo>
                  <a:cubicBezTo>
                    <a:pt x="106" y="55"/>
                    <a:pt x="108" y="45"/>
                    <a:pt x="106" y="34"/>
                  </a:cubicBezTo>
                  <a:cubicBezTo>
                    <a:pt x="103" y="24"/>
                    <a:pt x="95" y="13"/>
                    <a:pt x="85" y="8"/>
                  </a:cubicBezTo>
                  <a:cubicBezTo>
                    <a:pt x="77" y="2"/>
                    <a:pt x="63" y="0"/>
                    <a:pt x="53" y="0"/>
                  </a:cubicBezTo>
                  <a:cubicBezTo>
                    <a:pt x="48" y="0"/>
                    <a:pt x="42" y="0"/>
                    <a:pt x="37" y="2"/>
                  </a:cubicBezTo>
                  <a:cubicBezTo>
                    <a:pt x="13" y="8"/>
                    <a:pt x="0" y="31"/>
                    <a:pt x="5" y="63"/>
                  </a:cubicBezTo>
                  <a:cubicBezTo>
                    <a:pt x="5" y="71"/>
                    <a:pt x="11" y="76"/>
                    <a:pt x="16" y="79"/>
                  </a:cubicBezTo>
                  <a:cubicBezTo>
                    <a:pt x="29" y="84"/>
                    <a:pt x="50" y="84"/>
                    <a:pt x="71" y="82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  <p:sp>
          <p:nvSpPr>
            <p:cNvPr id="237" name="Freeform 21"/>
            <p:cNvSpPr/>
            <p:nvPr/>
          </p:nvSpPr>
          <p:spPr>
            <a:xfrm>
              <a:off x="7610999" y="2563543"/>
              <a:ext cx="129378" cy="126890"/>
            </a:xfrm>
            <a:custGeom>
              <a:avLst/>
              <a:gdLst/>
              <a:ahLst/>
              <a:cxnLst/>
              <a:rect l="0" t="0" r="r" b="b"/>
              <a:pathLst>
                <a:path w="104" h="102">
                  <a:moveTo>
                    <a:pt x="93" y="67"/>
                  </a:moveTo>
                  <a:cubicBezTo>
                    <a:pt x="103" y="51"/>
                    <a:pt x="101" y="24"/>
                    <a:pt x="87" y="11"/>
                  </a:cubicBezTo>
                  <a:cubicBezTo>
                    <a:pt x="79" y="3"/>
                    <a:pt x="72" y="0"/>
                    <a:pt x="61" y="0"/>
                  </a:cubicBezTo>
                  <a:cubicBezTo>
                    <a:pt x="53" y="0"/>
                    <a:pt x="45" y="3"/>
                    <a:pt x="40" y="6"/>
                  </a:cubicBezTo>
                  <a:cubicBezTo>
                    <a:pt x="19" y="16"/>
                    <a:pt x="11" y="35"/>
                    <a:pt x="3" y="56"/>
                  </a:cubicBezTo>
                  <a:cubicBezTo>
                    <a:pt x="0" y="61"/>
                    <a:pt x="0" y="69"/>
                    <a:pt x="3" y="74"/>
                  </a:cubicBezTo>
                  <a:cubicBezTo>
                    <a:pt x="5" y="82"/>
                    <a:pt x="13" y="88"/>
                    <a:pt x="21" y="90"/>
                  </a:cubicBezTo>
                  <a:lnTo>
                    <a:pt x="21" y="90"/>
                  </a:lnTo>
                  <a:cubicBezTo>
                    <a:pt x="45" y="101"/>
                    <a:pt x="77" y="90"/>
                    <a:pt x="93" y="67"/>
                  </a:cubicBezTo>
                </a:path>
              </a:pathLst>
            </a:custGeom>
            <a:solidFill>
              <a:srgbClr val="28A9E1"/>
            </a:solidFill>
            <a:ln>
              <a:noFill/>
            </a:ln>
          </p:spPr>
        </p:sp>
      </p:grpSp>
    </p:spTree>
    <p:extLst>
      <p:ext uri="{BB962C8B-B14F-4D97-AF65-F5344CB8AC3E}">
        <p14:creationId xmlns:p14="http://schemas.microsoft.com/office/powerpoint/2010/main" val="178232743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50" name="Rectangle 8"/>
          <p:cNvSpPr>
            <a:spLocks noChangeArrowheads="1"/>
          </p:cNvSpPr>
          <p:nvPr/>
        </p:nvSpPr>
        <p:spPr bwMode="auto">
          <a:xfrm>
            <a:off x="2642154" y="254131"/>
            <a:ext cx="3926426" cy="5687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/>
            <a:r>
              <a:rPr lang="en-US" sz="2400">
                <a:solidFill>
                  <a:srgbClr val="29ABE2"/>
                </a:solidFill>
                <a:latin typeface="Trebuchet MS" charset="0"/>
              </a:rPr>
              <a:t>10 RULES OF THUMB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048089" y="1809962"/>
            <a:ext cx="655694" cy="706603"/>
            <a:chOff x="4833241" y="1511351"/>
            <a:chExt cx="655694" cy="706603"/>
          </a:xfrm>
        </p:grpSpPr>
        <p:grpSp>
          <p:nvGrpSpPr>
            <p:cNvPr id="49" name="Group 48"/>
            <p:cNvGrpSpPr/>
            <p:nvPr/>
          </p:nvGrpSpPr>
          <p:grpSpPr>
            <a:xfrm>
              <a:off x="4833241" y="1511351"/>
              <a:ext cx="655694" cy="424495"/>
              <a:chOff x="1981200" y="2190750"/>
              <a:chExt cx="823913" cy="533400"/>
            </a:xfrm>
            <a:solidFill>
              <a:srgbClr val="252616"/>
            </a:solidFill>
          </p:grpSpPr>
          <p:sp>
            <p:nvSpPr>
              <p:cNvPr id="50" name="Freeform 117"/>
              <p:cNvSpPr>
                <a:spLocks noChangeArrowheads="1"/>
              </p:cNvSpPr>
              <p:nvPr/>
            </p:nvSpPr>
            <p:spPr bwMode="auto">
              <a:xfrm>
                <a:off x="1981200" y="2190750"/>
                <a:ext cx="823913" cy="533400"/>
              </a:xfrm>
              <a:custGeom>
                <a:avLst/>
                <a:gdLst>
                  <a:gd name="T0" fmla="*/ 2230 w 2290"/>
                  <a:gd name="T1" fmla="*/ 750 h 1481"/>
                  <a:gd name="T2" fmla="*/ 2171 w 2290"/>
                  <a:gd name="T3" fmla="*/ 740 h 1481"/>
                  <a:gd name="T4" fmla="*/ 2062 w 2290"/>
                  <a:gd name="T5" fmla="*/ 602 h 1481"/>
                  <a:gd name="T6" fmla="*/ 1983 w 2290"/>
                  <a:gd name="T7" fmla="*/ 158 h 1481"/>
                  <a:gd name="T8" fmla="*/ 1727 w 2290"/>
                  <a:gd name="T9" fmla="*/ 59 h 1481"/>
                  <a:gd name="T10" fmla="*/ 1332 w 2290"/>
                  <a:gd name="T11" fmla="*/ 98 h 1481"/>
                  <a:gd name="T12" fmla="*/ 760 w 2290"/>
                  <a:gd name="T13" fmla="*/ 19 h 1481"/>
                  <a:gd name="T14" fmla="*/ 256 w 2290"/>
                  <a:gd name="T15" fmla="*/ 88 h 1481"/>
                  <a:gd name="T16" fmla="*/ 69 w 2290"/>
                  <a:gd name="T17" fmla="*/ 19 h 1481"/>
                  <a:gd name="T18" fmla="*/ 29 w 2290"/>
                  <a:gd name="T19" fmla="*/ 148 h 1481"/>
                  <a:gd name="T20" fmla="*/ 138 w 2290"/>
                  <a:gd name="T21" fmla="*/ 187 h 1481"/>
                  <a:gd name="T22" fmla="*/ 217 w 2290"/>
                  <a:gd name="T23" fmla="*/ 552 h 1481"/>
                  <a:gd name="T24" fmla="*/ 266 w 2290"/>
                  <a:gd name="T25" fmla="*/ 1184 h 1481"/>
                  <a:gd name="T26" fmla="*/ 266 w 2290"/>
                  <a:gd name="T27" fmla="*/ 1372 h 1481"/>
                  <a:gd name="T28" fmla="*/ 434 w 2290"/>
                  <a:gd name="T29" fmla="*/ 1470 h 1481"/>
                  <a:gd name="T30" fmla="*/ 523 w 2290"/>
                  <a:gd name="T31" fmla="*/ 1470 h 1481"/>
                  <a:gd name="T32" fmla="*/ 789 w 2290"/>
                  <a:gd name="T33" fmla="*/ 1460 h 1481"/>
                  <a:gd name="T34" fmla="*/ 799 w 2290"/>
                  <a:gd name="T35" fmla="*/ 1361 h 1481"/>
                  <a:gd name="T36" fmla="*/ 858 w 2290"/>
                  <a:gd name="T37" fmla="*/ 917 h 1481"/>
                  <a:gd name="T38" fmla="*/ 1056 w 2290"/>
                  <a:gd name="T39" fmla="*/ 1204 h 1481"/>
                  <a:gd name="T40" fmla="*/ 1085 w 2290"/>
                  <a:gd name="T41" fmla="*/ 1450 h 1481"/>
                  <a:gd name="T42" fmla="*/ 1194 w 2290"/>
                  <a:gd name="T43" fmla="*/ 1480 h 1481"/>
                  <a:gd name="T44" fmla="*/ 1480 w 2290"/>
                  <a:gd name="T45" fmla="*/ 1460 h 1481"/>
                  <a:gd name="T46" fmla="*/ 1648 w 2290"/>
                  <a:gd name="T47" fmla="*/ 1144 h 1481"/>
                  <a:gd name="T48" fmla="*/ 1677 w 2290"/>
                  <a:gd name="T49" fmla="*/ 730 h 1481"/>
                  <a:gd name="T50" fmla="*/ 1816 w 2290"/>
                  <a:gd name="T51" fmla="*/ 868 h 1481"/>
                  <a:gd name="T52" fmla="*/ 2033 w 2290"/>
                  <a:gd name="T53" fmla="*/ 987 h 1481"/>
                  <a:gd name="T54" fmla="*/ 2270 w 2290"/>
                  <a:gd name="T55" fmla="*/ 868 h 1481"/>
                  <a:gd name="T56" fmla="*/ 1539 w 2290"/>
                  <a:gd name="T57" fmla="*/ 750 h 1481"/>
                  <a:gd name="T58" fmla="*/ 1520 w 2290"/>
                  <a:gd name="T59" fmla="*/ 1085 h 1481"/>
                  <a:gd name="T60" fmla="*/ 1470 w 2290"/>
                  <a:gd name="T61" fmla="*/ 1352 h 1481"/>
                  <a:gd name="T62" fmla="*/ 1411 w 2290"/>
                  <a:gd name="T63" fmla="*/ 1243 h 1481"/>
                  <a:gd name="T64" fmla="*/ 1362 w 2290"/>
                  <a:gd name="T65" fmla="*/ 996 h 1481"/>
                  <a:gd name="T66" fmla="*/ 1283 w 2290"/>
                  <a:gd name="T67" fmla="*/ 1352 h 1481"/>
                  <a:gd name="T68" fmla="*/ 1164 w 2290"/>
                  <a:gd name="T69" fmla="*/ 1194 h 1481"/>
                  <a:gd name="T70" fmla="*/ 1174 w 2290"/>
                  <a:gd name="T71" fmla="*/ 1006 h 1481"/>
                  <a:gd name="T72" fmla="*/ 1135 w 2290"/>
                  <a:gd name="T73" fmla="*/ 769 h 1481"/>
                  <a:gd name="T74" fmla="*/ 977 w 2290"/>
                  <a:gd name="T75" fmla="*/ 799 h 1481"/>
                  <a:gd name="T76" fmla="*/ 829 w 2290"/>
                  <a:gd name="T77" fmla="*/ 809 h 1481"/>
                  <a:gd name="T78" fmla="*/ 780 w 2290"/>
                  <a:gd name="T79" fmla="*/ 789 h 1481"/>
                  <a:gd name="T80" fmla="*/ 681 w 2290"/>
                  <a:gd name="T81" fmla="*/ 838 h 1481"/>
                  <a:gd name="T82" fmla="*/ 641 w 2290"/>
                  <a:gd name="T83" fmla="*/ 1372 h 1481"/>
                  <a:gd name="T84" fmla="*/ 582 w 2290"/>
                  <a:gd name="T85" fmla="*/ 908 h 1481"/>
                  <a:gd name="T86" fmla="*/ 473 w 2290"/>
                  <a:gd name="T87" fmla="*/ 1223 h 1481"/>
                  <a:gd name="T88" fmla="*/ 473 w 2290"/>
                  <a:gd name="T89" fmla="*/ 1372 h 1481"/>
                  <a:gd name="T90" fmla="*/ 375 w 2290"/>
                  <a:gd name="T91" fmla="*/ 1352 h 1481"/>
                  <a:gd name="T92" fmla="*/ 375 w 2290"/>
                  <a:gd name="T93" fmla="*/ 1026 h 1481"/>
                  <a:gd name="T94" fmla="*/ 335 w 2290"/>
                  <a:gd name="T95" fmla="*/ 809 h 1481"/>
                  <a:gd name="T96" fmla="*/ 345 w 2290"/>
                  <a:gd name="T97" fmla="*/ 473 h 1481"/>
                  <a:gd name="T98" fmla="*/ 543 w 2290"/>
                  <a:gd name="T99" fmla="*/ 158 h 1481"/>
                  <a:gd name="T100" fmla="*/ 760 w 2290"/>
                  <a:gd name="T101" fmla="*/ 118 h 1481"/>
                  <a:gd name="T102" fmla="*/ 1253 w 2290"/>
                  <a:gd name="T103" fmla="*/ 217 h 1481"/>
                  <a:gd name="T104" fmla="*/ 1362 w 2290"/>
                  <a:gd name="T105" fmla="*/ 473 h 1481"/>
                  <a:gd name="T106" fmla="*/ 1589 w 2290"/>
                  <a:gd name="T107" fmla="*/ 562 h 1481"/>
                  <a:gd name="T108" fmla="*/ 1688 w 2290"/>
                  <a:gd name="T109" fmla="*/ 473 h 1481"/>
                  <a:gd name="T110" fmla="*/ 1441 w 2290"/>
                  <a:gd name="T111" fmla="*/ 365 h 1481"/>
                  <a:gd name="T112" fmla="*/ 1598 w 2290"/>
                  <a:gd name="T113" fmla="*/ 108 h 1481"/>
                  <a:gd name="T114" fmla="*/ 1954 w 2290"/>
                  <a:gd name="T115" fmla="*/ 286 h 1481"/>
                  <a:gd name="T116" fmla="*/ 1964 w 2290"/>
                  <a:gd name="T117" fmla="*/ 513 h 1481"/>
                  <a:gd name="T118" fmla="*/ 2161 w 2290"/>
                  <a:gd name="T119" fmla="*/ 848 h 1481"/>
                  <a:gd name="T120" fmla="*/ 1904 w 2290"/>
                  <a:gd name="T121" fmla="*/ 769 h 1481"/>
                  <a:gd name="T122" fmla="*/ 1668 w 2290"/>
                  <a:gd name="T123" fmla="*/ 631 h 1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90" h="1481">
                    <a:moveTo>
                      <a:pt x="2289" y="789"/>
                    </a:moveTo>
                    <a:lnTo>
                      <a:pt x="2289" y="789"/>
                    </a:lnTo>
                    <a:cubicBezTo>
                      <a:pt x="2280" y="779"/>
                      <a:pt x="2270" y="779"/>
                      <a:pt x="2270" y="779"/>
                    </a:cubicBezTo>
                    <a:cubicBezTo>
                      <a:pt x="2260" y="779"/>
                      <a:pt x="2260" y="779"/>
                      <a:pt x="2260" y="779"/>
                    </a:cubicBezTo>
                    <a:lnTo>
                      <a:pt x="2250" y="779"/>
                    </a:lnTo>
                    <a:cubicBezTo>
                      <a:pt x="2250" y="769"/>
                      <a:pt x="2240" y="759"/>
                      <a:pt x="2230" y="750"/>
                    </a:cubicBezTo>
                    <a:cubicBezTo>
                      <a:pt x="2220" y="750"/>
                      <a:pt x="2220" y="750"/>
                      <a:pt x="2220" y="750"/>
                    </a:cubicBezTo>
                    <a:lnTo>
                      <a:pt x="2220" y="750"/>
                    </a:lnTo>
                    <a:cubicBezTo>
                      <a:pt x="2211" y="740"/>
                      <a:pt x="2201" y="740"/>
                      <a:pt x="2191" y="740"/>
                    </a:cubicBezTo>
                    <a:cubicBezTo>
                      <a:pt x="2181" y="740"/>
                      <a:pt x="2181" y="740"/>
                      <a:pt x="2181" y="740"/>
                    </a:cubicBezTo>
                    <a:lnTo>
                      <a:pt x="2181" y="740"/>
                    </a:lnTo>
                    <a:cubicBezTo>
                      <a:pt x="2171" y="740"/>
                      <a:pt x="2171" y="740"/>
                      <a:pt x="2171" y="740"/>
                    </a:cubicBezTo>
                    <a:cubicBezTo>
                      <a:pt x="2161" y="740"/>
                      <a:pt x="2161" y="740"/>
                      <a:pt x="2151" y="740"/>
                    </a:cubicBezTo>
                    <a:lnTo>
                      <a:pt x="2151" y="740"/>
                    </a:lnTo>
                    <a:lnTo>
                      <a:pt x="2151" y="740"/>
                    </a:lnTo>
                    <a:cubicBezTo>
                      <a:pt x="2102" y="730"/>
                      <a:pt x="2082" y="710"/>
                      <a:pt x="2072" y="690"/>
                    </a:cubicBezTo>
                    <a:cubicBezTo>
                      <a:pt x="2062" y="671"/>
                      <a:pt x="2062" y="651"/>
                      <a:pt x="2062" y="621"/>
                    </a:cubicBezTo>
                    <a:cubicBezTo>
                      <a:pt x="2062" y="611"/>
                      <a:pt x="2062" y="611"/>
                      <a:pt x="2062" y="602"/>
                    </a:cubicBezTo>
                    <a:cubicBezTo>
                      <a:pt x="2062" y="572"/>
                      <a:pt x="2062" y="552"/>
                      <a:pt x="2072" y="532"/>
                    </a:cubicBezTo>
                    <a:cubicBezTo>
                      <a:pt x="2072" y="513"/>
                      <a:pt x="2072" y="503"/>
                      <a:pt x="2072" y="493"/>
                    </a:cubicBezTo>
                    <a:cubicBezTo>
                      <a:pt x="2072" y="473"/>
                      <a:pt x="2072" y="453"/>
                      <a:pt x="2072" y="444"/>
                    </a:cubicBezTo>
                    <a:cubicBezTo>
                      <a:pt x="2072" y="434"/>
                      <a:pt x="2072" y="414"/>
                      <a:pt x="2062" y="404"/>
                    </a:cubicBezTo>
                    <a:cubicBezTo>
                      <a:pt x="2062" y="374"/>
                      <a:pt x="2062" y="345"/>
                      <a:pt x="2062" y="325"/>
                    </a:cubicBezTo>
                    <a:cubicBezTo>
                      <a:pt x="2062" y="256"/>
                      <a:pt x="2023" y="207"/>
                      <a:pt x="1983" y="158"/>
                    </a:cubicBezTo>
                    <a:cubicBezTo>
                      <a:pt x="1964" y="128"/>
                      <a:pt x="1934" y="108"/>
                      <a:pt x="1914" y="88"/>
                    </a:cubicBezTo>
                    <a:cubicBezTo>
                      <a:pt x="1885" y="69"/>
                      <a:pt x="1845" y="69"/>
                      <a:pt x="1796" y="69"/>
                    </a:cubicBezTo>
                    <a:cubicBezTo>
                      <a:pt x="1786" y="69"/>
                      <a:pt x="1786" y="69"/>
                      <a:pt x="1776" y="69"/>
                    </a:cubicBezTo>
                    <a:cubicBezTo>
                      <a:pt x="1766" y="69"/>
                      <a:pt x="1756" y="69"/>
                      <a:pt x="1747" y="69"/>
                    </a:cubicBezTo>
                    <a:cubicBezTo>
                      <a:pt x="1737" y="69"/>
                      <a:pt x="1737" y="69"/>
                      <a:pt x="1737" y="69"/>
                    </a:cubicBezTo>
                    <a:cubicBezTo>
                      <a:pt x="1727" y="59"/>
                      <a:pt x="1727" y="59"/>
                      <a:pt x="1727" y="59"/>
                    </a:cubicBezTo>
                    <a:cubicBezTo>
                      <a:pt x="1717" y="49"/>
                      <a:pt x="1707" y="39"/>
                      <a:pt x="1688" y="29"/>
                    </a:cubicBezTo>
                    <a:cubicBezTo>
                      <a:pt x="1618" y="0"/>
                      <a:pt x="1559" y="0"/>
                      <a:pt x="1500" y="29"/>
                    </a:cubicBezTo>
                    <a:cubicBezTo>
                      <a:pt x="1480" y="39"/>
                      <a:pt x="1460" y="59"/>
                      <a:pt x="1431" y="79"/>
                    </a:cubicBezTo>
                    <a:cubicBezTo>
                      <a:pt x="1431" y="79"/>
                      <a:pt x="1431" y="79"/>
                      <a:pt x="1421" y="88"/>
                    </a:cubicBezTo>
                    <a:cubicBezTo>
                      <a:pt x="1411" y="98"/>
                      <a:pt x="1401" y="98"/>
                      <a:pt x="1391" y="98"/>
                    </a:cubicBezTo>
                    <a:cubicBezTo>
                      <a:pt x="1372" y="98"/>
                      <a:pt x="1352" y="98"/>
                      <a:pt x="1332" y="98"/>
                    </a:cubicBezTo>
                    <a:cubicBezTo>
                      <a:pt x="1312" y="108"/>
                      <a:pt x="1283" y="108"/>
                      <a:pt x="1253" y="108"/>
                    </a:cubicBezTo>
                    <a:cubicBezTo>
                      <a:pt x="1233" y="98"/>
                      <a:pt x="1204" y="98"/>
                      <a:pt x="1194" y="98"/>
                    </a:cubicBezTo>
                    <a:cubicBezTo>
                      <a:pt x="1174" y="98"/>
                      <a:pt x="1154" y="98"/>
                      <a:pt x="1135" y="88"/>
                    </a:cubicBezTo>
                    <a:cubicBezTo>
                      <a:pt x="1115" y="88"/>
                      <a:pt x="1085" y="88"/>
                      <a:pt x="1056" y="88"/>
                    </a:cubicBezTo>
                    <a:cubicBezTo>
                      <a:pt x="1006" y="79"/>
                      <a:pt x="947" y="59"/>
                      <a:pt x="898" y="39"/>
                    </a:cubicBezTo>
                    <a:cubicBezTo>
                      <a:pt x="848" y="19"/>
                      <a:pt x="799" y="19"/>
                      <a:pt x="760" y="19"/>
                    </a:cubicBezTo>
                    <a:cubicBezTo>
                      <a:pt x="740" y="29"/>
                      <a:pt x="740" y="29"/>
                      <a:pt x="740" y="29"/>
                    </a:cubicBezTo>
                    <a:cubicBezTo>
                      <a:pt x="690" y="39"/>
                      <a:pt x="641" y="39"/>
                      <a:pt x="602" y="49"/>
                    </a:cubicBezTo>
                    <a:cubicBezTo>
                      <a:pt x="523" y="49"/>
                      <a:pt x="464" y="79"/>
                      <a:pt x="424" y="128"/>
                    </a:cubicBezTo>
                    <a:cubicBezTo>
                      <a:pt x="424" y="128"/>
                      <a:pt x="424" y="128"/>
                      <a:pt x="424" y="138"/>
                    </a:cubicBezTo>
                    <a:cubicBezTo>
                      <a:pt x="414" y="128"/>
                      <a:pt x="414" y="128"/>
                      <a:pt x="414" y="128"/>
                    </a:cubicBezTo>
                    <a:cubicBezTo>
                      <a:pt x="365" y="98"/>
                      <a:pt x="316" y="88"/>
                      <a:pt x="256" y="88"/>
                    </a:cubicBezTo>
                    <a:cubicBezTo>
                      <a:pt x="227" y="98"/>
                      <a:pt x="197" y="88"/>
                      <a:pt x="177" y="69"/>
                    </a:cubicBezTo>
                    <a:cubicBezTo>
                      <a:pt x="167" y="69"/>
                      <a:pt x="158" y="69"/>
                      <a:pt x="158" y="59"/>
                    </a:cubicBezTo>
                    <a:cubicBezTo>
                      <a:pt x="158" y="39"/>
                      <a:pt x="148" y="19"/>
                      <a:pt x="138" y="9"/>
                    </a:cubicBezTo>
                    <a:cubicBezTo>
                      <a:pt x="128" y="9"/>
                      <a:pt x="108" y="0"/>
                      <a:pt x="89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19"/>
                      <a:pt x="69" y="19"/>
                      <a:pt x="69" y="19"/>
                    </a:cubicBezTo>
                    <a:cubicBezTo>
                      <a:pt x="59" y="19"/>
                      <a:pt x="59" y="29"/>
                      <a:pt x="59" y="29"/>
                    </a:cubicBezTo>
                    <a:cubicBezTo>
                      <a:pt x="59" y="39"/>
                      <a:pt x="59" y="49"/>
                      <a:pt x="49" y="59"/>
                    </a:cubicBezTo>
                    <a:cubicBezTo>
                      <a:pt x="49" y="59"/>
                      <a:pt x="39" y="69"/>
                      <a:pt x="29" y="79"/>
                    </a:cubicBezTo>
                    <a:cubicBezTo>
                      <a:pt x="29" y="79"/>
                      <a:pt x="19" y="79"/>
                      <a:pt x="19" y="88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29" y="148"/>
                      <a:pt x="29" y="148"/>
                      <a:pt x="29" y="148"/>
                    </a:cubicBezTo>
                    <a:cubicBezTo>
                      <a:pt x="29" y="158"/>
                      <a:pt x="19" y="167"/>
                      <a:pt x="29" y="177"/>
                    </a:cubicBezTo>
                    <a:cubicBezTo>
                      <a:pt x="29" y="197"/>
                      <a:pt x="39" y="217"/>
                      <a:pt x="59" y="227"/>
                    </a:cubicBezTo>
                    <a:cubicBezTo>
                      <a:pt x="69" y="236"/>
                      <a:pt x="69" y="236"/>
                      <a:pt x="69" y="236"/>
                    </a:cubicBezTo>
                    <a:cubicBezTo>
                      <a:pt x="79" y="227"/>
                      <a:pt x="79" y="227"/>
                      <a:pt x="79" y="227"/>
                    </a:cubicBezTo>
                    <a:lnTo>
                      <a:pt x="89" y="227"/>
                    </a:lnTo>
                    <a:cubicBezTo>
                      <a:pt x="108" y="217"/>
                      <a:pt x="128" y="207"/>
                      <a:pt x="138" y="187"/>
                    </a:cubicBezTo>
                    <a:cubicBezTo>
                      <a:pt x="148" y="187"/>
                      <a:pt x="167" y="197"/>
                      <a:pt x="177" y="197"/>
                    </a:cubicBezTo>
                    <a:cubicBezTo>
                      <a:pt x="197" y="197"/>
                      <a:pt x="217" y="187"/>
                      <a:pt x="237" y="187"/>
                    </a:cubicBezTo>
                    <a:cubicBezTo>
                      <a:pt x="246" y="187"/>
                      <a:pt x="256" y="187"/>
                      <a:pt x="266" y="187"/>
                    </a:cubicBezTo>
                    <a:cubicBezTo>
                      <a:pt x="296" y="187"/>
                      <a:pt x="325" y="197"/>
                      <a:pt x="355" y="217"/>
                    </a:cubicBezTo>
                    <a:cubicBezTo>
                      <a:pt x="266" y="306"/>
                      <a:pt x="237" y="374"/>
                      <a:pt x="227" y="414"/>
                    </a:cubicBezTo>
                    <a:cubicBezTo>
                      <a:pt x="217" y="453"/>
                      <a:pt x="217" y="503"/>
                      <a:pt x="217" y="552"/>
                    </a:cubicBezTo>
                    <a:cubicBezTo>
                      <a:pt x="217" y="582"/>
                      <a:pt x="217" y="621"/>
                      <a:pt x="217" y="641"/>
                    </a:cubicBezTo>
                    <a:cubicBezTo>
                      <a:pt x="207" y="681"/>
                      <a:pt x="217" y="700"/>
                      <a:pt x="227" y="730"/>
                    </a:cubicBezTo>
                    <a:cubicBezTo>
                      <a:pt x="237" y="750"/>
                      <a:pt x="237" y="759"/>
                      <a:pt x="237" y="779"/>
                    </a:cubicBezTo>
                    <a:cubicBezTo>
                      <a:pt x="237" y="829"/>
                      <a:pt x="246" y="878"/>
                      <a:pt x="246" y="927"/>
                    </a:cubicBezTo>
                    <a:cubicBezTo>
                      <a:pt x="256" y="957"/>
                      <a:pt x="256" y="987"/>
                      <a:pt x="256" y="1026"/>
                    </a:cubicBezTo>
                    <a:cubicBezTo>
                      <a:pt x="266" y="1184"/>
                      <a:pt x="266" y="1184"/>
                      <a:pt x="266" y="1184"/>
                    </a:cubicBezTo>
                    <a:cubicBezTo>
                      <a:pt x="266" y="1194"/>
                      <a:pt x="266" y="1194"/>
                      <a:pt x="266" y="1204"/>
                    </a:cubicBezTo>
                    <a:cubicBezTo>
                      <a:pt x="266" y="1214"/>
                      <a:pt x="276" y="1223"/>
                      <a:pt x="276" y="1223"/>
                    </a:cubicBezTo>
                    <a:cubicBezTo>
                      <a:pt x="276" y="1273"/>
                      <a:pt x="276" y="1312"/>
                      <a:pt x="276" y="1352"/>
                    </a:cubicBezTo>
                    <a:cubicBezTo>
                      <a:pt x="266" y="1352"/>
                      <a:pt x="266" y="1352"/>
                      <a:pt x="266" y="1352"/>
                    </a:cubicBezTo>
                    <a:cubicBezTo>
                      <a:pt x="266" y="1361"/>
                      <a:pt x="266" y="1361"/>
                      <a:pt x="266" y="1361"/>
                    </a:cubicBezTo>
                    <a:cubicBezTo>
                      <a:pt x="266" y="1372"/>
                      <a:pt x="266" y="1372"/>
                      <a:pt x="266" y="1372"/>
                    </a:cubicBezTo>
                    <a:cubicBezTo>
                      <a:pt x="266" y="1381"/>
                      <a:pt x="266" y="1381"/>
                      <a:pt x="266" y="1381"/>
                    </a:cubicBezTo>
                    <a:lnTo>
                      <a:pt x="266" y="1391"/>
                    </a:lnTo>
                    <a:cubicBezTo>
                      <a:pt x="266" y="1401"/>
                      <a:pt x="276" y="1411"/>
                      <a:pt x="276" y="1421"/>
                    </a:cubicBezTo>
                    <a:cubicBezTo>
                      <a:pt x="286" y="1450"/>
                      <a:pt x="306" y="1460"/>
                      <a:pt x="335" y="1460"/>
                    </a:cubicBezTo>
                    <a:cubicBezTo>
                      <a:pt x="355" y="1460"/>
                      <a:pt x="365" y="1460"/>
                      <a:pt x="375" y="1460"/>
                    </a:cubicBezTo>
                    <a:cubicBezTo>
                      <a:pt x="395" y="1470"/>
                      <a:pt x="414" y="1470"/>
                      <a:pt x="434" y="1470"/>
                    </a:cubicBezTo>
                    <a:cubicBezTo>
                      <a:pt x="444" y="1470"/>
                      <a:pt x="444" y="1470"/>
                      <a:pt x="444" y="1470"/>
                    </a:cubicBezTo>
                    <a:lnTo>
                      <a:pt x="444" y="1470"/>
                    </a:lnTo>
                    <a:cubicBezTo>
                      <a:pt x="454" y="1470"/>
                      <a:pt x="464" y="1470"/>
                      <a:pt x="464" y="1470"/>
                    </a:cubicBezTo>
                    <a:cubicBezTo>
                      <a:pt x="473" y="1470"/>
                      <a:pt x="483" y="1470"/>
                      <a:pt x="483" y="1470"/>
                    </a:cubicBezTo>
                    <a:cubicBezTo>
                      <a:pt x="503" y="1470"/>
                      <a:pt x="513" y="1470"/>
                      <a:pt x="523" y="1470"/>
                    </a:cubicBezTo>
                    <a:lnTo>
                      <a:pt x="523" y="1470"/>
                    </a:lnTo>
                    <a:cubicBezTo>
                      <a:pt x="533" y="1470"/>
                      <a:pt x="543" y="1470"/>
                      <a:pt x="552" y="1460"/>
                    </a:cubicBezTo>
                    <a:cubicBezTo>
                      <a:pt x="552" y="1460"/>
                      <a:pt x="552" y="1460"/>
                      <a:pt x="562" y="1460"/>
                    </a:cubicBezTo>
                    <a:cubicBezTo>
                      <a:pt x="562" y="1460"/>
                      <a:pt x="582" y="1460"/>
                      <a:pt x="592" y="1470"/>
                    </a:cubicBezTo>
                    <a:cubicBezTo>
                      <a:pt x="602" y="1470"/>
                      <a:pt x="612" y="1470"/>
                      <a:pt x="612" y="1470"/>
                    </a:cubicBezTo>
                    <a:cubicBezTo>
                      <a:pt x="631" y="1480"/>
                      <a:pt x="651" y="1480"/>
                      <a:pt x="671" y="1480"/>
                    </a:cubicBezTo>
                    <a:cubicBezTo>
                      <a:pt x="690" y="1480"/>
                      <a:pt x="750" y="1470"/>
                      <a:pt x="789" y="1460"/>
                    </a:cubicBezTo>
                    <a:lnTo>
                      <a:pt x="789" y="1460"/>
                    </a:lnTo>
                    <a:cubicBezTo>
                      <a:pt x="799" y="1450"/>
                      <a:pt x="799" y="1450"/>
                      <a:pt x="799" y="1450"/>
                    </a:cubicBezTo>
                    <a:cubicBezTo>
                      <a:pt x="799" y="1440"/>
                      <a:pt x="799" y="1431"/>
                      <a:pt x="799" y="1421"/>
                    </a:cubicBezTo>
                    <a:lnTo>
                      <a:pt x="799" y="1421"/>
                    </a:lnTo>
                    <a:cubicBezTo>
                      <a:pt x="799" y="1391"/>
                      <a:pt x="799" y="1391"/>
                      <a:pt x="799" y="1391"/>
                    </a:cubicBezTo>
                    <a:cubicBezTo>
                      <a:pt x="799" y="1361"/>
                      <a:pt x="799" y="1361"/>
                      <a:pt x="799" y="1361"/>
                    </a:cubicBezTo>
                    <a:cubicBezTo>
                      <a:pt x="799" y="1302"/>
                      <a:pt x="799" y="1302"/>
                      <a:pt x="799" y="1302"/>
                    </a:cubicBezTo>
                    <a:cubicBezTo>
                      <a:pt x="799" y="1293"/>
                      <a:pt x="799" y="1282"/>
                      <a:pt x="799" y="1273"/>
                    </a:cubicBezTo>
                    <a:cubicBezTo>
                      <a:pt x="799" y="1253"/>
                      <a:pt x="799" y="1223"/>
                      <a:pt x="799" y="1204"/>
                    </a:cubicBezTo>
                    <a:cubicBezTo>
                      <a:pt x="799" y="1115"/>
                      <a:pt x="799" y="1026"/>
                      <a:pt x="799" y="908"/>
                    </a:cubicBezTo>
                    <a:cubicBezTo>
                      <a:pt x="819" y="917"/>
                      <a:pt x="829" y="917"/>
                      <a:pt x="848" y="917"/>
                    </a:cubicBezTo>
                    <a:lnTo>
                      <a:pt x="858" y="917"/>
                    </a:lnTo>
                    <a:cubicBezTo>
                      <a:pt x="967" y="908"/>
                      <a:pt x="967" y="908"/>
                      <a:pt x="967" y="908"/>
                    </a:cubicBezTo>
                    <a:cubicBezTo>
                      <a:pt x="987" y="908"/>
                      <a:pt x="1016" y="898"/>
                      <a:pt x="1036" y="898"/>
                    </a:cubicBezTo>
                    <a:cubicBezTo>
                      <a:pt x="1036" y="898"/>
                      <a:pt x="1046" y="898"/>
                      <a:pt x="1046" y="888"/>
                    </a:cubicBezTo>
                    <a:cubicBezTo>
                      <a:pt x="1056" y="917"/>
                      <a:pt x="1056" y="927"/>
                      <a:pt x="1056" y="957"/>
                    </a:cubicBezTo>
                    <a:cubicBezTo>
                      <a:pt x="1056" y="967"/>
                      <a:pt x="1056" y="967"/>
                      <a:pt x="1056" y="967"/>
                    </a:cubicBezTo>
                    <a:cubicBezTo>
                      <a:pt x="1056" y="1046"/>
                      <a:pt x="1046" y="1125"/>
                      <a:pt x="1056" y="1204"/>
                    </a:cubicBezTo>
                    <a:cubicBezTo>
                      <a:pt x="1066" y="1233"/>
                      <a:pt x="1066" y="1263"/>
                      <a:pt x="1066" y="1282"/>
                    </a:cubicBezTo>
                    <a:cubicBezTo>
                      <a:pt x="1066" y="1302"/>
                      <a:pt x="1056" y="1312"/>
                      <a:pt x="1066" y="1322"/>
                    </a:cubicBezTo>
                    <a:cubicBezTo>
                      <a:pt x="1066" y="1352"/>
                      <a:pt x="1066" y="1352"/>
                      <a:pt x="1066" y="1352"/>
                    </a:cubicBezTo>
                    <a:lnTo>
                      <a:pt x="1066" y="1361"/>
                    </a:lnTo>
                    <a:cubicBezTo>
                      <a:pt x="1066" y="1372"/>
                      <a:pt x="1066" y="1372"/>
                      <a:pt x="1075" y="1372"/>
                    </a:cubicBezTo>
                    <a:cubicBezTo>
                      <a:pt x="1056" y="1401"/>
                      <a:pt x="1075" y="1431"/>
                      <a:pt x="1085" y="1450"/>
                    </a:cubicBezTo>
                    <a:cubicBezTo>
                      <a:pt x="1095" y="1460"/>
                      <a:pt x="1095" y="1460"/>
                      <a:pt x="1095" y="1460"/>
                    </a:cubicBezTo>
                    <a:cubicBezTo>
                      <a:pt x="1125" y="1470"/>
                      <a:pt x="1125" y="1470"/>
                      <a:pt x="1125" y="1470"/>
                    </a:cubicBezTo>
                    <a:cubicBezTo>
                      <a:pt x="1135" y="1470"/>
                      <a:pt x="1135" y="1470"/>
                      <a:pt x="1135" y="1470"/>
                    </a:cubicBezTo>
                    <a:lnTo>
                      <a:pt x="1135" y="1470"/>
                    </a:lnTo>
                    <a:cubicBezTo>
                      <a:pt x="1194" y="1470"/>
                      <a:pt x="1194" y="1470"/>
                      <a:pt x="1194" y="1470"/>
                    </a:cubicBezTo>
                    <a:cubicBezTo>
                      <a:pt x="1194" y="1480"/>
                      <a:pt x="1194" y="1480"/>
                      <a:pt x="1194" y="1480"/>
                    </a:cubicBezTo>
                    <a:cubicBezTo>
                      <a:pt x="1312" y="1480"/>
                      <a:pt x="1312" y="1480"/>
                      <a:pt x="1312" y="1480"/>
                    </a:cubicBezTo>
                    <a:cubicBezTo>
                      <a:pt x="1322" y="1470"/>
                      <a:pt x="1322" y="1470"/>
                      <a:pt x="1322" y="1470"/>
                    </a:cubicBezTo>
                    <a:cubicBezTo>
                      <a:pt x="1342" y="1470"/>
                      <a:pt x="1362" y="1450"/>
                      <a:pt x="1381" y="1431"/>
                    </a:cubicBezTo>
                    <a:lnTo>
                      <a:pt x="1381" y="1431"/>
                    </a:lnTo>
                    <a:lnTo>
                      <a:pt x="1391" y="1440"/>
                    </a:lnTo>
                    <a:cubicBezTo>
                      <a:pt x="1421" y="1460"/>
                      <a:pt x="1451" y="1460"/>
                      <a:pt x="1480" y="1460"/>
                    </a:cubicBezTo>
                    <a:cubicBezTo>
                      <a:pt x="1490" y="1460"/>
                      <a:pt x="1500" y="1460"/>
                      <a:pt x="1510" y="1460"/>
                    </a:cubicBezTo>
                    <a:cubicBezTo>
                      <a:pt x="1530" y="1470"/>
                      <a:pt x="1549" y="1460"/>
                      <a:pt x="1569" y="1450"/>
                    </a:cubicBezTo>
                    <a:cubicBezTo>
                      <a:pt x="1628" y="1411"/>
                      <a:pt x="1648" y="1361"/>
                      <a:pt x="1648" y="1312"/>
                    </a:cubicBezTo>
                    <a:cubicBezTo>
                      <a:pt x="1638" y="1302"/>
                      <a:pt x="1638" y="1293"/>
                      <a:pt x="1638" y="1282"/>
                    </a:cubicBezTo>
                    <a:cubicBezTo>
                      <a:pt x="1638" y="1263"/>
                      <a:pt x="1648" y="1253"/>
                      <a:pt x="1648" y="1243"/>
                    </a:cubicBezTo>
                    <a:cubicBezTo>
                      <a:pt x="1648" y="1214"/>
                      <a:pt x="1648" y="1174"/>
                      <a:pt x="1648" y="1144"/>
                    </a:cubicBezTo>
                    <a:cubicBezTo>
                      <a:pt x="1638" y="1125"/>
                      <a:pt x="1638" y="1125"/>
                      <a:pt x="1638" y="1125"/>
                    </a:cubicBezTo>
                    <a:cubicBezTo>
                      <a:pt x="1638" y="1095"/>
                      <a:pt x="1638" y="1065"/>
                      <a:pt x="1628" y="1036"/>
                    </a:cubicBezTo>
                    <a:cubicBezTo>
                      <a:pt x="1628" y="937"/>
                      <a:pt x="1638" y="858"/>
                      <a:pt x="1648" y="789"/>
                    </a:cubicBezTo>
                    <a:cubicBezTo>
                      <a:pt x="1648" y="769"/>
                      <a:pt x="1648" y="759"/>
                      <a:pt x="1658" y="740"/>
                    </a:cubicBezTo>
                    <a:cubicBezTo>
                      <a:pt x="1658" y="730"/>
                      <a:pt x="1658" y="730"/>
                      <a:pt x="1658" y="730"/>
                    </a:cubicBezTo>
                    <a:cubicBezTo>
                      <a:pt x="1668" y="730"/>
                      <a:pt x="1668" y="730"/>
                      <a:pt x="1677" y="730"/>
                    </a:cubicBezTo>
                    <a:cubicBezTo>
                      <a:pt x="1688" y="730"/>
                      <a:pt x="1688" y="730"/>
                      <a:pt x="1688" y="730"/>
                    </a:cubicBezTo>
                    <a:cubicBezTo>
                      <a:pt x="1707" y="730"/>
                      <a:pt x="1727" y="720"/>
                      <a:pt x="1737" y="720"/>
                    </a:cubicBezTo>
                    <a:cubicBezTo>
                      <a:pt x="1747" y="720"/>
                      <a:pt x="1747" y="720"/>
                      <a:pt x="1756" y="720"/>
                    </a:cubicBezTo>
                    <a:lnTo>
                      <a:pt x="1756" y="730"/>
                    </a:lnTo>
                    <a:cubicBezTo>
                      <a:pt x="1756" y="740"/>
                      <a:pt x="1766" y="750"/>
                      <a:pt x="1766" y="759"/>
                    </a:cubicBezTo>
                    <a:cubicBezTo>
                      <a:pt x="1776" y="789"/>
                      <a:pt x="1786" y="838"/>
                      <a:pt x="1816" y="868"/>
                    </a:cubicBezTo>
                    <a:cubicBezTo>
                      <a:pt x="1826" y="868"/>
                      <a:pt x="1826" y="878"/>
                      <a:pt x="1835" y="878"/>
                    </a:cubicBezTo>
                    <a:cubicBezTo>
                      <a:pt x="1845" y="898"/>
                      <a:pt x="1855" y="908"/>
                      <a:pt x="1865" y="917"/>
                    </a:cubicBezTo>
                    <a:cubicBezTo>
                      <a:pt x="1885" y="937"/>
                      <a:pt x="1914" y="967"/>
                      <a:pt x="1964" y="967"/>
                    </a:cubicBezTo>
                    <a:cubicBezTo>
                      <a:pt x="1974" y="977"/>
                      <a:pt x="1983" y="977"/>
                      <a:pt x="1993" y="977"/>
                    </a:cubicBezTo>
                    <a:cubicBezTo>
                      <a:pt x="2003" y="977"/>
                      <a:pt x="2013" y="987"/>
                      <a:pt x="2023" y="987"/>
                    </a:cubicBezTo>
                    <a:cubicBezTo>
                      <a:pt x="2033" y="987"/>
                      <a:pt x="2033" y="987"/>
                      <a:pt x="2033" y="987"/>
                    </a:cubicBezTo>
                    <a:cubicBezTo>
                      <a:pt x="2053" y="987"/>
                      <a:pt x="2062" y="996"/>
                      <a:pt x="2082" y="987"/>
                    </a:cubicBezTo>
                    <a:cubicBezTo>
                      <a:pt x="2141" y="977"/>
                      <a:pt x="2171" y="977"/>
                      <a:pt x="2230" y="937"/>
                    </a:cubicBezTo>
                    <a:cubicBezTo>
                      <a:pt x="2240" y="927"/>
                      <a:pt x="2250" y="917"/>
                      <a:pt x="2250" y="898"/>
                    </a:cubicBezTo>
                    <a:cubicBezTo>
                      <a:pt x="2260" y="898"/>
                      <a:pt x="2260" y="898"/>
                      <a:pt x="2260" y="888"/>
                    </a:cubicBezTo>
                    <a:lnTo>
                      <a:pt x="2260" y="888"/>
                    </a:lnTo>
                    <a:cubicBezTo>
                      <a:pt x="2270" y="878"/>
                      <a:pt x="2270" y="878"/>
                      <a:pt x="2270" y="868"/>
                    </a:cubicBezTo>
                    <a:cubicBezTo>
                      <a:pt x="2270" y="868"/>
                      <a:pt x="2270" y="868"/>
                      <a:pt x="2270" y="858"/>
                    </a:cubicBezTo>
                    <a:cubicBezTo>
                      <a:pt x="2280" y="858"/>
                      <a:pt x="2280" y="858"/>
                      <a:pt x="2280" y="848"/>
                    </a:cubicBezTo>
                    <a:cubicBezTo>
                      <a:pt x="2280" y="838"/>
                      <a:pt x="2289" y="829"/>
                      <a:pt x="2289" y="819"/>
                    </a:cubicBezTo>
                    <a:cubicBezTo>
                      <a:pt x="2289" y="819"/>
                      <a:pt x="2289" y="809"/>
                      <a:pt x="2289" y="789"/>
                    </a:cubicBezTo>
                    <a:close/>
                    <a:moveTo>
                      <a:pt x="1539" y="750"/>
                    </a:moveTo>
                    <a:lnTo>
                      <a:pt x="1539" y="750"/>
                    </a:lnTo>
                    <a:lnTo>
                      <a:pt x="1539" y="750"/>
                    </a:lnTo>
                    <a:cubicBezTo>
                      <a:pt x="1539" y="759"/>
                      <a:pt x="1539" y="759"/>
                      <a:pt x="1539" y="759"/>
                    </a:cubicBezTo>
                    <a:cubicBezTo>
                      <a:pt x="1539" y="769"/>
                      <a:pt x="1539" y="779"/>
                      <a:pt x="1539" y="799"/>
                    </a:cubicBezTo>
                    <a:cubicBezTo>
                      <a:pt x="1520" y="858"/>
                      <a:pt x="1510" y="917"/>
                      <a:pt x="1520" y="987"/>
                    </a:cubicBezTo>
                    <a:cubicBezTo>
                      <a:pt x="1520" y="1006"/>
                      <a:pt x="1520" y="1026"/>
                      <a:pt x="1520" y="1046"/>
                    </a:cubicBezTo>
                    <a:cubicBezTo>
                      <a:pt x="1520" y="1056"/>
                      <a:pt x="1520" y="1065"/>
                      <a:pt x="1520" y="1085"/>
                    </a:cubicBezTo>
                    <a:cubicBezTo>
                      <a:pt x="1520" y="1105"/>
                      <a:pt x="1520" y="1115"/>
                      <a:pt x="1530" y="1135"/>
                    </a:cubicBezTo>
                    <a:cubicBezTo>
                      <a:pt x="1530" y="1184"/>
                      <a:pt x="1539" y="1223"/>
                      <a:pt x="1530" y="1253"/>
                    </a:cubicBezTo>
                    <a:cubicBezTo>
                      <a:pt x="1530" y="1273"/>
                      <a:pt x="1530" y="1282"/>
                      <a:pt x="1530" y="1293"/>
                    </a:cubicBezTo>
                    <a:lnTo>
                      <a:pt x="1530" y="1302"/>
                    </a:lnTo>
                    <a:cubicBezTo>
                      <a:pt x="1530" y="1322"/>
                      <a:pt x="1520" y="1342"/>
                      <a:pt x="1500" y="1352"/>
                    </a:cubicBezTo>
                    <a:cubicBezTo>
                      <a:pt x="1490" y="1352"/>
                      <a:pt x="1480" y="1352"/>
                      <a:pt x="1470" y="1352"/>
                    </a:cubicBezTo>
                    <a:cubicBezTo>
                      <a:pt x="1460" y="1352"/>
                      <a:pt x="1441" y="1352"/>
                      <a:pt x="1441" y="1352"/>
                    </a:cubicBezTo>
                    <a:cubicBezTo>
                      <a:pt x="1431" y="1342"/>
                      <a:pt x="1431" y="1332"/>
                      <a:pt x="1431" y="1312"/>
                    </a:cubicBezTo>
                    <a:cubicBezTo>
                      <a:pt x="1421" y="1302"/>
                      <a:pt x="1421" y="1302"/>
                      <a:pt x="1421" y="1302"/>
                    </a:cubicBezTo>
                    <a:lnTo>
                      <a:pt x="1421" y="1302"/>
                    </a:lnTo>
                    <a:lnTo>
                      <a:pt x="1421" y="1293"/>
                    </a:lnTo>
                    <a:cubicBezTo>
                      <a:pt x="1421" y="1282"/>
                      <a:pt x="1411" y="1263"/>
                      <a:pt x="1411" y="1243"/>
                    </a:cubicBezTo>
                    <a:cubicBezTo>
                      <a:pt x="1411" y="1204"/>
                      <a:pt x="1401" y="1154"/>
                      <a:pt x="1411" y="1105"/>
                    </a:cubicBezTo>
                    <a:cubicBezTo>
                      <a:pt x="1411" y="1085"/>
                      <a:pt x="1411" y="1065"/>
                      <a:pt x="1401" y="1046"/>
                    </a:cubicBezTo>
                    <a:cubicBezTo>
                      <a:pt x="1401" y="1036"/>
                      <a:pt x="1391" y="1026"/>
                      <a:pt x="1391" y="1016"/>
                    </a:cubicBezTo>
                    <a:lnTo>
                      <a:pt x="1381" y="1016"/>
                    </a:lnTo>
                    <a:cubicBezTo>
                      <a:pt x="1372" y="996"/>
                      <a:pt x="1372" y="996"/>
                      <a:pt x="1372" y="996"/>
                    </a:cubicBezTo>
                    <a:cubicBezTo>
                      <a:pt x="1362" y="996"/>
                      <a:pt x="1362" y="996"/>
                      <a:pt x="1362" y="996"/>
                    </a:cubicBezTo>
                    <a:cubicBezTo>
                      <a:pt x="1332" y="1006"/>
                      <a:pt x="1312" y="1016"/>
                      <a:pt x="1303" y="1026"/>
                    </a:cubicBezTo>
                    <a:cubicBezTo>
                      <a:pt x="1283" y="1036"/>
                      <a:pt x="1283" y="1056"/>
                      <a:pt x="1283" y="1085"/>
                    </a:cubicBezTo>
                    <a:cubicBezTo>
                      <a:pt x="1283" y="1115"/>
                      <a:pt x="1293" y="1135"/>
                      <a:pt x="1293" y="1164"/>
                    </a:cubicBezTo>
                    <a:cubicBezTo>
                      <a:pt x="1293" y="1184"/>
                      <a:pt x="1293" y="1204"/>
                      <a:pt x="1293" y="1223"/>
                    </a:cubicBezTo>
                    <a:cubicBezTo>
                      <a:pt x="1293" y="1233"/>
                      <a:pt x="1293" y="1243"/>
                      <a:pt x="1293" y="1253"/>
                    </a:cubicBezTo>
                    <a:cubicBezTo>
                      <a:pt x="1293" y="1293"/>
                      <a:pt x="1303" y="1322"/>
                      <a:pt x="1283" y="1352"/>
                    </a:cubicBezTo>
                    <a:cubicBezTo>
                      <a:pt x="1273" y="1372"/>
                      <a:pt x="1273" y="1372"/>
                      <a:pt x="1253" y="1372"/>
                    </a:cubicBezTo>
                    <a:cubicBezTo>
                      <a:pt x="1233" y="1372"/>
                      <a:pt x="1214" y="1372"/>
                      <a:pt x="1194" y="1372"/>
                    </a:cubicBezTo>
                    <a:cubicBezTo>
                      <a:pt x="1194" y="1361"/>
                      <a:pt x="1194" y="1361"/>
                      <a:pt x="1194" y="1361"/>
                    </a:cubicBezTo>
                    <a:cubicBezTo>
                      <a:pt x="1194" y="1332"/>
                      <a:pt x="1184" y="1312"/>
                      <a:pt x="1184" y="1282"/>
                    </a:cubicBezTo>
                    <a:cubicBezTo>
                      <a:pt x="1184" y="1253"/>
                      <a:pt x="1174" y="1223"/>
                      <a:pt x="1174" y="1194"/>
                    </a:cubicBezTo>
                    <a:cubicBezTo>
                      <a:pt x="1164" y="1194"/>
                      <a:pt x="1164" y="1194"/>
                      <a:pt x="1164" y="1194"/>
                    </a:cubicBezTo>
                    <a:cubicBezTo>
                      <a:pt x="1174" y="1194"/>
                      <a:pt x="1174" y="1194"/>
                      <a:pt x="1174" y="1194"/>
                    </a:cubicBezTo>
                    <a:cubicBezTo>
                      <a:pt x="1174" y="1174"/>
                      <a:pt x="1164" y="1164"/>
                      <a:pt x="1164" y="1144"/>
                    </a:cubicBezTo>
                    <a:cubicBezTo>
                      <a:pt x="1164" y="1135"/>
                      <a:pt x="1164" y="1125"/>
                      <a:pt x="1164" y="1125"/>
                    </a:cubicBezTo>
                    <a:cubicBezTo>
                      <a:pt x="1164" y="1105"/>
                      <a:pt x="1164" y="1075"/>
                      <a:pt x="1164" y="1056"/>
                    </a:cubicBezTo>
                    <a:cubicBezTo>
                      <a:pt x="1174" y="1026"/>
                      <a:pt x="1174" y="1026"/>
                      <a:pt x="1174" y="1026"/>
                    </a:cubicBezTo>
                    <a:cubicBezTo>
                      <a:pt x="1174" y="1016"/>
                      <a:pt x="1174" y="1006"/>
                      <a:pt x="1174" y="1006"/>
                    </a:cubicBezTo>
                    <a:cubicBezTo>
                      <a:pt x="1174" y="987"/>
                      <a:pt x="1174" y="967"/>
                      <a:pt x="1174" y="947"/>
                    </a:cubicBezTo>
                    <a:cubicBezTo>
                      <a:pt x="1174" y="937"/>
                      <a:pt x="1174" y="917"/>
                      <a:pt x="1174" y="908"/>
                    </a:cubicBezTo>
                    <a:lnTo>
                      <a:pt x="1164" y="898"/>
                    </a:lnTo>
                    <a:cubicBezTo>
                      <a:pt x="1164" y="888"/>
                      <a:pt x="1164" y="878"/>
                      <a:pt x="1164" y="868"/>
                    </a:cubicBezTo>
                    <a:cubicBezTo>
                      <a:pt x="1164" y="858"/>
                      <a:pt x="1154" y="838"/>
                      <a:pt x="1154" y="829"/>
                    </a:cubicBezTo>
                    <a:cubicBezTo>
                      <a:pt x="1154" y="799"/>
                      <a:pt x="1145" y="779"/>
                      <a:pt x="1135" y="769"/>
                    </a:cubicBezTo>
                    <a:cubicBezTo>
                      <a:pt x="1115" y="759"/>
                      <a:pt x="1095" y="750"/>
                      <a:pt x="1075" y="759"/>
                    </a:cubicBezTo>
                    <a:cubicBezTo>
                      <a:pt x="1066" y="759"/>
                      <a:pt x="1066" y="759"/>
                      <a:pt x="1066" y="759"/>
                    </a:cubicBezTo>
                    <a:cubicBezTo>
                      <a:pt x="1056" y="759"/>
                      <a:pt x="1036" y="769"/>
                      <a:pt x="1026" y="779"/>
                    </a:cubicBezTo>
                    <a:cubicBezTo>
                      <a:pt x="1026" y="789"/>
                      <a:pt x="1016" y="789"/>
                      <a:pt x="1006" y="789"/>
                    </a:cubicBezTo>
                    <a:cubicBezTo>
                      <a:pt x="997" y="789"/>
                      <a:pt x="997" y="789"/>
                      <a:pt x="987" y="789"/>
                    </a:cubicBezTo>
                    <a:cubicBezTo>
                      <a:pt x="987" y="799"/>
                      <a:pt x="977" y="799"/>
                      <a:pt x="977" y="799"/>
                    </a:cubicBezTo>
                    <a:cubicBezTo>
                      <a:pt x="967" y="799"/>
                      <a:pt x="957" y="799"/>
                      <a:pt x="957" y="799"/>
                    </a:cubicBezTo>
                    <a:cubicBezTo>
                      <a:pt x="937" y="809"/>
                      <a:pt x="927" y="809"/>
                      <a:pt x="918" y="809"/>
                    </a:cubicBezTo>
                    <a:cubicBezTo>
                      <a:pt x="908" y="809"/>
                      <a:pt x="908" y="809"/>
                      <a:pt x="898" y="809"/>
                    </a:cubicBezTo>
                    <a:lnTo>
                      <a:pt x="898" y="809"/>
                    </a:lnTo>
                    <a:cubicBezTo>
                      <a:pt x="839" y="809"/>
                      <a:pt x="839" y="809"/>
                      <a:pt x="839" y="809"/>
                    </a:cubicBezTo>
                    <a:lnTo>
                      <a:pt x="829" y="809"/>
                    </a:lnTo>
                    <a:cubicBezTo>
                      <a:pt x="829" y="809"/>
                      <a:pt x="829" y="809"/>
                      <a:pt x="819" y="809"/>
                    </a:cubicBezTo>
                    <a:lnTo>
                      <a:pt x="819" y="809"/>
                    </a:lnTo>
                    <a:lnTo>
                      <a:pt x="809" y="799"/>
                    </a:lnTo>
                    <a:cubicBezTo>
                      <a:pt x="799" y="789"/>
                      <a:pt x="799" y="789"/>
                      <a:pt x="799" y="789"/>
                    </a:cubicBezTo>
                    <a:cubicBezTo>
                      <a:pt x="789" y="789"/>
                      <a:pt x="789" y="789"/>
                      <a:pt x="789" y="789"/>
                    </a:cubicBezTo>
                    <a:cubicBezTo>
                      <a:pt x="789" y="789"/>
                      <a:pt x="789" y="789"/>
                      <a:pt x="780" y="789"/>
                    </a:cubicBezTo>
                    <a:cubicBezTo>
                      <a:pt x="769" y="789"/>
                      <a:pt x="750" y="799"/>
                      <a:pt x="740" y="799"/>
                    </a:cubicBezTo>
                    <a:lnTo>
                      <a:pt x="740" y="799"/>
                    </a:lnTo>
                    <a:cubicBezTo>
                      <a:pt x="730" y="799"/>
                      <a:pt x="730" y="799"/>
                      <a:pt x="730" y="799"/>
                    </a:cubicBezTo>
                    <a:lnTo>
                      <a:pt x="730" y="799"/>
                    </a:lnTo>
                    <a:cubicBezTo>
                      <a:pt x="720" y="809"/>
                      <a:pt x="720" y="809"/>
                      <a:pt x="710" y="809"/>
                    </a:cubicBezTo>
                    <a:cubicBezTo>
                      <a:pt x="701" y="819"/>
                      <a:pt x="690" y="829"/>
                      <a:pt x="681" y="838"/>
                    </a:cubicBezTo>
                    <a:cubicBezTo>
                      <a:pt x="671" y="858"/>
                      <a:pt x="671" y="878"/>
                      <a:pt x="671" y="898"/>
                    </a:cubicBezTo>
                    <a:cubicBezTo>
                      <a:pt x="690" y="977"/>
                      <a:pt x="690" y="1065"/>
                      <a:pt x="690" y="1144"/>
                    </a:cubicBezTo>
                    <a:cubicBezTo>
                      <a:pt x="690" y="1204"/>
                      <a:pt x="690" y="1263"/>
                      <a:pt x="690" y="1312"/>
                    </a:cubicBezTo>
                    <a:cubicBezTo>
                      <a:pt x="690" y="1332"/>
                      <a:pt x="690" y="1352"/>
                      <a:pt x="690" y="1372"/>
                    </a:cubicBezTo>
                    <a:lnTo>
                      <a:pt x="690" y="1372"/>
                    </a:lnTo>
                    <a:cubicBezTo>
                      <a:pt x="641" y="1372"/>
                      <a:pt x="641" y="1372"/>
                      <a:pt x="641" y="1372"/>
                    </a:cubicBezTo>
                    <a:cubicBezTo>
                      <a:pt x="622" y="1372"/>
                      <a:pt x="612" y="1372"/>
                      <a:pt x="602" y="1372"/>
                    </a:cubicBezTo>
                    <a:lnTo>
                      <a:pt x="602" y="1372"/>
                    </a:lnTo>
                    <a:cubicBezTo>
                      <a:pt x="582" y="1322"/>
                      <a:pt x="592" y="1253"/>
                      <a:pt x="592" y="1194"/>
                    </a:cubicBezTo>
                    <a:cubicBezTo>
                      <a:pt x="602" y="1144"/>
                      <a:pt x="602" y="1095"/>
                      <a:pt x="592" y="1046"/>
                    </a:cubicBezTo>
                    <a:cubicBezTo>
                      <a:pt x="592" y="1036"/>
                      <a:pt x="592" y="1006"/>
                      <a:pt x="592" y="987"/>
                    </a:cubicBezTo>
                    <a:cubicBezTo>
                      <a:pt x="592" y="957"/>
                      <a:pt x="582" y="927"/>
                      <a:pt x="582" y="908"/>
                    </a:cubicBezTo>
                    <a:cubicBezTo>
                      <a:pt x="582" y="888"/>
                      <a:pt x="582" y="888"/>
                      <a:pt x="582" y="888"/>
                    </a:cubicBezTo>
                    <a:cubicBezTo>
                      <a:pt x="572" y="888"/>
                      <a:pt x="572" y="888"/>
                      <a:pt x="572" y="888"/>
                    </a:cubicBezTo>
                    <a:cubicBezTo>
                      <a:pt x="543" y="868"/>
                      <a:pt x="513" y="868"/>
                      <a:pt x="493" y="888"/>
                    </a:cubicBezTo>
                    <a:cubicBezTo>
                      <a:pt x="473" y="908"/>
                      <a:pt x="464" y="937"/>
                      <a:pt x="473" y="957"/>
                    </a:cubicBezTo>
                    <a:cubicBezTo>
                      <a:pt x="493" y="1016"/>
                      <a:pt x="483" y="1085"/>
                      <a:pt x="473" y="1154"/>
                    </a:cubicBezTo>
                    <a:cubicBezTo>
                      <a:pt x="473" y="1174"/>
                      <a:pt x="473" y="1204"/>
                      <a:pt x="473" y="1223"/>
                    </a:cubicBezTo>
                    <a:cubicBezTo>
                      <a:pt x="473" y="1263"/>
                      <a:pt x="473" y="1293"/>
                      <a:pt x="473" y="1322"/>
                    </a:cubicBezTo>
                    <a:cubicBezTo>
                      <a:pt x="473" y="1332"/>
                      <a:pt x="473" y="1332"/>
                      <a:pt x="473" y="1332"/>
                    </a:cubicBezTo>
                    <a:cubicBezTo>
                      <a:pt x="483" y="1342"/>
                      <a:pt x="483" y="1352"/>
                      <a:pt x="483" y="1352"/>
                    </a:cubicBezTo>
                    <a:cubicBezTo>
                      <a:pt x="483" y="1361"/>
                      <a:pt x="483" y="1361"/>
                      <a:pt x="483" y="1372"/>
                    </a:cubicBezTo>
                    <a:cubicBezTo>
                      <a:pt x="483" y="1372"/>
                      <a:pt x="483" y="1372"/>
                      <a:pt x="473" y="1372"/>
                    </a:cubicBezTo>
                    <a:lnTo>
                      <a:pt x="473" y="1372"/>
                    </a:lnTo>
                    <a:cubicBezTo>
                      <a:pt x="473" y="1372"/>
                      <a:pt x="473" y="1372"/>
                      <a:pt x="464" y="1372"/>
                    </a:cubicBezTo>
                    <a:cubicBezTo>
                      <a:pt x="454" y="1372"/>
                      <a:pt x="444" y="1372"/>
                      <a:pt x="434" y="1372"/>
                    </a:cubicBezTo>
                    <a:lnTo>
                      <a:pt x="434" y="1372"/>
                    </a:lnTo>
                    <a:cubicBezTo>
                      <a:pt x="414" y="1372"/>
                      <a:pt x="404" y="1372"/>
                      <a:pt x="404" y="1372"/>
                    </a:cubicBezTo>
                    <a:cubicBezTo>
                      <a:pt x="395" y="1372"/>
                      <a:pt x="385" y="1372"/>
                      <a:pt x="385" y="1372"/>
                    </a:cubicBezTo>
                    <a:cubicBezTo>
                      <a:pt x="385" y="1372"/>
                      <a:pt x="375" y="1361"/>
                      <a:pt x="375" y="1352"/>
                    </a:cubicBezTo>
                    <a:cubicBezTo>
                      <a:pt x="375" y="1342"/>
                      <a:pt x="375" y="1322"/>
                      <a:pt x="375" y="1302"/>
                    </a:cubicBezTo>
                    <a:cubicBezTo>
                      <a:pt x="375" y="1293"/>
                      <a:pt x="375" y="1282"/>
                      <a:pt x="375" y="1273"/>
                    </a:cubicBezTo>
                    <a:cubicBezTo>
                      <a:pt x="375" y="1253"/>
                      <a:pt x="375" y="1233"/>
                      <a:pt x="375" y="1214"/>
                    </a:cubicBezTo>
                    <a:cubicBezTo>
                      <a:pt x="375" y="1194"/>
                      <a:pt x="375" y="1164"/>
                      <a:pt x="375" y="1144"/>
                    </a:cubicBezTo>
                    <a:cubicBezTo>
                      <a:pt x="375" y="1125"/>
                      <a:pt x="375" y="1115"/>
                      <a:pt x="375" y="1105"/>
                    </a:cubicBezTo>
                    <a:cubicBezTo>
                      <a:pt x="375" y="1075"/>
                      <a:pt x="375" y="1046"/>
                      <a:pt x="375" y="1026"/>
                    </a:cubicBezTo>
                    <a:cubicBezTo>
                      <a:pt x="365" y="1006"/>
                      <a:pt x="365" y="1006"/>
                      <a:pt x="365" y="996"/>
                    </a:cubicBezTo>
                    <a:cubicBezTo>
                      <a:pt x="375" y="987"/>
                      <a:pt x="375" y="977"/>
                      <a:pt x="375" y="957"/>
                    </a:cubicBezTo>
                    <a:cubicBezTo>
                      <a:pt x="365" y="957"/>
                      <a:pt x="365" y="947"/>
                      <a:pt x="365" y="937"/>
                    </a:cubicBezTo>
                    <a:cubicBezTo>
                      <a:pt x="355" y="917"/>
                      <a:pt x="355" y="908"/>
                      <a:pt x="355" y="908"/>
                    </a:cubicBezTo>
                    <a:lnTo>
                      <a:pt x="355" y="908"/>
                    </a:lnTo>
                    <a:cubicBezTo>
                      <a:pt x="335" y="809"/>
                      <a:pt x="335" y="809"/>
                      <a:pt x="335" y="809"/>
                    </a:cubicBezTo>
                    <a:cubicBezTo>
                      <a:pt x="335" y="779"/>
                      <a:pt x="335" y="769"/>
                      <a:pt x="325" y="750"/>
                    </a:cubicBezTo>
                    <a:cubicBezTo>
                      <a:pt x="325" y="740"/>
                      <a:pt x="325" y="730"/>
                      <a:pt x="325" y="710"/>
                    </a:cubicBezTo>
                    <a:cubicBezTo>
                      <a:pt x="325" y="700"/>
                      <a:pt x="325" y="690"/>
                      <a:pt x="325" y="681"/>
                    </a:cubicBezTo>
                    <a:cubicBezTo>
                      <a:pt x="325" y="671"/>
                      <a:pt x="325" y="661"/>
                      <a:pt x="325" y="641"/>
                    </a:cubicBezTo>
                    <a:cubicBezTo>
                      <a:pt x="325" y="621"/>
                      <a:pt x="335" y="602"/>
                      <a:pt x="335" y="572"/>
                    </a:cubicBezTo>
                    <a:cubicBezTo>
                      <a:pt x="335" y="532"/>
                      <a:pt x="335" y="493"/>
                      <a:pt x="345" y="473"/>
                    </a:cubicBezTo>
                    <a:cubicBezTo>
                      <a:pt x="355" y="434"/>
                      <a:pt x="365" y="414"/>
                      <a:pt x="375" y="385"/>
                    </a:cubicBezTo>
                    <a:cubicBezTo>
                      <a:pt x="385" y="365"/>
                      <a:pt x="385" y="345"/>
                      <a:pt x="395" y="335"/>
                    </a:cubicBezTo>
                    <a:cubicBezTo>
                      <a:pt x="404" y="306"/>
                      <a:pt x="424" y="276"/>
                      <a:pt x="444" y="256"/>
                    </a:cubicBezTo>
                    <a:cubicBezTo>
                      <a:pt x="454" y="246"/>
                      <a:pt x="464" y="227"/>
                      <a:pt x="473" y="217"/>
                    </a:cubicBezTo>
                    <a:cubicBezTo>
                      <a:pt x="493" y="197"/>
                      <a:pt x="503" y="187"/>
                      <a:pt x="513" y="167"/>
                    </a:cubicBezTo>
                    <a:cubicBezTo>
                      <a:pt x="523" y="167"/>
                      <a:pt x="533" y="158"/>
                      <a:pt x="543" y="158"/>
                    </a:cubicBezTo>
                    <a:cubicBezTo>
                      <a:pt x="582" y="148"/>
                      <a:pt x="622" y="138"/>
                      <a:pt x="651" y="138"/>
                    </a:cubicBezTo>
                    <a:cubicBezTo>
                      <a:pt x="651" y="128"/>
                      <a:pt x="651" y="128"/>
                      <a:pt x="651" y="128"/>
                    </a:cubicBezTo>
                    <a:cubicBezTo>
                      <a:pt x="661" y="138"/>
                      <a:pt x="661" y="138"/>
                      <a:pt x="661" y="138"/>
                    </a:cubicBezTo>
                    <a:cubicBezTo>
                      <a:pt x="671" y="138"/>
                      <a:pt x="690" y="128"/>
                      <a:pt x="710" y="128"/>
                    </a:cubicBezTo>
                    <a:cubicBezTo>
                      <a:pt x="720" y="128"/>
                      <a:pt x="730" y="128"/>
                      <a:pt x="730" y="128"/>
                    </a:cubicBezTo>
                    <a:cubicBezTo>
                      <a:pt x="740" y="118"/>
                      <a:pt x="750" y="118"/>
                      <a:pt x="760" y="118"/>
                    </a:cubicBezTo>
                    <a:cubicBezTo>
                      <a:pt x="769" y="118"/>
                      <a:pt x="769" y="118"/>
                      <a:pt x="780" y="118"/>
                    </a:cubicBezTo>
                    <a:cubicBezTo>
                      <a:pt x="809" y="118"/>
                      <a:pt x="839" y="128"/>
                      <a:pt x="878" y="138"/>
                    </a:cubicBezTo>
                    <a:cubicBezTo>
                      <a:pt x="878" y="138"/>
                      <a:pt x="888" y="148"/>
                      <a:pt x="898" y="148"/>
                    </a:cubicBezTo>
                    <a:cubicBezTo>
                      <a:pt x="977" y="167"/>
                      <a:pt x="1056" y="187"/>
                      <a:pt x="1135" y="197"/>
                    </a:cubicBezTo>
                    <a:cubicBezTo>
                      <a:pt x="1154" y="197"/>
                      <a:pt x="1174" y="197"/>
                      <a:pt x="1194" y="207"/>
                    </a:cubicBezTo>
                    <a:cubicBezTo>
                      <a:pt x="1214" y="207"/>
                      <a:pt x="1233" y="207"/>
                      <a:pt x="1253" y="217"/>
                    </a:cubicBezTo>
                    <a:cubicBezTo>
                      <a:pt x="1263" y="217"/>
                      <a:pt x="1273" y="217"/>
                      <a:pt x="1293" y="217"/>
                    </a:cubicBezTo>
                    <a:cubicBezTo>
                      <a:pt x="1303" y="217"/>
                      <a:pt x="1303" y="217"/>
                      <a:pt x="1312" y="217"/>
                    </a:cubicBezTo>
                    <a:lnTo>
                      <a:pt x="1312" y="217"/>
                    </a:lnTo>
                    <a:cubicBezTo>
                      <a:pt x="1322" y="217"/>
                      <a:pt x="1322" y="217"/>
                      <a:pt x="1322" y="217"/>
                    </a:cubicBezTo>
                    <a:cubicBezTo>
                      <a:pt x="1293" y="276"/>
                      <a:pt x="1293" y="335"/>
                      <a:pt x="1312" y="404"/>
                    </a:cubicBezTo>
                    <a:cubicBezTo>
                      <a:pt x="1312" y="434"/>
                      <a:pt x="1332" y="464"/>
                      <a:pt x="1362" y="473"/>
                    </a:cubicBezTo>
                    <a:cubicBezTo>
                      <a:pt x="1381" y="483"/>
                      <a:pt x="1391" y="493"/>
                      <a:pt x="1401" y="493"/>
                    </a:cubicBezTo>
                    <a:cubicBezTo>
                      <a:pt x="1401" y="503"/>
                      <a:pt x="1401" y="503"/>
                      <a:pt x="1401" y="503"/>
                    </a:cubicBezTo>
                    <a:cubicBezTo>
                      <a:pt x="1431" y="513"/>
                      <a:pt x="1451" y="532"/>
                      <a:pt x="1480" y="542"/>
                    </a:cubicBezTo>
                    <a:cubicBezTo>
                      <a:pt x="1490" y="552"/>
                      <a:pt x="1510" y="552"/>
                      <a:pt x="1520" y="552"/>
                    </a:cubicBezTo>
                    <a:cubicBezTo>
                      <a:pt x="1530" y="552"/>
                      <a:pt x="1530" y="552"/>
                      <a:pt x="1530" y="552"/>
                    </a:cubicBezTo>
                    <a:cubicBezTo>
                      <a:pt x="1549" y="552"/>
                      <a:pt x="1569" y="562"/>
                      <a:pt x="1589" y="562"/>
                    </a:cubicBezTo>
                    <a:cubicBezTo>
                      <a:pt x="1598" y="562"/>
                      <a:pt x="1598" y="562"/>
                      <a:pt x="1598" y="562"/>
                    </a:cubicBezTo>
                    <a:cubicBezTo>
                      <a:pt x="1609" y="562"/>
                      <a:pt x="1628" y="562"/>
                      <a:pt x="1638" y="562"/>
                    </a:cubicBezTo>
                    <a:cubicBezTo>
                      <a:pt x="1658" y="562"/>
                      <a:pt x="1677" y="562"/>
                      <a:pt x="1688" y="542"/>
                    </a:cubicBezTo>
                    <a:cubicBezTo>
                      <a:pt x="1697" y="532"/>
                      <a:pt x="1697" y="523"/>
                      <a:pt x="1707" y="503"/>
                    </a:cubicBezTo>
                    <a:cubicBezTo>
                      <a:pt x="1707" y="483"/>
                      <a:pt x="1707" y="483"/>
                      <a:pt x="1707" y="483"/>
                    </a:cubicBezTo>
                    <a:cubicBezTo>
                      <a:pt x="1688" y="473"/>
                      <a:pt x="1688" y="473"/>
                      <a:pt x="1688" y="473"/>
                    </a:cubicBezTo>
                    <a:cubicBezTo>
                      <a:pt x="1688" y="473"/>
                      <a:pt x="1688" y="464"/>
                      <a:pt x="1677" y="464"/>
                    </a:cubicBezTo>
                    <a:cubicBezTo>
                      <a:pt x="1668" y="464"/>
                      <a:pt x="1658" y="453"/>
                      <a:pt x="1638" y="453"/>
                    </a:cubicBezTo>
                    <a:cubicBezTo>
                      <a:pt x="1628" y="453"/>
                      <a:pt x="1609" y="453"/>
                      <a:pt x="1598" y="444"/>
                    </a:cubicBezTo>
                    <a:cubicBezTo>
                      <a:pt x="1579" y="444"/>
                      <a:pt x="1559" y="444"/>
                      <a:pt x="1549" y="444"/>
                    </a:cubicBezTo>
                    <a:cubicBezTo>
                      <a:pt x="1500" y="424"/>
                      <a:pt x="1460" y="404"/>
                      <a:pt x="1441" y="374"/>
                    </a:cubicBezTo>
                    <a:lnTo>
                      <a:pt x="1441" y="365"/>
                    </a:lnTo>
                    <a:cubicBezTo>
                      <a:pt x="1441" y="355"/>
                      <a:pt x="1441" y="355"/>
                      <a:pt x="1441" y="345"/>
                    </a:cubicBezTo>
                    <a:cubicBezTo>
                      <a:pt x="1431" y="306"/>
                      <a:pt x="1431" y="276"/>
                      <a:pt x="1451" y="236"/>
                    </a:cubicBezTo>
                    <a:cubicBezTo>
                      <a:pt x="1460" y="207"/>
                      <a:pt x="1480" y="177"/>
                      <a:pt x="1520" y="148"/>
                    </a:cubicBezTo>
                    <a:cubicBezTo>
                      <a:pt x="1520" y="148"/>
                      <a:pt x="1520" y="148"/>
                      <a:pt x="1520" y="138"/>
                    </a:cubicBezTo>
                    <a:cubicBezTo>
                      <a:pt x="1530" y="138"/>
                      <a:pt x="1530" y="138"/>
                      <a:pt x="1530" y="138"/>
                    </a:cubicBezTo>
                    <a:cubicBezTo>
                      <a:pt x="1549" y="118"/>
                      <a:pt x="1579" y="108"/>
                      <a:pt x="1598" y="108"/>
                    </a:cubicBezTo>
                    <a:cubicBezTo>
                      <a:pt x="1618" y="108"/>
                      <a:pt x="1638" y="128"/>
                      <a:pt x="1658" y="148"/>
                    </a:cubicBezTo>
                    <a:cubicBezTo>
                      <a:pt x="1688" y="177"/>
                      <a:pt x="1717" y="187"/>
                      <a:pt x="1756" y="177"/>
                    </a:cubicBezTo>
                    <a:cubicBezTo>
                      <a:pt x="1786" y="167"/>
                      <a:pt x="1826" y="167"/>
                      <a:pt x="1855" y="177"/>
                    </a:cubicBezTo>
                    <a:cubicBezTo>
                      <a:pt x="1865" y="177"/>
                      <a:pt x="1865" y="177"/>
                      <a:pt x="1865" y="177"/>
                    </a:cubicBezTo>
                    <a:cubicBezTo>
                      <a:pt x="1865" y="187"/>
                      <a:pt x="1875" y="187"/>
                      <a:pt x="1875" y="187"/>
                    </a:cubicBezTo>
                    <a:cubicBezTo>
                      <a:pt x="1904" y="217"/>
                      <a:pt x="1934" y="246"/>
                      <a:pt x="1954" y="286"/>
                    </a:cubicBezTo>
                    <a:cubicBezTo>
                      <a:pt x="1954" y="296"/>
                      <a:pt x="1954" y="315"/>
                      <a:pt x="1954" y="335"/>
                    </a:cubicBezTo>
                    <a:cubicBezTo>
                      <a:pt x="1954" y="335"/>
                      <a:pt x="1964" y="345"/>
                      <a:pt x="1964" y="355"/>
                    </a:cubicBezTo>
                    <a:cubicBezTo>
                      <a:pt x="1964" y="365"/>
                      <a:pt x="1964" y="365"/>
                      <a:pt x="1964" y="374"/>
                    </a:cubicBezTo>
                    <a:cubicBezTo>
                      <a:pt x="1964" y="404"/>
                      <a:pt x="1974" y="424"/>
                      <a:pt x="1974" y="444"/>
                    </a:cubicBezTo>
                    <a:cubicBezTo>
                      <a:pt x="1974" y="464"/>
                      <a:pt x="1974" y="473"/>
                      <a:pt x="1964" y="493"/>
                    </a:cubicBezTo>
                    <a:cubicBezTo>
                      <a:pt x="1964" y="503"/>
                      <a:pt x="1964" y="503"/>
                      <a:pt x="1964" y="513"/>
                    </a:cubicBezTo>
                    <a:cubicBezTo>
                      <a:pt x="1964" y="523"/>
                      <a:pt x="1964" y="532"/>
                      <a:pt x="1954" y="542"/>
                    </a:cubicBezTo>
                    <a:cubicBezTo>
                      <a:pt x="1954" y="572"/>
                      <a:pt x="1954" y="592"/>
                      <a:pt x="1954" y="621"/>
                    </a:cubicBezTo>
                    <a:cubicBezTo>
                      <a:pt x="1944" y="681"/>
                      <a:pt x="1954" y="750"/>
                      <a:pt x="2013" y="799"/>
                    </a:cubicBezTo>
                    <a:cubicBezTo>
                      <a:pt x="2023" y="819"/>
                      <a:pt x="2053" y="819"/>
                      <a:pt x="2072" y="829"/>
                    </a:cubicBezTo>
                    <a:cubicBezTo>
                      <a:pt x="2092" y="838"/>
                      <a:pt x="2112" y="838"/>
                      <a:pt x="2122" y="848"/>
                    </a:cubicBezTo>
                    <a:cubicBezTo>
                      <a:pt x="2132" y="858"/>
                      <a:pt x="2151" y="858"/>
                      <a:pt x="2161" y="848"/>
                    </a:cubicBezTo>
                    <a:lnTo>
                      <a:pt x="2171" y="848"/>
                    </a:lnTo>
                    <a:cubicBezTo>
                      <a:pt x="2161" y="848"/>
                      <a:pt x="2161" y="848"/>
                      <a:pt x="2161" y="858"/>
                    </a:cubicBezTo>
                    <a:cubicBezTo>
                      <a:pt x="2122" y="888"/>
                      <a:pt x="2092" y="898"/>
                      <a:pt x="2053" y="888"/>
                    </a:cubicBezTo>
                    <a:cubicBezTo>
                      <a:pt x="2043" y="888"/>
                      <a:pt x="2033" y="878"/>
                      <a:pt x="2033" y="878"/>
                    </a:cubicBezTo>
                    <a:cubicBezTo>
                      <a:pt x="2013" y="878"/>
                      <a:pt x="2003" y="878"/>
                      <a:pt x="1993" y="868"/>
                    </a:cubicBezTo>
                    <a:cubicBezTo>
                      <a:pt x="1954" y="838"/>
                      <a:pt x="1914" y="809"/>
                      <a:pt x="1904" y="769"/>
                    </a:cubicBezTo>
                    <a:cubicBezTo>
                      <a:pt x="1904" y="750"/>
                      <a:pt x="1895" y="730"/>
                      <a:pt x="1895" y="710"/>
                    </a:cubicBezTo>
                    <a:cubicBezTo>
                      <a:pt x="1885" y="700"/>
                      <a:pt x="1885" y="681"/>
                      <a:pt x="1875" y="671"/>
                    </a:cubicBezTo>
                    <a:cubicBezTo>
                      <a:pt x="1875" y="641"/>
                      <a:pt x="1835" y="611"/>
                      <a:pt x="1806" y="611"/>
                    </a:cubicBezTo>
                    <a:cubicBezTo>
                      <a:pt x="1796" y="611"/>
                      <a:pt x="1786" y="611"/>
                      <a:pt x="1786" y="611"/>
                    </a:cubicBezTo>
                    <a:cubicBezTo>
                      <a:pt x="1756" y="611"/>
                      <a:pt x="1727" y="611"/>
                      <a:pt x="1707" y="621"/>
                    </a:cubicBezTo>
                    <a:cubicBezTo>
                      <a:pt x="1697" y="621"/>
                      <a:pt x="1677" y="631"/>
                      <a:pt x="1668" y="631"/>
                    </a:cubicBezTo>
                    <a:cubicBezTo>
                      <a:pt x="1638" y="631"/>
                      <a:pt x="1618" y="641"/>
                      <a:pt x="1598" y="651"/>
                    </a:cubicBezTo>
                    <a:cubicBezTo>
                      <a:pt x="1589" y="651"/>
                      <a:pt x="1589" y="651"/>
                      <a:pt x="1589" y="651"/>
                    </a:cubicBezTo>
                    <a:cubicBezTo>
                      <a:pt x="1579" y="651"/>
                      <a:pt x="1579" y="661"/>
                      <a:pt x="1579" y="661"/>
                    </a:cubicBezTo>
                    <a:lnTo>
                      <a:pt x="1579" y="661"/>
                    </a:lnTo>
                    <a:cubicBezTo>
                      <a:pt x="1539" y="690"/>
                      <a:pt x="1539" y="720"/>
                      <a:pt x="1539" y="75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51" name="Freeform 118"/>
              <p:cNvSpPr>
                <a:spLocks noChangeArrowheads="1"/>
              </p:cNvSpPr>
              <p:nvPr/>
            </p:nvSpPr>
            <p:spPr bwMode="auto">
              <a:xfrm>
                <a:off x="2613025" y="2332038"/>
                <a:ext cx="31750" cy="25400"/>
              </a:xfrm>
              <a:custGeom>
                <a:avLst/>
                <a:gdLst>
                  <a:gd name="T0" fmla="*/ 40 w 90"/>
                  <a:gd name="T1" fmla="*/ 50 h 71"/>
                  <a:gd name="T2" fmla="*/ 40 w 90"/>
                  <a:gd name="T3" fmla="*/ 50 h 71"/>
                  <a:gd name="T4" fmla="*/ 60 w 90"/>
                  <a:gd name="T5" fmla="*/ 70 h 71"/>
                  <a:gd name="T6" fmla="*/ 79 w 90"/>
                  <a:gd name="T7" fmla="*/ 59 h 71"/>
                  <a:gd name="T8" fmla="*/ 89 w 90"/>
                  <a:gd name="T9" fmla="*/ 40 h 71"/>
                  <a:gd name="T10" fmla="*/ 89 w 90"/>
                  <a:gd name="T11" fmla="*/ 20 h 71"/>
                  <a:gd name="T12" fmla="*/ 60 w 90"/>
                  <a:gd name="T13" fmla="*/ 0 h 71"/>
                  <a:gd name="T14" fmla="*/ 20 w 90"/>
                  <a:gd name="T15" fmla="*/ 20 h 71"/>
                  <a:gd name="T16" fmla="*/ 0 w 90"/>
                  <a:gd name="T17" fmla="*/ 40 h 71"/>
                  <a:gd name="T18" fmla="*/ 30 w 90"/>
                  <a:gd name="T19" fmla="*/ 40 h 71"/>
                  <a:gd name="T20" fmla="*/ 40 w 90"/>
                  <a:gd name="T21" fmla="*/ 5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71">
                    <a:moveTo>
                      <a:pt x="40" y="50"/>
                    </a:moveTo>
                    <a:lnTo>
                      <a:pt x="40" y="50"/>
                    </a:lnTo>
                    <a:cubicBezTo>
                      <a:pt x="40" y="59"/>
                      <a:pt x="50" y="70"/>
                      <a:pt x="60" y="70"/>
                    </a:cubicBezTo>
                    <a:cubicBezTo>
                      <a:pt x="70" y="70"/>
                      <a:pt x="70" y="70"/>
                      <a:pt x="79" y="59"/>
                    </a:cubicBezTo>
                    <a:cubicBezTo>
                      <a:pt x="79" y="59"/>
                      <a:pt x="89" y="50"/>
                      <a:pt x="89" y="40"/>
                    </a:cubicBezTo>
                    <a:cubicBezTo>
                      <a:pt x="89" y="30"/>
                      <a:pt x="89" y="20"/>
                      <a:pt x="89" y="20"/>
                    </a:cubicBezTo>
                    <a:cubicBezTo>
                      <a:pt x="79" y="10"/>
                      <a:pt x="70" y="0"/>
                      <a:pt x="60" y="0"/>
                    </a:cubicBezTo>
                    <a:cubicBezTo>
                      <a:pt x="50" y="0"/>
                      <a:pt x="40" y="10"/>
                      <a:pt x="20" y="2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30" y="40"/>
                      <a:pt x="30" y="40"/>
                      <a:pt x="30" y="40"/>
                    </a:cubicBezTo>
                    <a:cubicBezTo>
                      <a:pt x="30" y="50"/>
                      <a:pt x="30" y="50"/>
                      <a:pt x="40" y="50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</p:grpSp>
        <p:sp>
          <p:nvSpPr>
            <p:cNvPr id="52" name="Rectangle 52"/>
            <p:cNvSpPr>
              <a:spLocks noChangeArrowheads="1"/>
            </p:cNvSpPr>
            <p:nvPr/>
          </p:nvSpPr>
          <p:spPr bwMode="auto">
            <a:xfrm>
              <a:off x="4929859" y="1984514"/>
              <a:ext cx="391742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 dirty="0" smtClean="0">
                  <a:latin typeface="Trebuchet MS" charset="0"/>
                </a:rPr>
                <a:t>SIZE</a:t>
              </a:r>
              <a:endParaRPr lang="en-US" sz="1400" dirty="0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189222" y="1867719"/>
            <a:ext cx="700771" cy="669315"/>
            <a:chOff x="5969853" y="1569108"/>
            <a:chExt cx="700771" cy="669315"/>
          </a:xfrm>
        </p:grpSpPr>
        <p:sp>
          <p:nvSpPr>
            <p:cNvPr id="54" name="Freeform 139"/>
            <p:cNvSpPr>
              <a:spLocks noChangeArrowheads="1"/>
            </p:cNvSpPr>
            <p:nvPr/>
          </p:nvSpPr>
          <p:spPr bwMode="auto">
            <a:xfrm>
              <a:off x="5969853" y="1569108"/>
              <a:ext cx="700771" cy="385304"/>
            </a:xfrm>
            <a:custGeom>
              <a:avLst/>
              <a:gdLst>
                <a:gd name="T0" fmla="*/ 2147483646 w 2448"/>
                <a:gd name="T1" fmla="*/ 2147483646 h 1343"/>
                <a:gd name="T2" fmla="*/ 2147483646 w 2448"/>
                <a:gd name="T3" fmla="*/ 2147483646 h 1343"/>
                <a:gd name="T4" fmla="*/ 2147483646 w 2448"/>
                <a:gd name="T5" fmla="*/ 2147483646 h 1343"/>
                <a:gd name="T6" fmla="*/ 2147483646 w 2448"/>
                <a:gd name="T7" fmla="*/ 2147483646 h 1343"/>
                <a:gd name="T8" fmla="*/ 2147483646 w 2448"/>
                <a:gd name="T9" fmla="*/ 2147483646 h 1343"/>
                <a:gd name="T10" fmla="*/ 2147483646 w 2448"/>
                <a:gd name="T11" fmla="*/ 2147483646 h 1343"/>
                <a:gd name="T12" fmla="*/ 2147483646 w 2448"/>
                <a:gd name="T13" fmla="*/ 2147483646 h 1343"/>
                <a:gd name="T14" fmla="*/ 2147483646 w 2448"/>
                <a:gd name="T15" fmla="*/ 2147483646 h 1343"/>
                <a:gd name="T16" fmla="*/ 2147483646 w 2448"/>
                <a:gd name="T17" fmla="*/ 2147483646 h 1343"/>
                <a:gd name="T18" fmla="*/ 2147483646 w 2448"/>
                <a:gd name="T19" fmla="*/ 2147483646 h 1343"/>
                <a:gd name="T20" fmla="*/ 2147483646 w 2448"/>
                <a:gd name="T21" fmla="*/ 2147483646 h 1343"/>
                <a:gd name="T22" fmla="*/ 2147483646 w 2448"/>
                <a:gd name="T23" fmla="*/ 2147483646 h 1343"/>
                <a:gd name="T24" fmla="*/ 2147483646 w 2448"/>
                <a:gd name="T25" fmla="*/ 2147483646 h 1343"/>
                <a:gd name="T26" fmla="*/ 2147483646 w 2448"/>
                <a:gd name="T27" fmla="*/ 2147483646 h 1343"/>
                <a:gd name="T28" fmla="*/ 2147483646 w 2448"/>
                <a:gd name="T29" fmla="*/ 2147483646 h 1343"/>
                <a:gd name="T30" fmla="*/ 2147483646 w 2448"/>
                <a:gd name="T31" fmla="*/ 2147483646 h 1343"/>
                <a:gd name="T32" fmla="*/ 2147483646 w 2448"/>
                <a:gd name="T33" fmla="*/ 2147483646 h 1343"/>
                <a:gd name="T34" fmla="*/ 2147483646 w 2448"/>
                <a:gd name="T35" fmla="*/ 2147483646 h 1343"/>
                <a:gd name="T36" fmla="*/ 2147483646 w 2448"/>
                <a:gd name="T37" fmla="*/ 2147483646 h 1343"/>
                <a:gd name="T38" fmla="*/ 2147483646 w 2448"/>
                <a:gd name="T39" fmla="*/ 2147483646 h 1343"/>
                <a:gd name="T40" fmla="*/ 2147483646 w 2448"/>
                <a:gd name="T41" fmla="*/ 2147483646 h 1343"/>
                <a:gd name="T42" fmla="*/ 2147483646 w 2448"/>
                <a:gd name="T43" fmla="*/ 2147483646 h 1343"/>
                <a:gd name="T44" fmla="*/ 2147483646 w 2448"/>
                <a:gd name="T45" fmla="*/ 2147483646 h 1343"/>
                <a:gd name="T46" fmla="*/ 2147483646 w 2448"/>
                <a:gd name="T47" fmla="*/ 2147483646 h 1343"/>
                <a:gd name="T48" fmla="*/ 2147483646 w 2448"/>
                <a:gd name="T49" fmla="*/ 2147483646 h 1343"/>
                <a:gd name="T50" fmla="*/ 2147483646 w 2448"/>
                <a:gd name="T51" fmla="*/ 2147483646 h 1343"/>
                <a:gd name="T52" fmla="*/ 2147483646 w 2448"/>
                <a:gd name="T53" fmla="*/ 2147483646 h 1343"/>
                <a:gd name="T54" fmla="*/ 2147483646 w 2448"/>
                <a:gd name="T55" fmla="*/ 2147483646 h 1343"/>
                <a:gd name="T56" fmla="*/ 2147483646 w 2448"/>
                <a:gd name="T57" fmla="*/ 2147483646 h 1343"/>
                <a:gd name="T58" fmla="*/ 2147483646 w 2448"/>
                <a:gd name="T59" fmla="*/ 2147483646 h 1343"/>
                <a:gd name="T60" fmla="*/ 2147483646 w 2448"/>
                <a:gd name="T61" fmla="*/ 2147483646 h 1343"/>
                <a:gd name="T62" fmla="*/ 2147483646 w 2448"/>
                <a:gd name="T63" fmla="*/ 2147483646 h 1343"/>
                <a:gd name="T64" fmla="*/ 2147483646 w 2448"/>
                <a:gd name="T65" fmla="*/ 2147483646 h 1343"/>
                <a:gd name="T66" fmla="*/ 2147483646 w 2448"/>
                <a:gd name="T67" fmla="*/ 2147483646 h 1343"/>
                <a:gd name="T68" fmla="*/ 2147483646 w 2448"/>
                <a:gd name="T69" fmla="*/ 2147483646 h 1343"/>
                <a:gd name="T70" fmla="*/ 2147483646 w 2448"/>
                <a:gd name="T71" fmla="*/ 2147483646 h 1343"/>
                <a:gd name="T72" fmla="*/ 2147483646 w 2448"/>
                <a:gd name="T73" fmla="*/ 2147483646 h 1343"/>
                <a:gd name="T74" fmla="*/ 2147483646 w 2448"/>
                <a:gd name="T75" fmla="*/ 2147483646 h 1343"/>
                <a:gd name="T76" fmla="*/ 2147483646 w 2448"/>
                <a:gd name="T77" fmla="*/ 2147483646 h 1343"/>
                <a:gd name="T78" fmla="*/ 2147483646 w 2448"/>
                <a:gd name="T79" fmla="*/ 0 h 1343"/>
                <a:gd name="T80" fmla="*/ 2147483646 w 2448"/>
                <a:gd name="T81" fmla="*/ 0 h 1343"/>
                <a:gd name="T82" fmla="*/ 2147483646 w 2448"/>
                <a:gd name="T83" fmla="*/ 2147483646 h 1343"/>
                <a:gd name="T84" fmla="*/ 2147483646 w 2448"/>
                <a:gd name="T85" fmla="*/ 2147483646 h 1343"/>
                <a:gd name="T86" fmla="*/ 2147483646 w 2448"/>
                <a:gd name="T87" fmla="*/ 2147483646 h 1343"/>
                <a:gd name="T88" fmla="*/ 2147483646 w 2448"/>
                <a:gd name="T89" fmla="*/ 2147483646 h 1343"/>
                <a:gd name="T90" fmla="*/ 2147483646 w 2448"/>
                <a:gd name="T91" fmla="*/ 2147483646 h 1343"/>
                <a:gd name="T92" fmla="*/ 2147483646 w 2448"/>
                <a:gd name="T93" fmla="*/ 2147483646 h 1343"/>
                <a:gd name="T94" fmla="*/ 2147483646 w 2448"/>
                <a:gd name="T95" fmla="*/ 2147483646 h 1343"/>
                <a:gd name="T96" fmla="*/ 2147483646 w 2448"/>
                <a:gd name="T97" fmla="*/ 2147483646 h 1343"/>
                <a:gd name="T98" fmla="*/ 2147483646 w 2448"/>
                <a:gd name="T99" fmla="*/ 2147483646 h 1343"/>
                <a:gd name="T100" fmla="*/ 2147483646 w 2448"/>
                <a:gd name="T101" fmla="*/ 2147483646 h 1343"/>
                <a:gd name="T102" fmla="*/ 2147483646 w 2448"/>
                <a:gd name="T103" fmla="*/ 2147483646 h 1343"/>
                <a:gd name="T104" fmla="*/ 0 w 2448"/>
                <a:gd name="T105" fmla="*/ 2147483646 h 1343"/>
                <a:gd name="T106" fmla="*/ 2147483646 w 2448"/>
                <a:gd name="T107" fmla="*/ 2147483646 h 1343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48" h="1343">
                  <a:moveTo>
                    <a:pt x="2447" y="1342"/>
                  </a:moveTo>
                  <a:lnTo>
                    <a:pt x="2447" y="1342"/>
                  </a:lnTo>
                  <a:cubicBezTo>
                    <a:pt x="2438" y="1312"/>
                    <a:pt x="2428" y="1282"/>
                    <a:pt x="2408" y="1253"/>
                  </a:cubicBezTo>
                  <a:cubicBezTo>
                    <a:pt x="2398" y="1223"/>
                    <a:pt x="2378" y="1204"/>
                    <a:pt x="2368" y="1174"/>
                  </a:cubicBezTo>
                  <a:cubicBezTo>
                    <a:pt x="2349" y="1144"/>
                    <a:pt x="2349" y="1115"/>
                    <a:pt x="2339" y="1085"/>
                  </a:cubicBezTo>
                  <a:cubicBezTo>
                    <a:pt x="2319" y="1036"/>
                    <a:pt x="2270" y="976"/>
                    <a:pt x="2240" y="996"/>
                  </a:cubicBezTo>
                  <a:cubicBezTo>
                    <a:pt x="2230" y="1016"/>
                    <a:pt x="2201" y="1065"/>
                    <a:pt x="2191" y="1095"/>
                  </a:cubicBezTo>
                  <a:cubicBezTo>
                    <a:pt x="2181" y="1125"/>
                    <a:pt x="2161" y="1164"/>
                    <a:pt x="2141" y="1194"/>
                  </a:cubicBezTo>
                  <a:cubicBezTo>
                    <a:pt x="2132" y="1204"/>
                    <a:pt x="2132" y="1204"/>
                    <a:pt x="2132" y="1204"/>
                  </a:cubicBezTo>
                  <a:cubicBezTo>
                    <a:pt x="2102" y="1164"/>
                    <a:pt x="2053" y="1134"/>
                    <a:pt x="2023" y="1095"/>
                  </a:cubicBezTo>
                  <a:cubicBezTo>
                    <a:pt x="2003" y="1055"/>
                    <a:pt x="1983" y="1016"/>
                    <a:pt x="1954" y="1006"/>
                  </a:cubicBezTo>
                  <a:cubicBezTo>
                    <a:pt x="1924" y="1006"/>
                    <a:pt x="1895" y="1085"/>
                    <a:pt x="1885" y="1125"/>
                  </a:cubicBezTo>
                  <a:cubicBezTo>
                    <a:pt x="1865" y="1164"/>
                    <a:pt x="1845" y="1233"/>
                    <a:pt x="1806" y="1263"/>
                  </a:cubicBezTo>
                  <a:cubicBezTo>
                    <a:pt x="1806" y="1273"/>
                    <a:pt x="1806" y="1273"/>
                    <a:pt x="1806" y="1273"/>
                  </a:cubicBezTo>
                  <a:cubicBezTo>
                    <a:pt x="1737" y="1194"/>
                    <a:pt x="1668" y="1095"/>
                    <a:pt x="1628" y="1095"/>
                  </a:cubicBezTo>
                  <a:cubicBezTo>
                    <a:pt x="1579" y="1085"/>
                    <a:pt x="1490" y="1233"/>
                    <a:pt x="1431" y="1302"/>
                  </a:cubicBezTo>
                  <a:cubicBezTo>
                    <a:pt x="1411" y="1273"/>
                    <a:pt x="1391" y="1243"/>
                    <a:pt x="1372" y="1223"/>
                  </a:cubicBezTo>
                  <a:cubicBezTo>
                    <a:pt x="1332" y="1184"/>
                    <a:pt x="1312" y="1194"/>
                    <a:pt x="1273" y="1194"/>
                  </a:cubicBezTo>
                  <a:cubicBezTo>
                    <a:pt x="1214" y="1174"/>
                    <a:pt x="1214" y="1036"/>
                    <a:pt x="1214" y="996"/>
                  </a:cubicBezTo>
                  <a:cubicBezTo>
                    <a:pt x="1214" y="987"/>
                    <a:pt x="1214" y="987"/>
                    <a:pt x="1214" y="987"/>
                  </a:cubicBezTo>
                  <a:cubicBezTo>
                    <a:pt x="1233" y="987"/>
                    <a:pt x="1253" y="996"/>
                    <a:pt x="1263" y="996"/>
                  </a:cubicBezTo>
                  <a:cubicBezTo>
                    <a:pt x="1293" y="1006"/>
                    <a:pt x="1322" y="1006"/>
                    <a:pt x="1352" y="1016"/>
                  </a:cubicBezTo>
                  <a:cubicBezTo>
                    <a:pt x="1381" y="1016"/>
                    <a:pt x="1391" y="1036"/>
                    <a:pt x="1411" y="1046"/>
                  </a:cubicBezTo>
                  <a:cubicBezTo>
                    <a:pt x="1431" y="1046"/>
                    <a:pt x="1480" y="1026"/>
                    <a:pt x="1500" y="1016"/>
                  </a:cubicBezTo>
                  <a:cubicBezTo>
                    <a:pt x="1470" y="858"/>
                    <a:pt x="1470" y="858"/>
                    <a:pt x="1470" y="858"/>
                  </a:cubicBezTo>
                  <a:cubicBezTo>
                    <a:pt x="1520" y="878"/>
                    <a:pt x="1677" y="897"/>
                    <a:pt x="1697" y="878"/>
                  </a:cubicBezTo>
                  <a:cubicBezTo>
                    <a:pt x="1727" y="848"/>
                    <a:pt x="1697" y="769"/>
                    <a:pt x="1688" y="740"/>
                  </a:cubicBezTo>
                  <a:cubicBezTo>
                    <a:pt x="1668" y="700"/>
                    <a:pt x="1658" y="661"/>
                    <a:pt x="1638" y="621"/>
                  </a:cubicBezTo>
                  <a:cubicBezTo>
                    <a:pt x="1697" y="611"/>
                    <a:pt x="1747" y="631"/>
                    <a:pt x="1796" y="651"/>
                  </a:cubicBezTo>
                  <a:cubicBezTo>
                    <a:pt x="1855" y="661"/>
                    <a:pt x="1885" y="690"/>
                    <a:pt x="1944" y="661"/>
                  </a:cubicBezTo>
                  <a:cubicBezTo>
                    <a:pt x="1944" y="621"/>
                    <a:pt x="1944" y="582"/>
                    <a:pt x="1934" y="542"/>
                  </a:cubicBezTo>
                  <a:cubicBezTo>
                    <a:pt x="1914" y="513"/>
                    <a:pt x="1895" y="483"/>
                    <a:pt x="1875" y="444"/>
                  </a:cubicBezTo>
                  <a:cubicBezTo>
                    <a:pt x="1914" y="453"/>
                    <a:pt x="1954" y="453"/>
                    <a:pt x="1993" y="463"/>
                  </a:cubicBezTo>
                  <a:cubicBezTo>
                    <a:pt x="2043" y="483"/>
                    <a:pt x="2082" y="473"/>
                    <a:pt x="2132" y="463"/>
                  </a:cubicBezTo>
                  <a:cubicBezTo>
                    <a:pt x="2151" y="444"/>
                    <a:pt x="2092" y="374"/>
                    <a:pt x="2082" y="355"/>
                  </a:cubicBezTo>
                  <a:cubicBezTo>
                    <a:pt x="2062" y="325"/>
                    <a:pt x="2053" y="286"/>
                    <a:pt x="2043" y="246"/>
                  </a:cubicBezTo>
                  <a:cubicBezTo>
                    <a:pt x="2082" y="246"/>
                    <a:pt x="2132" y="256"/>
                    <a:pt x="2181" y="246"/>
                  </a:cubicBezTo>
                  <a:cubicBezTo>
                    <a:pt x="2211" y="246"/>
                    <a:pt x="2339" y="226"/>
                    <a:pt x="2280" y="177"/>
                  </a:cubicBezTo>
                  <a:cubicBezTo>
                    <a:pt x="2220" y="138"/>
                    <a:pt x="2161" y="118"/>
                    <a:pt x="2102" y="79"/>
                  </a:cubicBezTo>
                  <a:cubicBezTo>
                    <a:pt x="2062" y="49"/>
                    <a:pt x="2013" y="0"/>
                    <a:pt x="1954" y="0"/>
                  </a:cubicBezTo>
                  <a:cubicBezTo>
                    <a:pt x="1885" y="0"/>
                    <a:pt x="1835" y="39"/>
                    <a:pt x="1786" y="88"/>
                  </a:cubicBezTo>
                  <a:cubicBezTo>
                    <a:pt x="1717" y="138"/>
                    <a:pt x="1658" y="187"/>
                    <a:pt x="1598" y="246"/>
                  </a:cubicBezTo>
                  <a:cubicBezTo>
                    <a:pt x="1539" y="296"/>
                    <a:pt x="1480" y="355"/>
                    <a:pt x="1421" y="404"/>
                  </a:cubicBezTo>
                  <a:cubicBezTo>
                    <a:pt x="1352" y="453"/>
                    <a:pt x="1293" y="503"/>
                    <a:pt x="1224" y="552"/>
                  </a:cubicBezTo>
                  <a:cubicBezTo>
                    <a:pt x="1164" y="602"/>
                    <a:pt x="1095" y="651"/>
                    <a:pt x="1036" y="710"/>
                  </a:cubicBezTo>
                  <a:cubicBezTo>
                    <a:pt x="967" y="759"/>
                    <a:pt x="898" y="809"/>
                    <a:pt x="839" y="858"/>
                  </a:cubicBezTo>
                  <a:cubicBezTo>
                    <a:pt x="809" y="888"/>
                    <a:pt x="769" y="917"/>
                    <a:pt x="740" y="947"/>
                  </a:cubicBezTo>
                  <a:cubicBezTo>
                    <a:pt x="701" y="976"/>
                    <a:pt x="690" y="996"/>
                    <a:pt x="641" y="967"/>
                  </a:cubicBezTo>
                  <a:cubicBezTo>
                    <a:pt x="572" y="927"/>
                    <a:pt x="513" y="888"/>
                    <a:pt x="434" y="888"/>
                  </a:cubicBezTo>
                  <a:cubicBezTo>
                    <a:pt x="266" y="888"/>
                    <a:pt x="128" y="987"/>
                    <a:pt x="39" y="1115"/>
                  </a:cubicBezTo>
                  <a:cubicBezTo>
                    <a:pt x="39" y="1125"/>
                    <a:pt x="39" y="1134"/>
                    <a:pt x="29" y="1144"/>
                  </a:cubicBezTo>
                  <a:cubicBezTo>
                    <a:pt x="0" y="1223"/>
                    <a:pt x="0" y="1292"/>
                    <a:pt x="0" y="1332"/>
                  </a:cubicBezTo>
                  <a:lnTo>
                    <a:pt x="2447" y="1342"/>
                  </a:lnTo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6097625" y="2004983"/>
              <a:ext cx="444022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>
                  <a:latin typeface="Trebuchet MS" charset="0"/>
                </a:rPr>
                <a:t>FEAR</a:t>
              </a:r>
              <a:endParaRPr lang="en-US" sz="14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2940882" y="3016990"/>
            <a:ext cx="762901" cy="651380"/>
            <a:chOff x="1868825" y="2804362"/>
            <a:chExt cx="762901" cy="651380"/>
          </a:xfrm>
        </p:grpSpPr>
        <p:grpSp>
          <p:nvGrpSpPr>
            <p:cNvPr id="56" name="Group 55"/>
            <p:cNvGrpSpPr/>
            <p:nvPr/>
          </p:nvGrpSpPr>
          <p:grpSpPr>
            <a:xfrm>
              <a:off x="1868825" y="2804362"/>
              <a:ext cx="762901" cy="364549"/>
              <a:chOff x="4338638" y="581025"/>
              <a:chExt cx="760412" cy="401638"/>
            </a:xfrm>
            <a:solidFill>
              <a:srgbClr val="252616"/>
            </a:solidFill>
          </p:grpSpPr>
          <p:sp>
            <p:nvSpPr>
              <p:cNvPr id="57" name="Freeform 123"/>
              <p:cNvSpPr>
                <a:spLocks noChangeArrowheads="1"/>
              </p:cNvSpPr>
              <p:nvPr/>
            </p:nvSpPr>
            <p:spPr bwMode="auto">
              <a:xfrm>
                <a:off x="4338638" y="581025"/>
                <a:ext cx="760412" cy="401638"/>
              </a:xfrm>
              <a:custGeom>
                <a:avLst/>
                <a:gdLst>
                  <a:gd name="T0" fmla="*/ 2103 w 2113"/>
                  <a:gd name="T1" fmla="*/ 681 h 1116"/>
                  <a:gd name="T2" fmla="*/ 2043 w 2113"/>
                  <a:gd name="T3" fmla="*/ 454 h 1116"/>
                  <a:gd name="T4" fmla="*/ 1984 w 2113"/>
                  <a:gd name="T5" fmla="*/ 306 h 1116"/>
                  <a:gd name="T6" fmla="*/ 1619 w 2113"/>
                  <a:gd name="T7" fmla="*/ 39 h 1116"/>
                  <a:gd name="T8" fmla="*/ 1461 w 2113"/>
                  <a:gd name="T9" fmla="*/ 10 h 1116"/>
                  <a:gd name="T10" fmla="*/ 1135 w 2113"/>
                  <a:gd name="T11" fmla="*/ 30 h 1116"/>
                  <a:gd name="T12" fmla="*/ 928 w 2113"/>
                  <a:gd name="T13" fmla="*/ 79 h 1116"/>
                  <a:gd name="T14" fmla="*/ 573 w 2113"/>
                  <a:gd name="T15" fmla="*/ 168 h 1116"/>
                  <a:gd name="T16" fmla="*/ 198 w 2113"/>
                  <a:gd name="T17" fmla="*/ 385 h 1116"/>
                  <a:gd name="T18" fmla="*/ 129 w 2113"/>
                  <a:gd name="T19" fmla="*/ 592 h 1116"/>
                  <a:gd name="T20" fmla="*/ 138 w 2113"/>
                  <a:gd name="T21" fmla="*/ 888 h 1116"/>
                  <a:gd name="T22" fmla="*/ 20 w 2113"/>
                  <a:gd name="T23" fmla="*/ 1007 h 1116"/>
                  <a:gd name="T24" fmla="*/ 198 w 2113"/>
                  <a:gd name="T25" fmla="*/ 1066 h 1116"/>
                  <a:gd name="T26" fmla="*/ 701 w 2113"/>
                  <a:gd name="T27" fmla="*/ 1095 h 1116"/>
                  <a:gd name="T28" fmla="*/ 1145 w 2113"/>
                  <a:gd name="T29" fmla="*/ 1115 h 1116"/>
                  <a:gd name="T30" fmla="*/ 1550 w 2113"/>
                  <a:gd name="T31" fmla="*/ 1095 h 1116"/>
                  <a:gd name="T32" fmla="*/ 2014 w 2113"/>
                  <a:gd name="T33" fmla="*/ 1066 h 1116"/>
                  <a:gd name="T34" fmla="*/ 2053 w 2113"/>
                  <a:gd name="T35" fmla="*/ 1046 h 1116"/>
                  <a:gd name="T36" fmla="*/ 1994 w 2113"/>
                  <a:gd name="T37" fmla="*/ 957 h 1116"/>
                  <a:gd name="T38" fmla="*/ 2073 w 2113"/>
                  <a:gd name="T39" fmla="*/ 859 h 1116"/>
                  <a:gd name="T40" fmla="*/ 2103 w 2113"/>
                  <a:gd name="T41" fmla="*/ 681 h 1116"/>
                  <a:gd name="T42" fmla="*/ 642 w 2113"/>
                  <a:gd name="T43" fmla="*/ 908 h 1116"/>
                  <a:gd name="T44" fmla="*/ 523 w 2113"/>
                  <a:gd name="T45" fmla="*/ 888 h 1116"/>
                  <a:gd name="T46" fmla="*/ 287 w 2113"/>
                  <a:gd name="T47" fmla="*/ 789 h 1116"/>
                  <a:gd name="T48" fmla="*/ 237 w 2113"/>
                  <a:gd name="T49" fmla="*/ 484 h 1116"/>
                  <a:gd name="T50" fmla="*/ 672 w 2113"/>
                  <a:gd name="T51" fmla="*/ 237 h 1116"/>
                  <a:gd name="T52" fmla="*/ 889 w 2113"/>
                  <a:gd name="T53" fmla="*/ 187 h 1116"/>
                  <a:gd name="T54" fmla="*/ 1076 w 2113"/>
                  <a:gd name="T55" fmla="*/ 128 h 1116"/>
                  <a:gd name="T56" fmla="*/ 1362 w 2113"/>
                  <a:gd name="T57" fmla="*/ 109 h 1116"/>
                  <a:gd name="T58" fmla="*/ 1599 w 2113"/>
                  <a:gd name="T59" fmla="*/ 128 h 1116"/>
                  <a:gd name="T60" fmla="*/ 1777 w 2113"/>
                  <a:gd name="T61" fmla="*/ 217 h 1116"/>
                  <a:gd name="T62" fmla="*/ 1994 w 2113"/>
                  <a:gd name="T63" fmla="*/ 543 h 1116"/>
                  <a:gd name="T64" fmla="*/ 1935 w 2113"/>
                  <a:gd name="T65" fmla="*/ 780 h 1116"/>
                  <a:gd name="T66" fmla="*/ 1481 w 2113"/>
                  <a:gd name="T67" fmla="*/ 947 h 1116"/>
                  <a:gd name="T68" fmla="*/ 1224 w 2113"/>
                  <a:gd name="T69" fmla="*/ 908 h 1116"/>
                  <a:gd name="T70" fmla="*/ 1175 w 2113"/>
                  <a:gd name="T71" fmla="*/ 908 h 1116"/>
                  <a:gd name="T72" fmla="*/ 958 w 2113"/>
                  <a:gd name="T73" fmla="*/ 928 h 1116"/>
                  <a:gd name="T74" fmla="*/ 642 w 2113"/>
                  <a:gd name="T75" fmla="*/ 908 h 1116"/>
                  <a:gd name="T76" fmla="*/ 691 w 2113"/>
                  <a:gd name="T77" fmla="*/ 1076 h 1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113" h="1116">
                    <a:moveTo>
                      <a:pt x="2103" y="681"/>
                    </a:moveTo>
                    <a:lnTo>
                      <a:pt x="2103" y="681"/>
                    </a:lnTo>
                    <a:cubicBezTo>
                      <a:pt x="2093" y="632"/>
                      <a:pt x="2083" y="582"/>
                      <a:pt x="2073" y="533"/>
                    </a:cubicBezTo>
                    <a:cubicBezTo>
                      <a:pt x="2063" y="513"/>
                      <a:pt x="2043" y="484"/>
                      <a:pt x="2043" y="454"/>
                    </a:cubicBezTo>
                    <a:cubicBezTo>
                      <a:pt x="1984" y="306"/>
                      <a:pt x="1984" y="306"/>
                      <a:pt x="1984" y="306"/>
                    </a:cubicBezTo>
                    <a:lnTo>
                      <a:pt x="1984" y="306"/>
                    </a:lnTo>
                    <a:cubicBezTo>
                      <a:pt x="1954" y="266"/>
                      <a:pt x="1925" y="227"/>
                      <a:pt x="1895" y="197"/>
                    </a:cubicBezTo>
                    <a:cubicBezTo>
                      <a:pt x="1816" y="118"/>
                      <a:pt x="1708" y="89"/>
                      <a:pt x="1619" y="39"/>
                    </a:cubicBezTo>
                    <a:cubicBezTo>
                      <a:pt x="1609" y="30"/>
                      <a:pt x="1609" y="30"/>
                      <a:pt x="1609" y="30"/>
                    </a:cubicBezTo>
                    <a:cubicBezTo>
                      <a:pt x="1569" y="10"/>
                      <a:pt x="1510" y="10"/>
                      <a:pt x="1461" y="10"/>
                    </a:cubicBezTo>
                    <a:cubicBezTo>
                      <a:pt x="1412" y="0"/>
                      <a:pt x="1353" y="0"/>
                      <a:pt x="1303" y="0"/>
                    </a:cubicBezTo>
                    <a:cubicBezTo>
                      <a:pt x="1244" y="10"/>
                      <a:pt x="1195" y="20"/>
                      <a:pt x="1135" y="30"/>
                    </a:cubicBezTo>
                    <a:cubicBezTo>
                      <a:pt x="1066" y="30"/>
                      <a:pt x="997" y="59"/>
                      <a:pt x="928" y="79"/>
                    </a:cubicBezTo>
                    <a:lnTo>
                      <a:pt x="928" y="79"/>
                    </a:lnTo>
                    <a:cubicBezTo>
                      <a:pt x="849" y="109"/>
                      <a:pt x="760" y="89"/>
                      <a:pt x="681" y="118"/>
                    </a:cubicBezTo>
                    <a:cubicBezTo>
                      <a:pt x="642" y="128"/>
                      <a:pt x="612" y="148"/>
                      <a:pt x="573" y="168"/>
                    </a:cubicBezTo>
                    <a:cubicBezTo>
                      <a:pt x="523" y="187"/>
                      <a:pt x="464" y="197"/>
                      <a:pt x="415" y="227"/>
                    </a:cubicBezTo>
                    <a:cubicBezTo>
                      <a:pt x="336" y="266"/>
                      <a:pt x="247" y="306"/>
                      <a:pt x="198" y="385"/>
                    </a:cubicBezTo>
                    <a:cubicBezTo>
                      <a:pt x="178" y="405"/>
                      <a:pt x="168" y="434"/>
                      <a:pt x="158" y="464"/>
                    </a:cubicBezTo>
                    <a:cubicBezTo>
                      <a:pt x="148" y="503"/>
                      <a:pt x="148" y="563"/>
                      <a:pt x="129" y="592"/>
                    </a:cubicBezTo>
                    <a:cubicBezTo>
                      <a:pt x="119" y="622"/>
                      <a:pt x="119" y="622"/>
                      <a:pt x="119" y="622"/>
                    </a:cubicBezTo>
                    <a:cubicBezTo>
                      <a:pt x="99" y="710"/>
                      <a:pt x="119" y="800"/>
                      <a:pt x="138" y="888"/>
                    </a:cubicBezTo>
                    <a:cubicBezTo>
                      <a:pt x="99" y="888"/>
                      <a:pt x="69" y="898"/>
                      <a:pt x="40" y="918"/>
                    </a:cubicBezTo>
                    <a:cubicBezTo>
                      <a:pt x="0" y="928"/>
                      <a:pt x="0" y="977"/>
                      <a:pt x="20" y="1007"/>
                    </a:cubicBezTo>
                    <a:cubicBezTo>
                      <a:pt x="50" y="1026"/>
                      <a:pt x="50" y="1026"/>
                      <a:pt x="50" y="1026"/>
                    </a:cubicBezTo>
                    <a:cubicBezTo>
                      <a:pt x="79" y="1066"/>
                      <a:pt x="148" y="1066"/>
                      <a:pt x="198" y="1066"/>
                    </a:cubicBezTo>
                    <a:cubicBezTo>
                      <a:pt x="257" y="1066"/>
                      <a:pt x="316" y="1076"/>
                      <a:pt x="385" y="1086"/>
                    </a:cubicBezTo>
                    <a:cubicBezTo>
                      <a:pt x="494" y="1095"/>
                      <a:pt x="602" y="1095"/>
                      <a:pt x="701" y="1095"/>
                    </a:cubicBezTo>
                    <a:cubicBezTo>
                      <a:pt x="780" y="1105"/>
                      <a:pt x="849" y="1095"/>
                      <a:pt x="918" y="1095"/>
                    </a:cubicBezTo>
                    <a:cubicBezTo>
                      <a:pt x="997" y="1095"/>
                      <a:pt x="1066" y="1115"/>
                      <a:pt x="1145" y="1115"/>
                    </a:cubicBezTo>
                    <a:cubicBezTo>
                      <a:pt x="1214" y="1115"/>
                      <a:pt x="1283" y="1105"/>
                      <a:pt x="1353" y="1105"/>
                    </a:cubicBezTo>
                    <a:cubicBezTo>
                      <a:pt x="1422" y="1105"/>
                      <a:pt x="1481" y="1105"/>
                      <a:pt x="1550" y="1095"/>
                    </a:cubicBezTo>
                    <a:cubicBezTo>
                      <a:pt x="1648" y="1095"/>
                      <a:pt x="1747" y="1095"/>
                      <a:pt x="1846" y="1095"/>
                    </a:cubicBezTo>
                    <a:cubicBezTo>
                      <a:pt x="1895" y="1086"/>
                      <a:pt x="1954" y="1066"/>
                      <a:pt x="2014" y="1066"/>
                    </a:cubicBezTo>
                    <a:cubicBezTo>
                      <a:pt x="2033" y="1056"/>
                      <a:pt x="2033" y="1056"/>
                      <a:pt x="2033" y="1056"/>
                    </a:cubicBezTo>
                    <a:cubicBezTo>
                      <a:pt x="2043" y="1046"/>
                      <a:pt x="2043" y="1046"/>
                      <a:pt x="2053" y="1046"/>
                    </a:cubicBezTo>
                    <a:cubicBezTo>
                      <a:pt x="2063" y="1026"/>
                      <a:pt x="2063" y="1017"/>
                      <a:pt x="2053" y="1007"/>
                    </a:cubicBezTo>
                    <a:cubicBezTo>
                      <a:pt x="2053" y="977"/>
                      <a:pt x="2024" y="967"/>
                      <a:pt x="1994" y="957"/>
                    </a:cubicBezTo>
                    <a:cubicBezTo>
                      <a:pt x="2014" y="947"/>
                      <a:pt x="2024" y="928"/>
                      <a:pt x="2033" y="918"/>
                    </a:cubicBezTo>
                    <a:cubicBezTo>
                      <a:pt x="2073" y="859"/>
                      <a:pt x="2073" y="859"/>
                      <a:pt x="2073" y="859"/>
                    </a:cubicBezTo>
                    <a:cubicBezTo>
                      <a:pt x="2083" y="849"/>
                      <a:pt x="2083" y="849"/>
                      <a:pt x="2083" y="849"/>
                    </a:cubicBezTo>
                    <a:cubicBezTo>
                      <a:pt x="2093" y="800"/>
                      <a:pt x="2112" y="740"/>
                      <a:pt x="2103" y="681"/>
                    </a:cubicBezTo>
                    <a:close/>
                    <a:moveTo>
                      <a:pt x="642" y="908"/>
                    </a:moveTo>
                    <a:lnTo>
                      <a:pt x="642" y="908"/>
                    </a:lnTo>
                    <a:cubicBezTo>
                      <a:pt x="632" y="908"/>
                      <a:pt x="632" y="908"/>
                      <a:pt x="632" y="908"/>
                    </a:cubicBezTo>
                    <a:cubicBezTo>
                      <a:pt x="593" y="908"/>
                      <a:pt x="563" y="888"/>
                      <a:pt x="523" y="888"/>
                    </a:cubicBezTo>
                    <a:cubicBezTo>
                      <a:pt x="494" y="888"/>
                      <a:pt x="474" y="878"/>
                      <a:pt x="445" y="878"/>
                    </a:cubicBezTo>
                    <a:cubicBezTo>
                      <a:pt x="385" y="859"/>
                      <a:pt x="336" y="819"/>
                      <a:pt x="287" y="789"/>
                    </a:cubicBezTo>
                    <a:cubicBezTo>
                      <a:pt x="217" y="750"/>
                      <a:pt x="208" y="710"/>
                      <a:pt x="217" y="642"/>
                    </a:cubicBezTo>
                    <a:cubicBezTo>
                      <a:pt x="217" y="582"/>
                      <a:pt x="217" y="533"/>
                      <a:pt x="237" y="484"/>
                    </a:cubicBezTo>
                    <a:cubicBezTo>
                      <a:pt x="267" y="424"/>
                      <a:pt x="336" y="395"/>
                      <a:pt x="385" y="365"/>
                    </a:cubicBezTo>
                    <a:cubicBezTo>
                      <a:pt x="474" y="316"/>
                      <a:pt x="573" y="276"/>
                      <a:pt x="672" y="237"/>
                    </a:cubicBezTo>
                    <a:cubicBezTo>
                      <a:pt x="701" y="217"/>
                      <a:pt x="740" y="187"/>
                      <a:pt x="780" y="187"/>
                    </a:cubicBezTo>
                    <a:cubicBezTo>
                      <a:pt x="819" y="178"/>
                      <a:pt x="849" y="197"/>
                      <a:pt x="889" y="187"/>
                    </a:cubicBezTo>
                    <a:cubicBezTo>
                      <a:pt x="928" y="187"/>
                      <a:pt x="958" y="168"/>
                      <a:pt x="987" y="158"/>
                    </a:cubicBezTo>
                    <a:cubicBezTo>
                      <a:pt x="1017" y="138"/>
                      <a:pt x="1046" y="138"/>
                      <a:pt x="1076" y="128"/>
                    </a:cubicBezTo>
                    <a:cubicBezTo>
                      <a:pt x="1086" y="118"/>
                      <a:pt x="1086" y="118"/>
                      <a:pt x="1086" y="118"/>
                    </a:cubicBezTo>
                    <a:cubicBezTo>
                      <a:pt x="1175" y="118"/>
                      <a:pt x="1264" y="118"/>
                      <a:pt x="1362" y="109"/>
                    </a:cubicBezTo>
                    <a:cubicBezTo>
                      <a:pt x="1412" y="109"/>
                      <a:pt x="1461" y="99"/>
                      <a:pt x="1510" y="109"/>
                    </a:cubicBezTo>
                    <a:cubicBezTo>
                      <a:pt x="1540" y="109"/>
                      <a:pt x="1569" y="118"/>
                      <a:pt x="1599" y="128"/>
                    </a:cubicBezTo>
                    <a:cubicBezTo>
                      <a:pt x="1609" y="128"/>
                      <a:pt x="1659" y="148"/>
                      <a:pt x="1659" y="158"/>
                    </a:cubicBezTo>
                    <a:cubicBezTo>
                      <a:pt x="1698" y="187"/>
                      <a:pt x="1738" y="197"/>
                      <a:pt x="1777" y="217"/>
                    </a:cubicBezTo>
                    <a:cubicBezTo>
                      <a:pt x="1816" y="247"/>
                      <a:pt x="1846" y="266"/>
                      <a:pt x="1876" y="306"/>
                    </a:cubicBezTo>
                    <a:cubicBezTo>
                      <a:pt x="1945" y="375"/>
                      <a:pt x="1974" y="454"/>
                      <a:pt x="1994" y="543"/>
                    </a:cubicBezTo>
                    <a:cubicBezTo>
                      <a:pt x="2014" y="602"/>
                      <a:pt x="2024" y="632"/>
                      <a:pt x="1994" y="691"/>
                    </a:cubicBezTo>
                    <a:cubicBezTo>
                      <a:pt x="1974" y="721"/>
                      <a:pt x="1954" y="750"/>
                      <a:pt x="1935" y="780"/>
                    </a:cubicBezTo>
                    <a:cubicBezTo>
                      <a:pt x="1895" y="849"/>
                      <a:pt x="1816" y="888"/>
                      <a:pt x="1738" y="898"/>
                    </a:cubicBezTo>
                    <a:cubicBezTo>
                      <a:pt x="1659" y="908"/>
                      <a:pt x="1569" y="947"/>
                      <a:pt x="1481" y="947"/>
                    </a:cubicBezTo>
                    <a:cubicBezTo>
                      <a:pt x="1461" y="947"/>
                      <a:pt x="1441" y="947"/>
                      <a:pt x="1412" y="947"/>
                    </a:cubicBezTo>
                    <a:cubicBezTo>
                      <a:pt x="1372" y="947"/>
                      <a:pt x="1274" y="947"/>
                      <a:pt x="1224" y="908"/>
                    </a:cubicBezTo>
                    <a:lnTo>
                      <a:pt x="1224" y="908"/>
                    </a:lnTo>
                    <a:cubicBezTo>
                      <a:pt x="1175" y="908"/>
                      <a:pt x="1175" y="908"/>
                      <a:pt x="1175" y="908"/>
                    </a:cubicBezTo>
                    <a:cubicBezTo>
                      <a:pt x="1135" y="918"/>
                      <a:pt x="1096" y="938"/>
                      <a:pt x="1046" y="938"/>
                    </a:cubicBezTo>
                    <a:cubicBezTo>
                      <a:pt x="1017" y="938"/>
                      <a:pt x="987" y="928"/>
                      <a:pt x="958" y="928"/>
                    </a:cubicBezTo>
                    <a:cubicBezTo>
                      <a:pt x="918" y="928"/>
                      <a:pt x="879" y="938"/>
                      <a:pt x="839" y="928"/>
                    </a:cubicBezTo>
                    <a:cubicBezTo>
                      <a:pt x="770" y="928"/>
                      <a:pt x="701" y="908"/>
                      <a:pt x="642" y="908"/>
                    </a:cubicBezTo>
                    <a:close/>
                    <a:moveTo>
                      <a:pt x="691" y="1076"/>
                    </a:moveTo>
                    <a:lnTo>
                      <a:pt x="691" y="1076"/>
                    </a:lnTo>
                    <a:close/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58" name="Freeform 124"/>
              <p:cNvSpPr>
                <a:spLocks noChangeArrowheads="1"/>
              </p:cNvSpPr>
              <p:nvPr/>
            </p:nvSpPr>
            <p:spPr bwMode="auto">
              <a:xfrm>
                <a:off x="4921250" y="652463"/>
                <a:ext cx="28575" cy="31750"/>
              </a:xfrm>
              <a:custGeom>
                <a:avLst/>
                <a:gdLst>
                  <a:gd name="T0" fmla="*/ 29 w 80"/>
                  <a:gd name="T1" fmla="*/ 89 h 90"/>
                  <a:gd name="T2" fmla="*/ 29 w 80"/>
                  <a:gd name="T3" fmla="*/ 89 h 90"/>
                  <a:gd name="T4" fmla="*/ 59 w 80"/>
                  <a:gd name="T5" fmla="*/ 30 h 90"/>
                  <a:gd name="T6" fmla="*/ 40 w 80"/>
                  <a:gd name="T7" fmla="*/ 10 h 90"/>
                  <a:gd name="T8" fmla="*/ 10 w 80"/>
                  <a:gd name="T9" fmla="*/ 30 h 90"/>
                  <a:gd name="T10" fmla="*/ 29 w 80"/>
                  <a:gd name="T11" fmla="*/ 89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" h="90">
                    <a:moveTo>
                      <a:pt x="29" y="89"/>
                    </a:moveTo>
                    <a:lnTo>
                      <a:pt x="29" y="89"/>
                    </a:lnTo>
                    <a:cubicBezTo>
                      <a:pt x="69" y="89"/>
                      <a:pt x="79" y="60"/>
                      <a:pt x="59" y="30"/>
                    </a:cubicBezTo>
                    <a:cubicBezTo>
                      <a:pt x="59" y="20"/>
                      <a:pt x="49" y="20"/>
                      <a:pt x="40" y="10"/>
                    </a:cubicBezTo>
                    <a:cubicBezTo>
                      <a:pt x="20" y="0"/>
                      <a:pt x="10" y="10"/>
                      <a:pt x="10" y="30"/>
                    </a:cubicBezTo>
                    <a:cubicBezTo>
                      <a:pt x="0" y="50"/>
                      <a:pt x="20" y="69"/>
                      <a:pt x="29" y="89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59" name="Freeform 125"/>
              <p:cNvSpPr>
                <a:spLocks noChangeArrowheads="1"/>
              </p:cNvSpPr>
              <p:nvPr/>
            </p:nvSpPr>
            <p:spPr bwMode="auto">
              <a:xfrm>
                <a:off x="4930775" y="684213"/>
                <a:ext cx="1588" cy="1587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60" name="Freeform 126"/>
              <p:cNvSpPr>
                <a:spLocks noChangeArrowheads="1"/>
              </p:cNvSpPr>
              <p:nvPr/>
            </p:nvSpPr>
            <p:spPr bwMode="auto">
              <a:xfrm>
                <a:off x="4718050" y="641350"/>
                <a:ext cx="42863" cy="39688"/>
              </a:xfrm>
              <a:custGeom>
                <a:avLst/>
                <a:gdLst>
                  <a:gd name="T0" fmla="*/ 69 w 120"/>
                  <a:gd name="T1" fmla="*/ 108 h 109"/>
                  <a:gd name="T2" fmla="*/ 69 w 120"/>
                  <a:gd name="T3" fmla="*/ 108 h 109"/>
                  <a:gd name="T4" fmla="*/ 99 w 120"/>
                  <a:gd name="T5" fmla="*/ 98 h 109"/>
                  <a:gd name="T6" fmla="*/ 99 w 120"/>
                  <a:gd name="T7" fmla="*/ 89 h 109"/>
                  <a:gd name="T8" fmla="*/ 69 w 120"/>
                  <a:gd name="T9" fmla="*/ 10 h 109"/>
                  <a:gd name="T10" fmla="*/ 50 w 120"/>
                  <a:gd name="T11" fmla="*/ 0 h 109"/>
                  <a:gd name="T12" fmla="*/ 20 w 120"/>
                  <a:gd name="T13" fmla="*/ 10 h 109"/>
                  <a:gd name="T14" fmla="*/ 20 w 120"/>
                  <a:gd name="T15" fmla="*/ 89 h 109"/>
                  <a:gd name="T16" fmla="*/ 69 w 120"/>
                  <a:gd name="T17" fmla="*/ 108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" h="109">
                    <a:moveTo>
                      <a:pt x="69" y="108"/>
                    </a:moveTo>
                    <a:lnTo>
                      <a:pt x="69" y="108"/>
                    </a:lnTo>
                    <a:cubicBezTo>
                      <a:pt x="79" y="108"/>
                      <a:pt x="89" y="98"/>
                      <a:pt x="99" y="98"/>
                    </a:cubicBezTo>
                    <a:cubicBezTo>
                      <a:pt x="99" y="89"/>
                      <a:pt x="99" y="89"/>
                      <a:pt x="99" y="89"/>
                    </a:cubicBezTo>
                    <a:cubicBezTo>
                      <a:pt x="119" y="49"/>
                      <a:pt x="99" y="19"/>
                      <a:pt x="69" y="10"/>
                    </a:cubicBezTo>
                    <a:cubicBezTo>
                      <a:pt x="69" y="10"/>
                      <a:pt x="60" y="0"/>
                      <a:pt x="50" y="0"/>
                    </a:cubicBezTo>
                    <a:cubicBezTo>
                      <a:pt x="40" y="10"/>
                      <a:pt x="30" y="10"/>
                      <a:pt x="20" y="10"/>
                    </a:cubicBezTo>
                    <a:cubicBezTo>
                      <a:pt x="0" y="39"/>
                      <a:pt x="20" y="59"/>
                      <a:pt x="20" y="89"/>
                    </a:cubicBezTo>
                    <a:cubicBezTo>
                      <a:pt x="40" y="89"/>
                      <a:pt x="60" y="98"/>
                      <a:pt x="69" y="108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61" name="Freeform 127"/>
              <p:cNvSpPr>
                <a:spLocks noChangeArrowheads="1"/>
              </p:cNvSpPr>
              <p:nvPr/>
            </p:nvSpPr>
            <p:spPr bwMode="auto">
              <a:xfrm>
                <a:off x="4743450" y="681038"/>
                <a:ext cx="1588" cy="1587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62" name="Freeform 128"/>
              <p:cNvSpPr>
                <a:spLocks noChangeArrowheads="1"/>
              </p:cNvSpPr>
              <p:nvPr/>
            </p:nvSpPr>
            <p:spPr bwMode="auto">
              <a:xfrm>
                <a:off x="4991100" y="727075"/>
                <a:ext cx="31750" cy="34925"/>
              </a:xfrm>
              <a:custGeom>
                <a:avLst/>
                <a:gdLst>
                  <a:gd name="T0" fmla="*/ 50 w 90"/>
                  <a:gd name="T1" fmla="*/ 98 h 99"/>
                  <a:gd name="T2" fmla="*/ 50 w 90"/>
                  <a:gd name="T3" fmla="*/ 98 h 99"/>
                  <a:gd name="T4" fmla="*/ 69 w 90"/>
                  <a:gd name="T5" fmla="*/ 29 h 99"/>
                  <a:gd name="T6" fmla="*/ 0 w 90"/>
                  <a:gd name="T7" fmla="*/ 59 h 99"/>
                  <a:gd name="T8" fmla="*/ 50 w 90"/>
                  <a:gd name="T9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" h="99">
                    <a:moveTo>
                      <a:pt x="50" y="98"/>
                    </a:moveTo>
                    <a:lnTo>
                      <a:pt x="50" y="98"/>
                    </a:lnTo>
                    <a:cubicBezTo>
                      <a:pt x="89" y="98"/>
                      <a:pt x="79" y="49"/>
                      <a:pt x="69" y="29"/>
                    </a:cubicBezTo>
                    <a:cubicBezTo>
                      <a:pt x="40" y="0"/>
                      <a:pt x="20" y="29"/>
                      <a:pt x="0" y="59"/>
                    </a:cubicBezTo>
                    <a:cubicBezTo>
                      <a:pt x="10" y="89"/>
                      <a:pt x="30" y="98"/>
                      <a:pt x="50" y="98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63" name="Freeform 129"/>
              <p:cNvSpPr>
                <a:spLocks noChangeArrowheads="1"/>
              </p:cNvSpPr>
              <p:nvPr/>
            </p:nvSpPr>
            <p:spPr bwMode="auto">
              <a:xfrm>
                <a:off x="4945063" y="681038"/>
                <a:ext cx="46037" cy="28575"/>
              </a:xfrm>
              <a:custGeom>
                <a:avLst/>
                <a:gdLst>
                  <a:gd name="T0" fmla="*/ 109 w 129"/>
                  <a:gd name="T1" fmla="*/ 60 h 80"/>
                  <a:gd name="T2" fmla="*/ 109 w 129"/>
                  <a:gd name="T3" fmla="*/ 60 h 80"/>
                  <a:gd name="T4" fmla="*/ 109 w 129"/>
                  <a:gd name="T5" fmla="*/ 10 h 80"/>
                  <a:gd name="T6" fmla="*/ 69 w 129"/>
                  <a:gd name="T7" fmla="*/ 0 h 80"/>
                  <a:gd name="T8" fmla="*/ 109 w 129"/>
                  <a:gd name="T9" fmla="*/ 6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80">
                    <a:moveTo>
                      <a:pt x="109" y="60"/>
                    </a:moveTo>
                    <a:lnTo>
                      <a:pt x="109" y="60"/>
                    </a:lnTo>
                    <a:cubicBezTo>
                      <a:pt x="128" y="50"/>
                      <a:pt x="118" y="20"/>
                      <a:pt x="109" y="10"/>
                    </a:cubicBezTo>
                    <a:cubicBezTo>
                      <a:pt x="89" y="0"/>
                      <a:pt x="89" y="0"/>
                      <a:pt x="69" y="0"/>
                    </a:cubicBezTo>
                    <a:cubicBezTo>
                      <a:pt x="0" y="10"/>
                      <a:pt x="59" y="79"/>
                      <a:pt x="109" y="60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</p:grpSp>
        <p:sp>
          <p:nvSpPr>
            <p:cNvPr id="64" name="Rectangle 53"/>
            <p:cNvSpPr>
              <a:spLocks noChangeArrowheads="1"/>
            </p:cNvSpPr>
            <p:nvPr/>
          </p:nvSpPr>
          <p:spPr bwMode="auto">
            <a:xfrm>
              <a:off x="1920215" y="3222302"/>
              <a:ext cx="643418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>
                  <a:latin typeface="Trebuchet MS" charset="0"/>
                </a:rPr>
                <a:t>DESTINY</a:t>
              </a:r>
              <a:endParaRPr lang="en-US" sz="140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048089" y="1027906"/>
            <a:ext cx="601805" cy="505618"/>
            <a:chOff x="544604" y="1712336"/>
            <a:chExt cx="601805" cy="505618"/>
          </a:xfrm>
        </p:grpSpPr>
        <p:grpSp>
          <p:nvGrpSpPr>
            <p:cNvPr id="65" name="Group 64"/>
            <p:cNvGrpSpPr/>
            <p:nvPr/>
          </p:nvGrpSpPr>
          <p:grpSpPr>
            <a:xfrm>
              <a:off x="544604" y="1712336"/>
              <a:ext cx="601805" cy="154132"/>
              <a:chOff x="2895600" y="3278188"/>
              <a:chExt cx="973138" cy="249237"/>
            </a:xfrm>
            <a:solidFill>
              <a:srgbClr val="252616"/>
            </a:solidFill>
          </p:grpSpPr>
          <p:sp>
            <p:nvSpPr>
              <p:cNvPr id="66" name="Freeform 119"/>
              <p:cNvSpPr>
                <a:spLocks noChangeArrowheads="1"/>
              </p:cNvSpPr>
              <p:nvPr/>
            </p:nvSpPr>
            <p:spPr bwMode="auto">
              <a:xfrm>
                <a:off x="3527425" y="3278188"/>
                <a:ext cx="341313" cy="249237"/>
              </a:xfrm>
              <a:custGeom>
                <a:avLst/>
                <a:gdLst>
                  <a:gd name="T0" fmla="*/ 938 w 949"/>
                  <a:gd name="T1" fmla="*/ 316 h 692"/>
                  <a:gd name="T2" fmla="*/ 938 w 949"/>
                  <a:gd name="T3" fmla="*/ 316 h 692"/>
                  <a:gd name="T4" fmla="*/ 711 w 949"/>
                  <a:gd name="T5" fmla="*/ 641 h 692"/>
                  <a:gd name="T6" fmla="*/ 306 w 949"/>
                  <a:gd name="T7" fmla="*/ 681 h 692"/>
                  <a:gd name="T8" fmla="*/ 40 w 949"/>
                  <a:gd name="T9" fmla="*/ 562 h 692"/>
                  <a:gd name="T10" fmla="*/ 10 w 949"/>
                  <a:gd name="T11" fmla="*/ 385 h 692"/>
                  <a:gd name="T12" fmla="*/ 227 w 949"/>
                  <a:gd name="T13" fmla="*/ 108 h 692"/>
                  <a:gd name="T14" fmla="*/ 336 w 949"/>
                  <a:gd name="T15" fmla="*/ 89 h 692"/>
                  <a:gd name="T16" fmla="*/ 553 w 949"/>
                  <a:gd name="T17" fmla="*/ 39 h 692"/>
                  <a:gd name="T18" fmla="*/ 888 w 949"/>
                  <a:gd name="T19" fmla="*/ 138 h 692"/>
                  <a:gd name="T20" fmla="*/ 938 w 949"/>
                  <a:gd name="T21" fmla="*/ 316 h 6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49" h="692">
                    <a:moveTo>
                      <a:pt x="938" y="316"/>
                    </a:moveTo>
                    <a:lnTo>
                      <a:pt x="938" y="316"/>
                    </a:lnTo>
                    <a:cubicBezTo>
                      <a:pt x="948" y="454"/>
                      <a:pt x="888" y="582"/>
                      <a:pt x="711" y="641"/>
                    </a:cubicBezTo>
                    <a:cubicBezTo>
                      <a:pt x="572" y="681"/>
                      <a:pt x="434" y="691"/>
                      <a:pt x="306" y="681"/>
                    </a:cubicBezTo>
                    <a:cubicBezTo>
                      <a:pt x="217" y="681"/>
                      <a:pt x="119" y="622"/>
                      <a:pt x="40" y="562"/>
                    </a:cubicBezTo>
                    <a:cubicBezTo>
                      <a:pt x="10" y="533"/>
                      <a:pt x="0" y="444"/>
                      <a:pt x="10" y="385"/>
                    </a:cubicBezTo>
                    <a:cubicBezTo>
                      <a:pt x="30" y="257"/>
                      <a:pt x="138" y="187"/>
                      <a:pt x="227" y="108"/>
                    </a:cubicBezTo>
                    <a:cubicBezTo>
                      <a:pt x="237" y="99"/>
                      <a:pt x="326" y="89"/>
                      <a:pt x="336" y="89"/>
                    </a:cubicBezTo>
                    <a:cubicBezTo>
                      <a:pt x="415" y="79"/>
                      <a:pt x="454" y="79"/>
                      <a:pt x="553" y="39"/>
                    </a:cubicBezTo>
                    <a:cubicBezTo>
                      <a:pt x="681" y="0"/>
                      <a:pt x="790" y="69"/>
                      <a:pt x="888" y="138"/>
                    </a:cubicBezTo>
                    <a:cubicBezTo>
                      <a:pt x="928" y="158"/>
                      <a:pt x="918" y="246"/>
                      <a:pt x="938" y="316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  <p:sp>
            <p:nvSpPr>
              <p:cNvPr id="67" name="Freeform 120"/>
              <p:cNvSpPr>
                <a:spLocks noChangeArrowheads="1"/>
              </p:cNvSpPr>
              <p:nvPr/>
            </p:nvSpPr>
            <p:spPr bwMode="auto">
              <a:xfrm>
                <a:off x="2895600" y="3287713"/>
                <a:ext cx="327025" cy="231775"/>
              </a:xfrm>
              <a:custGeom>
                <a:avLst/>
                <a:gdLst>
                  <a:gd name="T0" fmla="*/ 178 w 909"/>
                  <a:gd name="T1" fmla="*/ 582 h 642"/>
                  <a:gd name="T2" fmla="*/ 178 w 909"/>
                  <a:gd name="T3" fmla="*/ 582 h 642"/>
                  <a:gd name="T4" fmla="*/ 70 w 909"/>
                  <a:gd name="T5" fmla="*/ 473 h 642"/>
                  <a:gd name="T6" fmla="*/ 20 w 909"/>
                  <a:gd name="T7" fmla="*/ 295 h 642"/>
                  <a:gd name="T8" fmla="*/ 30 w 909"/>
                  <a:gd name="T9" fmla="*/ 246 h 642"/>
                  <a:gd name="T10" fmla="*/ 99 w 909"/>
                  <a:gd name="T11" fmla="*/ 138 h 642"/>
                  <a:gd name="T12" fmla="*/ 435 w 909"/>
                  <a:gd name="T13" fmla="*/ 9 h 642"/>
                  <a:gd name="T14" fmla="*/ 533 w 909"/>
                  <a:gd name="T15" fmla="*/ 29 h 642"/>
                  <a:gd name="T16" fmla="*/ 671 w 909"/>
                  <a:gd name="T17" fmla="*/ 78 h 642"/>
                  <a:gd name="T18" fmla="*/ 859 w 909"/>
                  <a:gd name="T19" fmla="*/ 483 h 642"/>
                  <a:gd name="T20" fmla="*/ 701 w 909"/>
                  <a:gd name="T21" fmla="*/ 601 h 642"/>
                  <a:gd name="T22" fmla="*/ 297 w 909"/>
                  <a:gd name="T23" fmla="*/ 621 h 642"/>
                  <a:gd name="T24" fmla="*/ 178 w 909"/>
                  <a:gd name="T25" fmla="*/ 582 h 6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09" h="642">
                    <a:moveTo>
                      <a:pt x="178" y="582"/>
                    </a:moveTo>
                    <a:lnTo>
                      <a:pt x="178" y="582"/>
                    </a:lnTo>
                    <a:cubicBezTo>
                      <a:pt x="139" y="542"/>
                      <a:pt x="99" y="503"/>
                      <a:pt x="70" y="473"/>
                    </a:cubicBezTo>
                    <a:cubicBezTo>
                      <a:pt x="20" y="424"/>
                      <a:pt x="0" y="355"/>
                      <a:pt x="20" y="295"/>
                    </a:cubicBezTo>
                    <a:cubicBezTo>
                      <a:pt x="20" y="276"/>
                      <a:pt x="30" y="256"/>
                      <a:pt x="30" y="246"/>
                    </a:cubicBezTo>
                    <a:cubicBezTo>
                      <a:pt x="40" y="207"/>
                      <a:pt x="70" y="167"/>
                      <a:pt x="99" y="138"/>
                    </a:cubicBezTo>
                    <a:cubicBezTo>
                      <a:pt x="198" y="59"/>
                      <a:pt x="316" y="19"/>
                      <a:pt x="435" y="9"/>
                    </a:cubicBezTo>
                    <a:cubicBezTo>
                      <a:pt x="474" y="0"/>
                      <a:pt x="504" y="9"/>
                      <a:pt x="533" y="29"/>
                    </a:cubicBezTo>
                    <a:cubicBezTo>
                      <a:pt x="583" y="49"/>
                      <a:pt x="622" y="69"/>
                      <a:pt x="671" y="78"/>
                    </a:cubicBezTo>
                    <a:cubicBezTo>
                      <a:pt x="820" y="148"/>
                      <a:pt x="908" y="315"/>
                      <a:pt x="859" y="483"/>
                    </a:cubicBezTo>
                    <a:cubicBezTo>
                      <a:pt x="839" y="552"/>
                      <a:pt x="810" y="592"/>
                      <a:pt x="701" y="601"/>
                    </a:cubicBezTo>
                    <a:cubicBezTo>
                      <a:pt x="514" y="641"/>
                      <a:pt x="415" y="621"/>
                      <a:pt x="297" y="621"/>
                    </a:cubicBezTo>
                    <a:cubicBezTo>
                      <a:pt x="247" y="621"/>
                      <a:pt x="208" y="601"/>
                      <a:pt x="178" y="582"/>
                    </a:cubicBezTo>
                  </a:path>
                </a:pathLst>
              </a:custGeom>
              <a:grpFill/>
              <a:ln>
                <a:noFill/>
              </a:ln>
              <a:effectLst/>
              <a:extLst/>
            </p:spPr>
            <p:txBody>
              <a:bodyPr wrap="none" anchor="ctr"/>
              <a:lstStyle/>
              <a:p>
                <a:pPr defTabSz="370286">
                  <a:buFont typeface="Times New Roman" charset="0"/>
                  <a:buNone/>
                  <a:defRPr/>
                </a:pPr>
                <a:endParaRPr lang="en-US" sz="1400">
                  <a:cs typeface="+mn-cs"/>
                </a:endParaRPr>
              </a:p>
            </p:txBody>
          </p:sp>
        </p:grpSp>
        <p:sp>
          <p:nvSpPr>
            <p:cNvPr id="68" name="Rectangle 55"/>
            <p:cNvSpPr>
              <a:spLocks noChangeArrowheads="1"/>
            </p:cNvSpPr>
            <p:nvPr/>
          </p:nvSpPr>
          <p:spPr bwMode="auto">
            <a:xfrm>
              <a:off x="651866" y="1984514"/>
              <a:ext cx="388094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 dirty="0">
                  <a:latin typeface="Trebuchet MS" charset="0"/>
                </a:rPr>
                <a:t>GAP</a:t>
              </a:r>
              <a:endParaRPr lang="en-US" sz="1400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694248" y="2978585"/>
            <a:ext cx="535210" cy="690989"/>
            <a:chOff x="4733008" y="2765957"/>
            <a:chExt cx="535210" cy="690989"/>
          </a:xfrm>
        </p:grpSpPr>
        <p:sp>
          <p:nvSpPr>
            <p:cNvPr id="69" name="Freeform 135"/>
            <p:cNvSpPr>
              <a:spLocks noChangeArrowheads="1"/>
            </p:cNvSpPr>
            <p:nvPr/>
          </p:nvSpPr>
          <p:spPr bwMode="auto">
            <a:xfrm>
              <a:off x="4738726" y="2765957"/>
              <a:ext cx="523773" cy="298610"/>
            </a:xfrm>
            <a:custGeom>
              <a:avLst/>
              <a:gdLst>
                <a:gd name="T0" fmla="*/ 2147483646 w 1827"/>
                <a:gd name="T1" fmla="*/ 2147483646 h 1047"/>
                <a:gd name="T2" fmla="*/ 2147483646 w 1827"/>
                <a:gd name="T3" fmla="*/ 2147483646 h 1047"/>
                <a:gd name="T4" fmla="*/ 2147483646 w 1827"/>
                <a:gd name="T5" fmla="*/ 2147483646 h 1047"/>
                <a:gd name="T6" fmla="*/ 2147483646 w 1827"/>
                <a:gd name="T7" fmla="*/ 2147483646 h 1047"/>
                <a:gd name="T8" fmla="*/ 2147483646 w 1827"/>
                <a:gd name="T9" fmla="*/ 2147483646 h 1047"/>
                <a:gd name="T10" fmla="*/ 2147483646 w 1827"/>
                <a:gd name="T11" fmla="*/ 2147483646 h 1047"/>
                <a:gd name="T12" fmla="*/ 2147483646 w 1827"/>
                <a:gd name="T13" fmla="*/ 2147483646 h 1047"/>
                <a:gd name="T14" fmla="*/ 2147483646 w 1827"/>
                <a:gd name="T15" fmla="*/ 2147483646 h 1047"/>
                <a:gd name="T16" fmla="*/ 0 w 1827"/>
                <a:gd name="T17" fmla="*/ 2147483646 h 1047"/>
                <a:gd name="T18" fmla="*/ 2147483646 w 1827"/>
                <a:gd name="T19" fmla="*/ 2147483646 h 1047"/>
                <a:gd name="T20" fmla="*/ 2147483646 w 1827"/>
                <a:gd name="T21" fmla="*/ 2147483646 h 1047"/>
                <a:gd name="T22" fmla="*/ 2147483646 w 1827"/>
                <a:gd name="T23" fmla="*/ 2147483646 h 1047"/>
                <a:gd name="T24" fmla="*/ 2147483646 w 1827"/>
                <a:gd name="T25" fmla="*/ 2147483646 h 1047"/>
                <a:gd name="T26" fmla="*/ 2147483646 w 1827"/>
                <a:gd name="T27" fmla="*/ 2147483646 h 1047"/>
                <a:gd name="T28" fmla="*/ 2147483646 w 1827"/>
                <a:gd name="T29" fmla="*/ 2147483646 h 1047"/>
                <a:gd name="T30" fmla="*/ 2147483646 w 1827"/>
                <a:gd name="T31" fmla="*/ 2147483646 h 1047"/>
                <a:gd name="T32" fmla="*/ 2147483646 w 1827"/>
                <a:gd name="T33" fmla="*/ 2147483646 h 1047"/>
                <a:gd name="T34" fmla="*/ 2147483646 w 1827"/>
                <a:gd name="T35" fmla="*/ 2147483646 h 1047"/>
                <a:gd name="T36" fmla="*/ 2147483646 w 1827"/>
                <a:gd name="T37" fmla="*/ 2147483646 h 1047"/>
                <a:gd name="T38" fmla="*/ 2147483646 w 1827"/>
                <a:gd name="T39" fmla="*/ 2147483646 h 1047"/>
                <a:gd name="T40" fmla="*/ 2147483646 w 1827"/>
                <a:gd name="T41" fmla="*/ 2147483646 h 1047"/>
                <a:gd name="T42" fmla="*/ 2147483646 w 1827"/>
                <a:gd name="T43" fmla="*/ 2147483646 h 1047"/>
                <a:gd name="T44" fmla="*/ 2147483646 w 1827"/>
                <a:gd name="T45" fmla="*/ 2147483646 h 1047"/>
                <a:gd name="T46" fmla="*/ 2147483646 w 1827"/>
                <a:gd name="T47" fmla="*/ 2147483646 h 1047"/>
                <a:gd name="T48" fmla="*/ 2147483646 w 1827"/>
                <a:gd name="T49" fmla="*/ 2147483646 h 1047"/>
                <a:gd name="T50" fmla="*/ 2147483646 w 1827"/>
                <a:gd name="T51" fmla="*/ 2147483646 h 1047"/>
                <a:gd name="T52" fmla="*/ 2147483646 w 1827"/>
                <a:gd name="T53" fmla="*/ 2147483646 h 1047"/>
                <a:gd name="T54" fmla="*/ 2147483646 w 1827"/>
                <a:gd name="T55" fmla="*/ 2147483646 h 1047"/>
                <a:gd name="T56" fmla="*/ 2147483646 w 1827"/>
                <a:gd name="T57" fmla="*/ 2147483646 h 1047"/>
                <a:gd name="T58" fmla="*/ 2147483646 w 1827"/>
                <a:gd name="T59" fmla="*/ 2147483646 h 1047"/>
                <a:gd name="T60" fmla="*/ 2147483646 w 1827"/>
                <a:gd name="T61" fmla="*/ 2147483646 h 1047"/>
                <a:gd name="T62" fmla="*/ 2147483646 w 1827"/>
                <a:gd name="T63" fmla="*/ 2147483646 h 104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27" h="1047">
                  <a:moveTo>
                    <a:pt x="1293" y="158"/>
                  </a:moveTo>
                  <a:lnTo>
                    <a:pt x="1293" y="158"/>
                  </a:lnTo>
                  <a:cubicBezTo>
                    <a:pt x="1353" y="148"/>
                    <a:pt x="1402" y="138"/>
                    <a:pt x="1451" y="128"/>
                  </a:cubicBezTo>
                  <a:cubicBezTo>
                    <a:pt x="1530" y="99"/>
                    <a:pt x="1600" y="89"/>
                    <a:pt x="1668" y="119"/>
                  </a:cubicBezTo>
                  <a:cubicBezTo>
                    <a:pt x="1688" y="109"/>
                    <a:pt x="1688" y="109"/>
                    <a:pt x="1688" y="109"/>
                  </a:cubicBezTo>
                  <a:cubicBezTo>
                    <a:pt x="1698" y="99"/>
                    <a:pt x="1698" y="99"/>
                    <a:pt x="1698" y="99"/>
                  </a:cubicBezTo>
                  <a:cubicBezTo>
                    <a:pt x="1718" y="79"/>
                    <a:pt x="1698" y="59"/>
                    <a:pt x="1688" y="49"/>
                  </a:cubicBezTo>
                  <a:cubicBezTo>
                    <a:pt x="1609" y="10"/>
                    <a:pt x="1530" y="0"/>
                    <a:pt x="1451" y="20"/>
                  </a:cubicBezTo>
                  <a:cubicBezTo>
                    <a:pt x="1402" y="30"/>
                    <a:pt x="1372" y="40"/>
                    <a:pt x="1323" y="49"/>
                  </a:cubicBezTo>
                  <a:cubicBezTo>
                    <a:pt x="1284" y="49"/>
                    <a:pt x="1264" y="30"/>
                    <a:pt x="1224" y="20"/>
                  </a:cubicBezTo>
                  <a:cubicBezTo>
                    <a:pt x="1145" y="0"/>
                    <a:pt x="1066" y="49"/>
                    <a:pt x="997" y="79"/>
                  </a:cubicBezTo>
                  <a:cubicBezTo>
                    <a:pt x="918" y="109"/>
                    <a:pt x="839" y="128"/>
                    <a:pt x="751" y="158"/>
                  </a:cubicBezTo>
                  <a:cubicBezTo>
                    <a:pt x="672" y="178"/>
                    <a:pt x="593" y="227"/>
                    <a:pt x="514" y="237"/>
                  </a:cubicBezTo>
                  <a:cubicBezTo>
                    <a:pt x="425" y="257"/>
                    <a:pt x="356" y="306"/>
                    <a:pt x="277" y="356"/>
                  </a:cubicBezTo>
                  <a:cubicBezTo>
                    <a:pt x="257" y="365"/>
                    <a:pt x="257" y="365"/>
                    <a:pt x="257" y="365"/>
                  </a:cubicBezTo>
                  <a:cubicBezTo>
                    <a:pt x="208" y="395"/>
                    <a:pt x="158" y="434"/>
                    <a:pt x="109" y="474"/>
                  </a:cubicBezTo>
                  <a:cubicBezTo>
                    <a:pt x="89" y="484"/>
                    <a:pt x="70" y="504"/>
                    <a:pt x="40" y="523"/>
                  </a:cubicBezTo>
                  <a:cubicBezTo>
                    <a:pt x="20" y="543"/>
                    <a:pt x="10" y="563"/>
                    <a:pt x="0" y="592"/>
                  </a:cubicBezTo>
                  <a:cubicBezTo>
                    <a:pt x="10" y="622"/>
                    <a:pt x="20" y="642"/>
                    <a:pt x="30" y="671"/>
                  </a:cubicBezTo>
                  <a:cubicBezTo>
                    <a:pt x="168" y="819"/>
                    <a:pt x="366" y="681"/>
                    <a:pt x="514" y="622"/>
                  </a:cubicBezTo>
                  <a:cubicBezTo>
                    <a:pt x="534" y="671"/>
                    <a:pt x="563" y="711"/>
                    <a:pt x="573" y="760"/>
                  </a:cubicBezTo>
                  <a:cubicBezTo>
                    <a:pt x="583" y="780"/>
                    <a:pt x="593" y="800"/>
                    <a:pt x="613" y="809"/>
                  </a:cubicBezTo>
                  <a:cubicBezTo>
                    <a:pt x="622" y="819"/>
                    <a:pt x="662" y="829"/>
                    <a:pt x="681" y="829"/>
                  </a:cubicBezTo>
                  <a:cubicBezTo>
                    <a:pt x="672" y="839"/>
                    <a:pt x="681" y="849"/>
                    <a:pt x="681" y="869"/>
                  </a:cubicBezTo>
                  <a:cubicBezTo>
                    <a:pt x="681" y="908"/>
                    <a:pt x="681" y="928"/>
                    <a:pt x="721" y="938"/>
                  </a:cubicBezTo>
                  <a:cubicBezTo>
                    <a:pt x="770" y="938"/>
                    <a:pt x="770" y="938"/>
                    <a:pt x="770" y="938"/>
                  </a:cubicBezTo>
                  <a:cubicBezTo>
                    <a:pt x="760" y="948"/>
                    <a:pt x="760" y="948"/>
                    <a:pt x="760" y="948"/>
                  </a:cubicBezTo>
                  <a:cubicBezTo>
                    <a:pt x="731" y="1036"/>
                    <a:pt x="918" y="1046"/>
                    <a:pt x="968" y="1046"/>
                  </a:cubicBezTo>
                  <a:cubicBezTo>
                    <a:pt x="1007" y="1046"/>
                    <a:pt x="1047" y="1036"/>
                    <a:pt x="1086" y="1036"/>
                  </a:cubicBezTo>
                  <a:cubicBezTo>
                    <a:pt x="1126" y="1027"/>
                    <a:pt x="1155" y="1007"/>
                    <a:pt x="1195" y="997"/>
                  </a:cubicBezTo>
                  <a:cubicBezTo>
                    <a:pt x="1254" y="967"/>
                    <a:pt x="1333" y="928"/>
                    <a:pt x="1402" y="918"/>
                  </a:cubicBezTo>
                  <a:cubicBezTo>
                    <a:pt x="1431" y="918"/>
                    <a:pt x="1461" y="928"/>
                    <a:pt x="1481" y="908"/>
                  </a:cubicBezTo>
                  <a:cubicBezTo>
                    <a:pt x="1501" y="888"/>
                    <a:pt x="1501" y="859"/>
                    <a:pt x="1510" y="839"/>
                  </a:cubicBezTo>
                  <a:cubicBezTo>
                    <a:pt x="1540" y="800"/>
                    <a:pt x="1580" y="740"/>
                    <a:pt x="1629" y="711"/>
                  </a:cubicBezTo>
                  <a:cubicBezTo>
                    <a:pt x="1688" y="671"/>
                    <a:pt x="1777" y="681"/>
                    <a:pt x="1826" y="622"/>
                  </a:cubicBezTo>
                  <a:cubicBezTo>
                    <a:pt x="1826" y="572"/>
                    <a:pt x="1777" y="572"/>
                    <a:pt x="1728" y="572"/>
                  </a:cubicBezTo>
                  <a:cubicBezTo>
                    <a:pt x="1678" y="572"/>
                    <a:pt x="1629" y="572"/>
                    <a:pt x="1580" y="592"/>
                  </a:cubicBezTo>
                  <a:cubicBezTo>
                    <a:pt x="1481" y="622"/>
                    <a:pt x="1442" y="711"/>
                    <a:pt x="1382" y="800"/>
                  </a:cubicBezTo>
                  <a:cubicBezTo>
                    <a:pt x="1372" y="819"/>
                    <a:pt x="1363" y="829"/>
                    <a:pt x="1333" y="819"/>
                  </a:cubicBezTo>
                  <a:cubicBezTo>
                    <a:pt x="1274" y="849"/>
                    <a:pt x="1205" y="869"/>
                    <a:pt x="1136" y="898"/>
                  </a:cubicBezTo>
                  <a:cubicBezTo>
                    <a:pt x="1096" y="918"/>
                    <a:pt x="1066" y="928"/>
                    <a:pt x="1027" y="938"/>
                  </a:cubicBezTo>
                  <a:cubicBezTo>
                    <a:pt x="1007" y="948"/>
                    <a:pt x="968" y="967"/>
                    <a:pt x="948" y="957"/>
                  </a:cubicBezTo>
                  <a:cubicBezTo>
                    <a:pt x="918" y="948"/>
                    <a:pt x="997" y="869"/>
                    <a:pt x="987" y="839"/>
                  </a:cubicBezTo>
                  <a:cubicBezTo>
                    <a:pt x="987" y="809"/>
                    <a:pt x="918" y="800"/>
                    <a:pt x="889" y="790"/>
                  </a:cubicBezTo>
                  <a:cubicBezTo>
                    <a:pt x="908" y="760"/>
                    <a:pt x="928" y="730"/>
                    <a:pt x="948" y="701"/>
                  </a:cubicBezTo>
                  <a:cubicBezTo>
                    <a:pt x="938" y="681"/>
                    <a:pt x="928" y="662"/>
                    <a:pt x="918" y="651"/>
                  </a:cubicBezTo>
                  <a:cubicBezTo>
                    <a:pt x="899" y="642"/>
                    <a:pt x="859" y="642"/>
                    <a:pt x="839" y="651"/>
                  </a:cubicBezTo>
                  <a:cubicBezTo>
                    <a:pt x="790" y="651"/>
                    <a:pt x="751" y="671"/>
                    <a:pt x="711" y="691"/>
                  </a:cubicBezTo>
                  <a:cubicBezTo>
                    <a:pt x="672" y="671"/>
                    <a:pt x="672" y="671"/>
                    <a:pt x="672" y="671"/>
                  </a:cubicBezTo>
                  <a:cubicBezTo>
                    <a:pt x="721" y="612"/>
                    <a:pt x="731" y="572"/>
                    <a:pt x="810" y="523"/>
                  </a:cubicBezTo>
                  <a:cubicBezTo>
                    <a:pt x="810" y="474"/>
                    <a:pt x="810" y="474"/>
                    <a:pt x="810" y="474"/>
                  </a:cubicBezTo>
                  <a:cubicBezTo>
                    <a:pt x="800" y="464"/>
                    <a:pt x="800" y="464"/>
                    <a:pt x="800" y="464"/>
                  </a:cubicBezTo>
                  <a:cubicBezTo>
                    <a:pt x="741" y="454"/>
                    <a:pt x="681" y="484"/>
                    <a:pt x="622" y="504"/>
                  </a:cubicBezTo>
                  <a:cubicBezTo>
                    <a:pt x="563" y="523"/>
                    <a:pt x="504" y="543"/>
                    <a:pt x="445" y="563"/>
                  </a:cubicBezTo>
                  <a:cubicBezTo>
                    <a:pt x="385" y="583"/>
                    <a:pt x="336" y="592"/>
                    <a:pt x="277" y="612"/>
                  </a:cubicBezTo>
                  <a:cubicBezTo>
                    <a:pt x="237" y="632"/>
                    <a:pt x="208" y="651"/>
                    <a:pt x="158" y="662"/>
                  </a:cubicBezTo>
                  <a:cubicBezTo>
                    <a:pt x="139" y="642"/>
                    <a:pt x="139" y="642"/>
                    <a:pt x="139" y="642"/>
                  </a:cubicBezTo>
                  <a:cubicBezTo>
                    <a:pt x="129" y="632"/>
                    <a:pt x="129" y="632"/>
                    <a:pt x="129" y="632"/>
                  </a:cubicBezTo>
                  <a:cubicBezTo>
                    <a:pt x="99" y="572"/>
                    <a:pt x="168" y="543"/>
                    <a:pt x="208" y="523"/>
                  </a:cubicBezTo>
                  <a:cubicBezTo>
                    <a:pt x="257" y="494"/>
                    <a:pt x="297" y="464"/>
                    <a:pt x="346" y="434"/>
                  </a:cubicBezTo>
                  <a:cubicBezTo>
                    <a:pt x="415" y="385"/>
                    <a:pt x="494" y="336"/>
                    <a:pt x="563" y="316"/>
                  </a:cubicBezTo>
                  <a:cubicBezTo>
                    <a:pt x="642" y="286"/>
                    <a:pt x="731" y="257"/>
                    <a:pt x="810" y="237"/>
                  </a:cubicBezTo>
                  <a:cubicBezTo>
                    <a:pt x="899" y="207"/>
                    <a:pt x="978" y="168"/>
                    <a:pt x="1066" y="168"/>
                  </a:cubicBezTo>
                  <a:cubicBezTo>
                    <a:pt x="1145" y="158"/>
                    <a:pt x="1224" y="158"/>
                    <a:pt x="1293" y="158"/>
                  </a:cubicBezTo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0" name="Rectangle 58"/>
            <p:cNvSpPr>
              <a:spLocks noChangeArrowheads="1"/>
            </p:cNvSpPr>
            <p:nvPr/>
          </p:nvSpPr>
          <p:spPr bwMode="auto">
            <a:xfrm>
              <a:off x="4733008" y="3223506"/>
              <a:ext cx="535210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 dirty="0">
                  <a:latin typeface="Trebuchet MS" charset="0"/>
                </a:rPr>
                <a:t>BLAME</a:t>
              </a:r>
              <a:endParaRPr lang="en-US" sz="140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4184679" y="884678"/>
            <a:ext cx="850256" cy="647641"/>
            <a:chOff x="1676673" y="1569108"/>
            <a:chExt cx="850256" cy="647641"/>
          </a:xfrm>
        </p:grpSpPr>
        <p:sp>
          <p:nvSpPr>
            <p:cNvPr id="71" name="Freeform 113"/>
            <p:cNvSpPr>
              <a:spLocks noChangeArrowheads="1"/>
            </p:cNvSpPr>
            <p:nvPr/>
          </p:nvSpPr>
          <p:spPr bwMode="auto">
            <a:xfrm>
              <a:off x="1936844" y="1569108"/>
              <a:ext cx="292590" cy="320284"/>
            </a:xfrm>
            <a:custGeom>
              <a:avLst/>
              <a:gdLst>
                <a:gd name="T0" fmla="*/ 2147483646 w 623"/>
                <a:gd name="T1" fmla="*/ 2147483646 h 681"/>
                <a:gd name="T2" fmla="*/ 2147483646 w 623"/>
                <a:gd name="T3" fmla="*/ 2147483646 h 681"/>
                <a:gd name="T4" fmla="*/ 2147483646 w 623"/>
                <a:gd name="T5" fmla="*/ 2147483646 h 681"/>
                <a:gd name="T6" fmla="*/ 2147483646 w 623"/>
                <a:gd name="T7" fmla="*/ 2147483646 h 681"/>
                <a:gd name="T8" fmla="*/ 2147483646 w 623"/>
                <a:gd name="T9" fmla="*/ 2147483646 h 681"/>
                <a:gd name="T10" fmla="*/ 2147483646 w 623"/>
                <a:gd name="T11" fmla="*/ 2147483646 h 681"/>
                <a:gd name="T12" fmla="*/ 2147483646 w 623"/>
                <a:gd name="T13" fmla="*/ 2147483646 h 681"/>
                <a:gd name="T14" fmla="*/ 2147483646 w 623"/>
                <a:gd name="T15" fmla="*/ 2147483646 h 681"/>
                <a:gd name="T16" fmla="*/ 2147483646 w 623"/>
                <a:gd name="T17" fmla="*/ 2147483646 h 681"/>
                <a:gd name="T18" fmla="*/ 2147483646 w 623"/>
                <a:gd name="T19" fmla="*/ 2147483646 h 681"/>
                <a:gd name="T20" fmla="*/ 2147483646 w 623"/>
                <a:gd name="T21" fmla="*/ 2147483646 h 681"/>
                <a:gd name="T22" fmla="*/ 2147483646 w 623"/>
                <a:gd name="T23" fmla="*/ 2147483646 h 681"/>
                <a:gd name="T24" fmla="*/ 2147483646 w 623"/>
                <a:gd name="T25" fmla="*/ 2147483646 h 681"/>
                <a:gd name="T26" fmla="*/ 2147483646 w 623"/>
                <a:gd name="T27" fmla="*/ 2147483646 h 681"/>
                <a:gd name="T28" fmla="*/ 2147483646 w 623"/>
                <a:gd name="T29" fmla="*/ 2147483646 h 681"/>
                <a:gd name="T30" fmla="*/ 2147483646 w 623"/>
                <a:gd name="T31" fmla="*/ 2147483646 h 681"/>
                <a:gd name="T32" fmla="*/ 2147483646 w 623"/>
                <a:gd name="T33" fmla="*/ 2147483646 h 681"/>
                <a:gd name="T34" fmla="*/ 2147483646 w 623"/>
                <a:gd name="T35" fmla="*/ 2147483646 h 681"/>
                <a:gd name="T36" fmla="*/ 2147483646 w 623"/>
                <a:gd name="T37" fmla="*/ 2147483646 h 681"/>
                <a:gd name="T38" fmla="*/ 2147483646 w 623"/>
                <a:gd name="T39" fmla="*/ 2147483646 h 681"/>
                <a:gd name="T40" fmla="*/ 0 w 623"/>
                <a:gd name="T41" fmla="*/ 2147483646 h 681"/>
                <a:gd name="T42" fmla="*/ 0 w 623"/>
                <a:gd name="T43" fmla="*/ 2147483646 h 681"/>
                <a:gd name="T44" fmla="*/ 2147483646 w 623"/>
                <a:gd name="T45" fmla="*/ 0 h 681"/>
                <a:gd name="T46" fmla="*/ 2147483646 w 623"/>
                <a:gd name="T47" fmla="*/ 2147483646 h 681"/>
                <a:gd name="T48" fmla="*/ 2147483646 w 623"/>
                <a:gd name="T49" fmla="*/ 2147483646 h 681"/>
                <a:gd name="T50" fmla="*/ 2147483646 w 623"/>
                <a:gd name="T51" fmla="*/ 2147483646 h 681"/>
                <a:gd name="T52" fmla="*/ 2147483646 w 623"/>
                <a:gd name="T53" fmla="*/ 2147483646 h 681"/>
                <a:gd name="T54" fmla="*/ 2147483646 w 623"/>
                <a:gd name="T55" fmla="*/ 2147483646 h 681"/>
                <a:gd name="T56" fmla="*/ 2147483646 w 623"/>
                <a:gd name="T57" fmla="*/ 2147483646 h 681"/>
                <a:gd name="T58" fmla="*/ 2147483646 w 623"/>
                <a:gd name="T59" fmla="*/ 2147483646 h 681"/>
                <a:gd name="T60" fmla="*/ 2147483646 w 623"/>
                <a:gd name="T61" fmla="*/ 2147483646 h 681"/>
                <a:gd name="T62" fmla="*/ 2147483646 w 623"/>
                <a:gd name="T63" fmla="*/ 2147483646 h 681"/>
                <a:gd name="T64" fmla="*/ 2147483646 w 623"/>
                <a:gd name="T65" fmla="*/ 2147483646 h 681"/>
                <a:gd name="T66" fmla="*/ 2147483646 w 623"/>
                <a:gd name="T67" fmla="*/ 2147483646 h 681"/>
                <a:gd name="T68" fmla="*/ 2147483646 w 623"/>
                <a:gd name="T69" fmla="*/ 2147483646 h 681"/>
                <a:gd name="T70" fmla="*/ 2147483646 w 623"/>
                <a:gd name="T71" fmla="*/ 2147483646 h 681"/>
                <a:gd name="T72" fmla="*/ 2147483646 w 623"/>
                <a:gd name="T73" fmla="*/ 2147483646 h 681"/>
                <a:gd name="T74" fmla="*/ 2147483646 w 623"/>
                <a:gd name="T75" fmla="*/ 2147483646 h 681"/>
                <a:gd name="T76" fmla="*/ 2147483646 w 623"/>
                <a:gd name="T77" fmla="*/ 2147483646 h 681"/>
                <a:gd name="T78" fmla="*/ 2147483646 w 623"/>
                <a:gd name="T79" fmla="*/ 2147483646 h 681"/>
                <a:gd name="T80" fmla="*/ 2147483646 w 623"/>
                <a:gd name="T81" fmla="*/ 2147483646 h 681"/>
                <a:gd name="T82" fmla="*/ 2147483646 w 623"/>
                <a:gd name="T83" fmla="*/ 2147483646 h 68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623" h="681">
                  <a:moveTo>
                    <a:pt x="612" y="246"/>
                  </a:moveTo>
                  <a:lnTo>
                    <a:pt x="612" y="246"/>
                  </a:lnTo>
                  <a:cubicBezTo>
                    <a:pt x="592" y="325"/>
                    <a:pt x="592" y="394"/>
                    <a:pt x="592" y="472"/>
                  </a:cubicBezTo>
                  <a:cubicBezTo>
                    <a:pt x="592" y="492"/>
                    <a:pt x="602" y="512"/>
                    <a:pt x="612" y="532"/>
                  </a:cubicBezTo>
                  <a:cubicBezTo>
                    <a:pt x="612" y="551"/>
                    <a:pt x="622" y="581"/>
                    <a:pt x="592" y="601"/>
                  </a:cubicBezTo>
                  <a:cubicBezTo>
                    <a:pt x="573" y="630"/>
                    <a:pt x="543" y="670"/>
                    <a:pt x="513" y="670"/>
                  </a:cubicBezTo>
                  <a:cubicBezTo>
                    <a:pt x="464" y="670"/>
                    <a:pt x="405" y="680"/>
                    <a:pt x="355" y="660"/>
                  </a:cubicBezTo>
                  <a:cubicBezTo>
                    <a:pt x="276" y="621"/>
                    <a:pt x="198" y="591"/>
                    <a:pt x="109" y="551"/>
                  </a:cubicBezTo>
                  <a:cubicBezTo>
                    <a:pt x="79" y="542"/>
                    <a:pt x="49" y="522"/>
                    <a:pt x="30" y="472"/>
                  </a:cubicBezTo>
                  <a:cubicBezTo>
                    <a:pt x="20" y="423"/>
                    <a:pt x="40" y="394"/>
                    <a:pt x="89" y="385"/>
                  </a:cubicBezTo>
                  <a:cubicBezTo>
                    <a:pt x="109" y="385"/>
                    <a:pt x="138" y="394"/>
                    <a:pt x="168" y="394"/>
                  </a:cubicBezTo>
                  <a:cubicBezTo>
                    <a:pt x="178" y="404"/>
                    <a:pt x="198" y="404"/>
                    <a:pt x="207" y="404"/>
                  </a:cubicBezTo>
                  <a:cubicBezTo>
                    <a:pt x="207" y="413"/>
                    <a:pt x="217" y="404"/>
                    <a:pt x="217" y="404"/>
                  </a:cubicBezTo>
                  <a:cubicBezTo>
                    <a:pt x="178" y="345"/>
                    <a:pt x="148" y="296"/>
                    <a:pt x="119" y="256"/>
                  </a:cubicBezTo>
                  <a:cubicBezTo>
                    <a:pt x="89" y="227"/>
                    <a:pt x="69" y="197"/>
                    <a:pt x="49" y="167"/>
                  </a:cubicBezTo>
                  <a:cubicBezTo>
                    <a:pt x="40" y="148"/>
                    <a:pt x="20" y="128"/>
                    <a:pt x="10" y="108"/>
                  </a:cubicBezTo>
                  <a:cubicBezTo>
                    <a:pt x="10" y="98"/>
                    <a:pt x="0" y="88"/>
                    <a:pt x="0" y="79"/>
                  </a:cubicBezTo>
                  <a:cubicBezTo>
                    <a:pt x="30" y="49"/>
                    <a:pt x="79" y="10"/>
                    <a:pt x="109" y="0"/>
                  </a:cubicBezTo>
                  <a:cubicBezTo>
                    <a:pt x="138" y="0"/>
                    <a:pt x="148" y="49"/>
                    <a:pt x="178" y="79"/>
                  </a:cubicBezTo>
                  <a:cubicBezTo>
                    <a:pt x="198" y="98"/>
                    <a:pt x="207" y="108"/>
                    <a:pt x="227" y="128"/>
                  </a:cubicBezTo>
                  <a:lnTo>
                    <a:pt x="247" y="148"/>
                  </a:lnTo>
                  <a:cubicBezTo>
                    <a:pt x="267" y="177"/>
                    <a:pt x="286" y="197"/>
                    <a:pt x="306" y="227"/>
                  </a:cubicBezTo>
                  <a:cubicBezTo>
                    <a:pt x="336" y="266"/>
                    <a:pt x="355" y="316"/>
                    <a:pt x="405" y="355"/>
                  </a:cubicBezTo>
                  <a:cubicBezTo>
                    <a:pt x="405" y="355"/>
                    <a:pt x="415" y="355"/>
                    <a:pt x="415" y="345"/>
                  </a:cubicBezTo>
                  <a:cubicBezTo>
                    <a:pt x="415" y="306"/>
                    <a:pt x="415" y="266"/>
                    <a:pt x="415" y="227"/>
                  </a:cubicBezTo>
                  <a:cubicBezTo>
                    <a:pt x="415" y="217"/>
                    <a:pt x="415" y="217"/>
                    <a:pt x="425" y="217"/>
                  </a:cubicBezTo>
                  <a:cubicBezTo>
                    <a:pt x="425" y="217"/>
                    <a:pt x="425" y="217"/>
                    <a:pt x="425" y="207"/>
                  </a:cubicBezTo>
                  <a:cubicBezTo>
                    <a:pt x="464" y="197"/>
                    <a:pt x="504" y="177"/>
                    <a:pt x="543" y="197"/>
                  </a:cubicBezTo>
                  <a:cubicBezTo>
                    <a:pt x="553" y="207"/>
                    <a:pt x="573" y="207"/>
                    <a:pt x="592" y="207"/>
                  </a:cubicBezTo>
                  <a:lnTo>
                    <a:pt x="592" y="217"/>
                  </a:lnTo>
                  <a:cubicBezTo>
                    <a:pt x="602" y="227"/>
                    <a:pt x="602" y="237"/>
                    <a:pt x="612" y="246"/>
                  </a:cubicBezTo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2" name="Rectangle 51"/>
            <p:cNvSpPr>
              <a:spLocks noChangeArrowheads="1"/>
            </p:cNvSpPr>
            <p:nvPr/>
          </p:nvSpPr>
          <p:spPr bwMode="auto">
            <a:xfrm>
              <a:off x="1676673" y="1983309"/>
              <a:ext cx="850256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>
                  <a:latin typeface="Trebuchet MS" charset="0"/>
                </a:rPr>
                <a:t>NEGATIVITY</a:t>
              </a:r>
              <a:endParaRPr lang="en-US" sz="140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267917" y="2881056"/>
            <a:ext cx="744114" cy="862855"/>
            <a:chOff x="3191339" y="2668428"/>
            <a:chExt cx="744114" cy="862855"/>
          </a:xfrm>
        </p:grpSpPr>
        <p:sp>
          <p:nvSpPr>
            <p:cNvPr id="73" name="Freeform 130"/>
            <p:cNvSpPr>
              <a:spLocks noChangeArrowheads="1"/>
            </p:cNvSpPr>
            <p:nvPr/>
          </p:nvSpPr>
          <p:spPr bwMode="auto">
            <a:xfrm>
              <a:off x="3307530" y="2668428"/>
              <a:ext cx="511732" cy="500895"/>
            </a:xfrm>
            <a:custGeom>
              <a:avLst/>
              <a:gdLst>
                <a:gd name="T0" fmla="*/ 2147483646 w 1787"/>
                <a:gd name="T1" fmla="*/ 2147483646 h 1746"/>
                <a:gd name="T2" fmla="*/ 2147483646 w 1787"/>
                <a:gd name="T3" fmla="*/ 2147483646 h 1746"/>
                <a:gd name="T4" fmla="*/ 2147483646 w 1787"/>
                <a:gd name="T5" fmla="*/ 2147483646 h 1746"/>
                <a:gd name="T6" fmla="*/ 2147483646 w 1787"/>
                <a:gd name="T7" fmla="*/ 2147483646 h 1746"/>
                <a:gd name="T8" fmla="*/ 2147483646 w 1787"/>
                <a:gd name="T9" fmla="*/ 2147483646 h 1746"/>
                <a:gd name="T10" fmla="*/ 2147483646 w 1787"/>
                <a:gd name="T11" fmla="*/ 2147483646 h 1746"/>
                <a:gd name="T12" fmla="*/ 2147483646 w 1787"/>
                <a:gd name="T13" fmla="*/ 2147483646 h 1746"/>
                <a:gd name="T14" fmla="*/ 2147483646 w 1787"/>
                <a:gd name="T15" fmla="*/ 2147483646 h 1746"/>
                <a:gd name="T16" fmla="*/ 2147483646 w 1787"/>
                <a:gd name="T17" fmla="*/ 2147483646 h 1746"/>
                <a:gd name="T18" fmla="*/ 2147483646 w 1787"/>
                <a:gd name="T19" fmla="*/ 2147483646 h 1746"/>
                <a:gd name="T20" fmla="*/ 2147483646 w 1787"/>
                <a:gd name="T21" fmla="*/ 2147483646 h 1746"/>
                <a:gd name="T22" fmla="*/ 2147483646 w 1787"/>
                <a:gd name="T23" fmla="*/ 2147483646 h 1746"/>
                <a:gd name="T24" fmla="*/ 2147483646 w 1787"/>
                <a:gd name="T25" fmla="*/ 2147483646 h 1746"/>
                <a:gd name="T26" fmla="*/ 2147483646 w 1787"/>
                <a:gd name="T27" fmla="*/ 2147483646 h 1746"/>
                <a:gd name="T28" fmla="*/ 2147483646 w 1787"/>
                <a:gd name="T29" fmla="*/ 2147483646 h 1746"/>
                <a:gd name="T30" fmla="*/ 2147483646 w 1787"/>
                <a:gd name="T31" fmla="*/ 2147483646 h 1746"/>
                <a:gd name="T32" fmla="*/ 2147483646 w 1787"/>
                <a:gd name="T33" fmla="*/ 2147483646 h 1746"/>
                <a:gd name="T34" fmla="*/ 2147483646 w 1787"/>
                <a:gd name="T35" fmla="*/ 2147483646 h 1746"/>
                <a:gd name="T36" fmla="*/ 2147483646 w 1787"/>
                <a:gd name="T37" fmla="*/ 2147483646 h 1746"/>
                <a:gd name="T38" fmla="*/ 2147483646 w 1787"/>
                <a:gd name="T39" fmla="*/ 2147483646 h 1746"/>
                <a:gd name="T40" fmla="*/ 2147483646 w 1787"/>
                <a:gd name="T41" fmla="*/ 2147483646 h 1746"/>
                <a:gd name="T42" fmla="*/ 2147483646 w 1787"/>
                <a:gd name="T43" fmla="*/ 2147483646 h 1746"/>
                <a:gd name="T44" fmla="*/ 2147483646 w 1787"/>
                <a:gd name="T45" fmla="*/ 2147483646 h 1746"/>
                <a:gd name="T46" fmla="*/ 2147483646 w 1787"/>
                <a:gd name="T47" fmla="*/ 2147483646 h 1746"/>
                <a:gd name="T48" fmla="*/ 2147483646 w 1787"/>
                <a:gd name="T49" fmla="*/ 2147483646 h 1746"/>
                <a:gd name="T50" fmla="*/ 2147483646 w 1787"/>
                <a:gd name="T51" fmla="*/ 2147483646 h 1746"/>
                <a:gd name="T52" fmla="*/ 2147483646 w 1787"/>
                <a:gd name="T53" fmla="*/ 2147483646 h 1746"/>
                <a:gd name="T54" fmla="*/ 2147483646 w 1787"/>
                <a:gd name="T55" fmla="*/ 2147483646 h 1746"/>
                <a:gd name="T56" fmla="*/ 2147483646 w 1787"/>
                <a:gd name="T57" fmla="*/ 2147483646 h 1746"/>
                <a:gd name="T58" fmla="*/ 2147483646 w 1787"/>
                <a:gd name="T59" fmla="*/ 2147483646 h 1746"/>
                <a:gd name="T60" fmla="*/ 2147483646 w 1787"/>
                <a:gd name="T61" fmla="*/ 2147483646 h 1746"/>
                <a:gd name="T62" fmla="*/ 2147483646 w 1787"/>
                <a:gd name="T63" fmla="*/ 2147483646 h 1746"/>
                <a:gd name="T64" fmla="*/ 2147483646 w 1787"/>
                <a:gd name="T65" fmla="*/ 2147483646 h 1746"/>
                <a:gd name="T66" fmla="*/ 2147483646 w 1787"/>
                <a:gd name="T67" fmla="*/ 2147483646 h 1746"/>
                <a:gd name="T68" fmla="*/ 2147483646 w 1787"/>
                <a:gd name="T69" fmla="*/ 2147483646 h 1746"/>
                <a:gd name="T70" fmla="*/ 2147483646 w 1787"/>
                <a:gd name="T71" fmla="*/ 2147483646 h 1746"/>
                <a:gd name="T72" fmla="*/ 2147483646 w 1787"/>
                <a:gd name="T73" fmla="*/ 2147483646 h 1746"/>
                <a:gd name="T74" fmla="*/ 2147483646 w 1787"/>
                <a:gd name="T75" fmla="*/ 2147483646 h 1746"/>
                <a:gd name="T76" fmla="*/ 2147483646 w 1787"/>
                <a:gd name="T77" fmla="*/ 2147483646 h 1746"/>
                <a:gd name="T78" fmla="*/ 2147483646 w 1787"/>
                <a:gd name="T79" fmla="*/ 2147483646 h 1746"/>
                <a:gd name="T80" fmla="*/ 2147483646 w 1787"/>
                <a:gd name="T81" fmla="*/ 2147483646 h 1746"/>
                <a:gd name="T82" fmla="*/ 2147483646 w 1787"/>
                <a:gd name="T83" fmla="*/ 2147483646 h 1746"/>
                <a:gd name="T84" fmla="*/ 2147483646 w 1787"/>
                <a:gd name="T85" fmla="*/ 2147483646 h 1746"/>
                <a:gd name="T86" fmla="*/ 2147483646 w 1787"/>
                <a:gd name="T87" fmla="*/ 2147483646 h 1746"/>
                <a:gd name="T88" fmla="*/ 2147483646 w 1787"/>
                <a:gd name="T89" fmla="*/ 2147483646 h 174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787" h="1746">
                  <a:moveTo>
                    <a:pt x="1708" y="414"/>
                  </a:moveTo>
                  <a:lnTo>
                    <a:pt x="1708" y="414"/>
                  </a:lnTo>
                  <a:cubicBezTo>
                    <a:pt x="1638" y="335"/>
                    <a:pt x="1559" y="365"/>
                    <a:pt x="1480" y="365"/>
                  </a:cubicBezTo>
                  <a:cubicBezTo>
                    <a:pt x="1471" y="385"/>
                    <a:pt x="1471" y="385"/>
                    <a:pt x="1471" y="385"/>
                  </a:cubicBezTo>
                  <a:cubicBezTo>
                    <a:pt x="1471" y="365"/>
                    <a:pt x="1471" y="365"/>
                    <a:pt x="1471" y="365"/>
                  </a:cubicBezTo>
                  <a:cubicBezTo>
                    <a:pt x="1461" y="365"/>
                    <a:pt x="1461" y="365"/>
                    <a:pt x="1461" y="365"/>
                  </a:cubicBezTo>
                  <a:cubicBezTo>
                    <a:pt x="1412" y="355"/>
                    <a:pt x="1372" y="286"/>
                    <a:pt x="1342" y="256"/>
                  </a:cubicBezTo>
                  <a:cubicBezTo>
                    <a:pt x="1313" y="236"/>
                    <a:pt x="1273" y="217"/>
                    <a:pt x="1263" y="187"/>
                  </a:cubicBezTo>
                  <a:cubicBezTo>
                    <a:pt x="1293" y="98"/>
                    <a:pt x="1224" y="49"/>
                    <a:pt x="1135" y="29"/>
                  </a:cubicBezTo>
                  <a:cubicBezTo>
                    <a:pt x="1066" y="9"/>
                    <a:pt x="997" y="0"/>
                    <a:pt x="997" y="98"/>
                  </a:cubicBezTo>
                  <a:cubicBezTo>
                    <a:pt x="938" y="88"/>
                    <a:pt x="898" y="59"/>
                    <a:pt x="849" y="39"/>
                  </a:cubicBezTo>
                  <a:cubicBezTo>
                    <a:pt x="790" y="29"/>
                    <a:pt x="740" y="69"/>
                    <a:pt x="691" y="59"/>
                  </a:cubicBezTo>
                  <a:cubicBezTo>
                    <a:pt x="681" y="49"/>
                    <a:pt x="681" y="49"/>
                    <a:pt x="681" y="49"/>
                  </a:cubicBezTo>
                  <a:cubicBezTo>
                    <a:pt x="671" y="49"/>
                    <a:pt x="642" y="59"/>
                    <a:pt x="632" y="69"/>
                  </a:cubicBezTo>
                  <a:cubicBezTo>
                    <a:pt x="553" y="59"/>
                    <a:pt x="444" y="88"/>
                    <a:pt x="385" y="138"/>
                  </a:cubicBezTo>
                  <a:cubicBezTo>
                    <a:pt x="306" y="197"/>
                    <a:pt x="227" y="286"/>
                    <a:pt x="188" y="374"/>
                  </a:cubicBezTo>
                  <a:cubicBezTo>
                    <a:pt x="188" y="385"/>
                    <a:pt x="188" y="385"/>
                    <a:pt x="188" y="385"/>
                  </a:cubicBezTo>
                  <a:cubicBezTo>
                    <a:pt x="168" y="434"/>
                    <a:pt x="178" y="453"/>
                    <a:pt x="207" y="483"/>
                  </a:cubicBezTo>
                  <a:cubicBezTo>
                    <a:pt x="217" y="493"/>
                    <a:pt x="217" y="493"/>
                    <a:pt x="217" y="493"/>
                  </a:cubicBezTo>
                  <a:cubicBezTo>
                    <a:pt x="237" y="483"/>
                    <a:pt x="237" y="483"/>
                    <a:pt x="237" y="483"/>
                  </a:cubicBezTo>
                  <a:cubicBezTo>
                    <a:pt x="296" y="473"/>
                    <a:pt x="346" y="434"/>
                    <a:pt x="405" y="414"/>
                  </a:cubicBezTo>
                  <a:cubicBezTo>
                    <a:pt x="425" y="444"/>
                    <a:pt x="513" y="414"/>
                    <a:pt x="543" y="414"/>
                  </a:cubicBezTo>
                  <a:cubicBezTo>
                    <a:pt x="612" y="404"/>
                    <a:pt x="662" y="414"/>
                    <a:pt x="711" y="464"/>
                  </a:cubicBezTo>
                  <a:cubicBezTo>
                    <a:pt x="701" y="523"/>
                    <a:pt x="651" y="562"/>
                    <a:pt x="622" y="611"/>
                  </a:cubicBezTo>
                  <a:cubicBezTo>
                    <a:pt x="602" y="641"/>
                    <a:pt x="602" y="671"/>
                    <a:pt x="583" y="690"/>
                  </a:cubicBezTo>
                  <a:cubicBezTo>
                    <a:pt x="572" y="720"/>
                    <a:pt x="553" y="740"/>
                    <a:pt x="533" y="759"/>
                  </a:cubicBezTo>
                  <a:cubicBezTo>
                    <a:pt x="493" y="819"/>
                    <a:pt x="464" y="868"/>
                    <a:pt x="425" y="917"/>
                  </a:cubicBezTo>
                  <a:cubicBezTo>
                    <a:pt x="385" y="977"/>
                    <a:pt x="326" y="1026"/>
                    <a:pt x="286" y="1084"/>
                  </a:cubicBezTo>
                  <a:cubicBezTo>
                    <a:pt x="277" y="1104"/>
                    <a:pt x="267" y="1134"/>
                    <a:pt x="247" y="1163"/>
                  </a:cubicBezTo>
                  <a:cubicBezTo>
                    <a:pt x="237" y="1183"/>
                    <a:pt x="207" y="1203"/>
                    <a:pt x="198" y="1232"/>
                  </a:cubicBezTo>
                  <a:cubicBezTo>
                    <a:pt x="178" y="1262"/>
                    <a:pt x="168" y="1292"/>
                    <a:pt x="148" y="1321"/>
                  </a:cubicBezTo>
                  <a:cubicBezTo>
                    <a:pt x="128" y="1351"/>
                    <a:pt x="109" y="1371"/>
                    <a:pt x="89" y="1400"/>
                  </a:cubicBezTo>
                  <a:cubicBezTo>
                    <a:pt x="59" y="1449"/>
                    <a:pt x="0" y="1518"/>
                    <a:pt x="59" y="1578"/>
                  </a:cubicBezTo>
                  <a:cubicBezTo>
                    <a:pt x="79" y="1597"/>
                    <a:pt x="119" y="1597"/>
                    <a:pt x="148" y="1617"/>
                  </a:cubicBezTo>
                  <a:cubicBezTo>
                    <a:pt x="188" y="1627"/>
                    <a:pt x="217" y="1647"/>
                    <a:pt x="247" y="1657"/>
                  </a:cubicBezTo>
                  <a:cubicBezTo>
                    <a:pt x="316" y="1696"/>
                    <a:pt x="365" y="1745"/>
                    <a:pt x="434" y="1676"/>
                  </a:cubicBezTo>
                  <a:cubicBezTo>
                    <a:pt x="484" y="1637"/>
                    <a:pt x="513" y="1578"/>
                    <a:pt x="543" y="1518"/>
                  </a:cubicBezTo>
                  <a:cubicBezTo>
                    <a:pt x="523" y="1509"/>
                    <a:pt x="523" y="1509"/>
                    <a:pt x="523" y="1509"/>
                  </a:cubicBezTo>
                  <a:cubicBezTo>
                    <a:pt x="543" y="1518"/>
                    <a:pt x="543" y="1518"/>
                    <a:pt x="543" y="1518"/>
                  </a:cubicBezTo>
                  <a:cubicBezTo>
                    <a:pt x="612" y="1390"/>
                    <a:pt x="701" y="1281"/>
                    <a:pt x="780" y="1163"/>
                  </a:cubicBezTo>
                  <a:cubicBezTo>
                    <a:pt x="878" y="996"/>
                    <a:pt x="977" y="819"/>
                    <a:pt x="1076" y="651"/>
                  </a:cubicBezTo>
                  <a:cubicBezTo>
                    <a:pt x="1106" y="651"/>
                    <a:pt x="1135" y="661"/>
                    <a:pt x="1175" y="681"/>
                  </a:cubicBezTo>
                  <a:cubicBezTo>
                    <a:pt x="1204" y="700"/>
                    <a:pt x="1234" y="710"/>
                    <a:pt x="1273" y="730"/>
                  </a:cubicBezTo>
                  <a:cubicBezTo>
                    <a:pt x="1293" y="769"/>
                    <a:pt x="1313" y="819"/>
                    <a:pt x="1333" y="858"/>
                  </a:cubicBezTo>
                  <a:cubicBezTo>
                    <a:pt x="1362" y="888"/>
                    <a:pt x="1401" y="898"/>
                    <a:pt x="1421" y="927"/>
                  </a:cubicBezTo>
                  <a:cubicBezTo>
                    <a:pt x="1441" y="937"/>
                    <a:pt x="1441" y="937"/>
                    <a:pt x="1441" y="937"/>
                  </a:cubicBezTo>
                  <a:cubicBezTo>
                    <a:pt x="1451" y="927"/>
                    <a:pt x="1451" y="927"/>
                    <a:pt x="1451" y="927"/>
                  </a:cubicBezTo>
                  <a:cubicBezTo>
                    <a:pt x="1550" y="888"/>
                    <a:pt x="1599" y="789"/>
                    <a:pt x="1648" y="700"/>
                  </a:cubicBezTo>
                  <a:cubicBezTo>
                    <a:pt x="1708" y="602"/>
                    <a:pt x="1786" y="513"/>
                    <a:pt x="1708" y="414"/>
                  </a:cubicBezTo>
                  <a:close/>
                  <a:moveTo>
                    <a:pt x="346" y="1568"/>
                  </a:moveTo>
                  <a:lnTo>
                    <a:pt x="346" y="1568"/>
                  </a:lnTo>
                  <a:cubicBezTo>
                    <a:pt x="296" y="1548"/>
                    <a:pt x="257" y="1528"/>
                    <a:pt x="227" y="1499"/>
                  </a:cubicBezTo>
                  <a:cubicBezTo>
                    <a:pt x="326" y="1331"/>
                    <a:pt x="444" y="1173"/>
                    <a:pt x="553" y="1016"/>
                  </a:cubicBezTo>
                  <a:cubicBezTo>
                    <a:pt x="612" y="937"/>
                    <a:pt x="671" y="868"/>
                    <a:pt x="711" y="789"/>
                  </a:cubicBezTo>
                  <a:cubicBezTo>
                    <a:pt x="740" y="750"/>
                    <a:pt x="770" y="710"/>
                    <a:pt x="800" y="671"/>
                  </a:cubicBezTo>
                  <a:cubicBezTo>
                    <a:pt x="819" y="631"/>
                    <a:pt x="839" y="592"/>
                    <a:pt x="869" y="562"/>
                  </a:cubicBezTo>
                  <a:cubicBezTo>
                    <a:pt x="928" y="602"/>
                    <a:pt x="928" y="602"/>
                    <a:pt x="928" y="602"/>
                  </a:cubicBezTo>
                  <a:cubicBezTo>
                    <a:pt x="908" y="631"/>
                    <a:pt x="898" y="681"/>
                    <a:pt x="878" y="720"/>
                  </a:cubicBezTo>
                  <a:cubicBezTo>
                    <a:pt x="859" y="759"/>
                    <a:pt x="829" y="809"/>
                    <a:pt x="800" y="848"/>
                  </a:cubicBezTo>
                  <a:cubicBezTo>
                    <a:pt x="740" y="937"/>
                    <a:pt x="671" y="1026"/>
                    <a:pt x="612" y="1114"/>
                  </a:cubicBezTo>
                  <a:cubicBezTo>
                    <a:pt x="533" y="1272"/>
                    <a:pt x="434" y="1420"/>
                    <a:pt x="346" y="1568"/>
                  </a:cubicBezTo>
                  <a:close/>
                  <a:moveTo>
                    <a:pt x="1283" y="582"/>
                  </a:moveTo>
                  <a:lnTo>
                    <a:pt x="1283" y="582"/>
                  </a:lnTo>
                  <a:cubicBezTo>
                    <a:pt x="1273" y="513"/>
                    <a:pt x="1185" y="483"/>
                    <a:pt x="1125" y="493"/>
                  </a:cubicBezTo>
                  <a:cubicBezTo>
                    <a:pt x="1096" y="503"/>
                    <a:pt x="1066" y="532"/>
                    <a:pt x="1027" y="513"/>
                  </a:cubicBezTo>
                  <a:cubicBezTo>
                    <a:pt x="1007" y="503"/>
                    <a:pt x="977" y="473"/>
                    <a:pt x="948" y="453"/>
                  </a:cubicBezTo>
                  <a:cubicBezTo>
                    <a:pt x="888" y="414"/>
                    <a:pt x="839" y="374"/>
                    <a:pt x="780" y="325"/>
                  </a:cubicBezTo>
                  <a:cubicBezTo>
                    <a:pt x="750" y="306"/>
                    <a:pt x="721" y="276"/>
                    <a:pt x="681" y="266"/>
                  </a:cubicBezTo>
                  <a:cubicBezTo>
                    <a:pt x="651" y="266"/>
                    <a:pt x="622" y="256"/>
                    <a:pt x="592" y="256"/>
                  </a:cubicBezTo>
                  <a:cubicBezTo>
                    <a:pt x="543" y="266"/>
                    <a:pt x="493" y="256"/>
                    <a:pt x="444" y="256"/>
                  </a:cubicBezTo>
                  <a:cubicBezTo>
                    <a:pt x="434" y="256"/>
                    <a:pt x="434" y="256"/>
                    <a:pt x="434" y="256"/>
                  </a:cubicBezTo>
                  <a:cubicBezTo>
                    <a:pt x="444" y="256"/>
                    <a:pt x="454" y="246"/>
                    <a:pt x="464" y="246"/>
                  </a:cubicBezTo>
                  <a:cubicBezTo>
                    <a:pt x="474" y="246"/>
                    <a:pt x="474" y="236"/>
                    <a:pt x="484" y="236"/>
                  </a:cubicBezTo>
                  <a:cubicBezTo>
                    <a:pt x="504" y="227"/>
                    <a:pt x="523" y="207"/>
                    <a:pt x="543" y="197"/>
                  </a:cubicBezTo>
                  <a:cubicBezTo>
                    <a:pt x="602" y="187"/>
                    <a:pt x="622" y="187"/>
                    <a:pt x="671" y="187"/>
                  </a:cubicBezTo>
                  <a:cubicBezTo>
                    <a:pt x="721" y="187"/>
                    <a:pt x="721" y="187"/>
                    <a:pt x="721" y="187"/>
                  </a:cubicBezTo>
                  <a:cubicBezTo>
                    <a:pt x="809" y="187"/>
                    <a:pt x="888" y="197"/>
                    <a:pt x="967" y="236"/>
                  </a:cubicBezTo>
                  <a:cubicBezTo>
                    <a:pt x="1036" y="266"/>
                    <a:pt x="1125" y="286"/>
                    <a:pt x="1185" y="335"/>
                  </a:cubicBezTo>
                  <a:cubicBezTo>
                    <a:pt x="1214" y="355"/>
                    <a:pt x="1254" y="385"/>
                    <a:pt x="1293" y="404"/>
                  </a:cubicBezTo>
                  <a:cubicBezTo>
                    <a:pt x="1333" y="424"/>
                    <a:pt x="1352" y="453"/>
                    <a:pt x="1382" y="483"/>
                  </a:cubicBezTo>
                  <a:cubicBezTo>
                    <a:pt x="1441" y="523"/>
                    <a:pt x="1510" y="523"/>
                    <a:pt x="1579" y="513"/>
                  </a:cubicBezTo>
                  <a:cubicBezTo>
                    <a:pt x="1530" y="602"/>
                    <a:pt x="1480" y="671"/>
                    <a:pt x="1431" y="750"/>
                  </a:cubicBezTo>
                  <a:cubicBezTo>
                    <a:pt x="1401" y="671"/>
                    <a:pt x="1362" y="611"/>
                    <a:pt x="1283" y="582"/>
                  </a:cubicBezTo>
                  <a:close/>
                  <a:moveTo>
                    <a:pt x="405" y="1518"/>
                  </a:moveTo>
                  <a:lnTo>
                    <a:pt x="405" y="1518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4" name="Rectangle 54"/>
            <p:cNvSpPr>
              <a:spLocks noChangeArrowheads="1"/>
            </p:cNvSpPr>
            <p:nvPr/>
          </p:nvSpPr>
          <p:spPr bwMode="auto">
            <a:xfrm>
              <a:off x="3191339" y="3223506"/>
              <a:ext cx="74411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sz="1400" dirty="0">
                  <a:latin typeface="Trebuchet MS" charset="0"/>
                </a:rPr>
                <a:t>SINGLE</a:t>
              </a:r>
              <a:endParaRPr lang="en-US" sz="1400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270239" y="4009984"/>
            <a:ext cx="718800" cy="952422"/>
            <a:chOff x="5911510" y="2538388"/>
            <a:chExt cx="718800" cy="952422"/>
          </a:xfrm>
        </p:grpSpPr>
        <p:sp>
          <p:nvSpPr>
            <p:cNvPr id="77" name="Freeform 136"/>
            <p:cNvSpPr>
              <a:spLocks noChangeArrowheads="1"/>
            </p:cNvSpPr>
            <p:nvPr/>
          </p:nvSpPr>
          <p:spPr bwMode="auto">
            <a:xfrm>
              <a:off x="5975311" y="2538388"/>
              <a:ext cx="591200" cy="630935"/>
            </a:xfrm>
            <a:custGeom>
              <a:avLst/>
              <a:gdLst>
                <a:gd name="T0" fmla="*/ 2147483646 w 2064"/>
                <a:gd name="T1" fmla="*/ 2147483646 h 2202"/>
                <a:gd name="T2" fmla="*/ 2147483646 w 2064"/>
                <a:gd name="T3" fmla="*/ 2147483646 h 2202"/>
                <a:gd name="T4" fmla="*/ 2147483646 w 2064"/>
                <a:gd name="T5" fmla="*/ 2147483646 h 2202"/>
                <a:gd name="T6" fmla="*/ 2147483646 w 2064"/>
                <a:gd name="T7" fmla="*/ 2147483646 h 2202"/>
                <a:gd name="T8" fmla="*/ 2147483646 w 2064"/>
                <a:gd name="T9" fmla="*/ 2147483646 h 2202"/>
                <a:gd name="T10" fmla="*/ 2147483646 w 2064"/>
                <a:gd name="T11" fmla="*/ 2147483646 h 2202"/>
                <a:gd name="T12" fmla="*/ 2147483646 w 2064"/>
                <a:gd name="T13" fmla="*/ 2147483646 h 2202"/>
                <a:gd name="T14" fmla="*/ 2147483646 w 2064"/>
                <a:gd name="T15" fmla="*/ 2147483646 h 2202"/>
                <a:gd name="T16" fmla="*/ 2147483646 w 2064"/>
                <a:gd name="T17" fmla="*/ 2147483646 h 2202"/>
                <a:gd name="T18" fmla="*/ 2147483646 w 2064"/>
                <a:gd name="T19" fmla="*/ 2147483646 h 2202"/>
                <a:gd name="T20" fmla="*/ 2147483646 w 2064"/>
                <a:gd name="T21" fmla="*/ 2147483646 h 2202"/>
                <a:gd name="T22" fmla="*/ 2147483646 w 2064"/>
                <a:gd name="T23" fmla="*/ 2147483646 h 2202"/>
                <a:gd name="T24" fmla="*/ 2147483646 w 2064"/>
                <a:gd name="T25" fmla="*/ 2147483646 h 2202"/>
                <a:gd name="T26" fmla="*/ 2147483646 w 2064"/>
                <a:gd name="T27" fmla="*/ 2147483646 h 2202"/>
                <a:gd name="T28" fmla="*/ 2147483646 w 2064"/>
                <a:gd name="T29" fmla="*/ 2147483646 h 2202"/>
                <a:gd name="T30" fmla="*/ 2147483646 w 2064"/>
                <a:gd name="T31" fmla="*/ 2147483646 h 2202"/>
                <a:gd name="T32" fmla="*/ 2147483646 w 2064"/>
                <a:gd name="T33" fmla="*/ 2147483646 h 2202"/>
                <a:gd name="T34" fmla="*/ 2147483646 w 2064"/>
                <a:gd name="T35" fmla="*/ 2147483646 h 2202"/>
                <a:gd name="T36" fmla="*/ 2147483646 w 2064"/>
                <a:gd name="T37" fmla="*/ 2147483646 h 2202"/>
                <a:gd name="T38" fmla="*/ 2147483646 w 2064"/>
                <a:gd name="T39" fmla="*/ 2147483646 h 2202"/>
                <a:gd name="T40" fmla="*/ 2147483646 w 2064"/>
                <a:gd name="T41" fmla="*/ 2147483646 h 2202"/>
                <a:gd name="T42" fmla="*/ 2147483646 w 2064"/>
                <a:gd name="T43" fmla="*/ 2147483646 h 2202"/>
                <a:gd name="T44" fmla="*/ 2147483646 w 2064"/>
                <a:gd name="T45" fmla="*/ 2147483646 h 2202"/>
                <a:gd name="T46" fmla="*/ 2147483646 w 2064"/>
                <a:gd name="T47" fmla="*/ 2147483646 h 2202"/>
                <a:gd name="T48" fmla="*/ 2147483646 w 2064"/>
                <a:gd name="T49" fmla="*/ 2147483646 h 2202"/>
                <a:gd name="T50" fmla="*/ 2147483646 w 2064"/>
                <a:gd name="T51" fmla="*/ 2147483646 h 2202"/>
                <a:gd name="T52" fmla="*/ 2147483646 w 2064"/>
                <a:gd name="T53" fmla="*/ 2147483646 h 2202"/>
                <a:gd name="T54" fmla="*/ 2147483646 w 2064"/>
                <a:gd name="T55" fmla="*/ 2147483646 h 2202"/>
                <a:gd name="T56" fmla="*/ 2147483646 w 2064"/>
                <a:gd name="T57" fmla="*/ 2147483646 h 2202"/>
                <a:gd name="T58" fmla="*/ 2147483646 w 2064"/>
                <a:gd name="T59" fmla="*/ 2147483646 h 2202"/>
                <a:gd name="T60" fmla="*/ 2147483646 w 2064"/>
                <a:gd name="T61" fmla="*/ 2147483646 h 2202"/>
                <a:gd name="T62" fmla="*/ 2147483646 w 2064"/>
                <a:gd name="T63" fmla="*/ 2147483646 h 2202"/>
                <a:gd name="T64" fmla="*/ 2147483646 w 2064"/>
                <a:gd name="T65" fmla="*/ 2147483646 h 2202"/>
                <a:gd name="T66" fmla="*/ 2147483646 w 2064"/>
                <a:gd name="T67" fmla="*/ 2147483646 h 2202"/>
                <a:gd name="T68" fmla="*/ 2147483646 w 2064"/>
                <a:gd name="T69" fmla="*/ 2147483646 h 2202"/>
                <a:gd name="T70" fmla="*/ 2147483646 w 2064"/>
                <a:gd name="T71" fmla="*/ 2147483646 h 2202"/>
                <a:gd name="T72" fmla="*/ 2147483646 w 2064"/>
                <a:gd name="T73" fmla="*/ 2147483646 h 2202"/>
                <a:gd name="T74" fmla="*/ 2147483646 w 2064"/>
                <a:gd name="T75" fmla="*/ 2147483646 h 2202"/>
                <a:gd name="T76" fmla="*/ 2147483646 w 2064"/>
                <a:gd name="T77" fmla="*/ 2147483646 h 2202"/>
                <a:gd name="T78" fmla="*/ 2147483646 w 2064"/>
                <a:gd name="T79" fmla="*/ 2147483646 h 2202"/>
                <a:gd name="T80" fmla="*/ 2147483646 w 2064"/>
                <a:gd name="T81" fmla="*/ 2147483646 h 2202"/>
                <a:gd name="T82" fmla="*/ 2147483646 w 2064"/>
                <a:gd name="T83" fmla="*/ 2147483646 h 2202"/>
                <a:gd name="T84" fmla="*/ 2147483646 w 2064"/>
                <a:gd name="T85" fmla="*/ 2147483646 h 2202"/>
                <a:gd name="T86" fmla="*/ 2147483646 w 2064"/>
                <a:gd name="T87" fmla="*/ 2147483646 h 2202"/>
                <a:gd name="T88" fmla="*/ 2147483646 w 2064"/>
                <a:gd name="T89" fmla="*/ 2147483646 h 2202"/>
                <a:gd name="T90" fmla="*/ 2147483646 w 2064"/>
                <a:gd name="T91" fmla="*/ 2147483646 h 2202"/>
                <a:gd name="T92" fmla="*/ 2147483646 w 2064"/>
                <a:gd name="T93" fmla="*/ 2147483646 h 2202"/>
                <a:gd name="T94" fmla="*/ 2147483646 w 2064"/>
                <a:gd name="T95" fmla="*/ 2147483646 h 2202"/>
                <a:gd name="T96" fmla="*/ 2147483646 w 2064"/>
                <a:gd name="T97" fmla="*/ 2147483646 h 2202"/>
                <a:gd name="T98" fmla="*/ 2147483646 w 2064"/>
                <a:gd name="T99" fmla="*/ 2147483646 h 220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64" h="2202">
                  <a:moveTo>
                    <a:pt x="1244" y="2191"/>
                  </a:moveTo>
                  <a:lnTo>
                    <a:pt x="1244" y="2191"/>
                  </a:lnTo>
                  <a:cubicBezTo>
                    <a:pt x="1234" y="2112"/>
                    <a:pt x="1234" y="2023"/>
                    <a:pt x="1234" y="1944"/>
                  </a:cubicBezTo>
                  <a:cubicBezTo>
                    <a:pt x="1343" y="1934"/>
                    <a:pt x="1441" y="1924"/>
                    <a:pt x="1540" y="1914"/>
                  </a:cubicBezTo>
                  <a:cubicBezTo>
                    <a:pt x="1609" y="1914"/>
                    <a:pt x="1668" y="1914"/>
                    <a:pt x="1728" y="1904"/>
                  </a:cubicBezTo>
                  <a:cubicBezTo>
                    <a:pt x="1767" y="1895"/>
                    <a:pt x="1836" y="1865"/>
                    <a:pt x="1836" y="1816"/>
                  </a:cubicBezTo>
                  <a:cubicBezTo>
                    <a:pt x="1816" y="1727"/>
                    <a:pt x="1806" y="1628"/>
                    <a:pt x="1796" y="1539"/>
                  </a:cubicBezTo>
                  <a:cubicBezTo>
                    <a:pt x="1787" y="1490"/>
                    <a:pt x="1787" y="1441"/>
                    <a:pt x="1767" y="1391"/>
                  </a:cubicBezTo>
                  <a:cubicBezTo>
                    <a:pt x="1747" y="1342"/>
                    <a:pt x="1717" y="1312"/>
                    <a:pt x="1698" y="1273"/>
                  </a:cubicBezTo>
                  <a:cubicBezTo>
                    <a:pt x="1688" y="1243"/>
                    <a:pt x="1678" y="1214"/>
                    <a:pt x="1649" y="1204"/>
                  </a:cubicBezTo>
                  <a:cubicBezTo>
                    <a:pt x="1599" y="1194"/>
                    <a:pt x="1550" y="1224"/>
                    <a:pt x="1510" y="1233"/>
                  </a:cubicBezTo>
                  <a:cubicBezTo>
                    <a:pt x="1421" y="1243"/>
                    <a:pt x="1333" y="1273"/>
                    <a:pt x="1244" y="1273"/>
                  </a:cubicBezTo>
                  <a:cubicBezTo>
                    <a:pt x="1244" y="1263"/>
                    <a:pt x="1244" y="1263"/>
                    <a:pt x="1244" y="1263"/>
                  </a:cubicBezTo>
                  <a:cubicBezTo>
                    <a:pt x="1204" y="1184"/>
                    <a:pt x="1244" y="1095"/>
                    <a:pt x="1234" y="1006"/>
                  </a:cubicBezTo>
                  <a:cubicBezTo>
                    <a:pt x="1313" y="996"/>
                    <a:pt x="1382" y="977"/>
                    <a:pt x="1461" y="977"/>
                  </a:cubicBezTo>
                  <a:cubicBezTo>
                    <a:pt x="1500" y="967"/>
                    <a:pt x="1550" y="957"/>
                    <a:pt x="1599" y="957"/>
                  </a:cubicBezTo>
                  <a:cubicBezTo>
                    <a:pt x="1638" y="947"/>
                    <a:pt x="1649" y="977"/>
                    <a:pt x="1678" y="996"/>
                  </a:cubicBezTo>
                  <a:cubicBezTo>
                    <a:pt x="1757" y="1016"/>
                    <a:pt x="1806" y="937"/>
                    <a:pt x="1846" y="888"/>
                  </a:cubicBezTo>
                  <a:cubicBezTo>
                    <a:pt x="1895" y="809"/>
                    <a:pt x="1954" y="750"/>
                    <a:pt x="2014" y="681"/>
                  </a:cubicBezTo>
                  <a:cubicBezTo>
                    <a:pt x="2043" y="641"/>
                    <a:pt x="2063" y="631"/>
                    <a:pt x="2023" y="592"/>
                  </a:cubicBezTo>
                  <a:cubicBezTo>
                    <a:pt x="1994" y="562"/>
                    <a:pt x="1954" y="523"/>
                    <a:pt x="1915" y="493"/>
                  </a:cubicBezTo>
                  <a:cubicBezTo>
                    <a:pt x="1846" y="434"/>
                    <a:pt x="1777" y="375"/>
                    <a:pt x="1698" y="345"/>
                  </a:cubicBezTo>
                  <a:cubicBezTo>
                    <a:pt x="1609" y="316"/>
                    <a:pt x="1520" y="345"/>
                    <a:pt x="1441" y="345"/>
                  </a:cubicBezTo>
                  <a:cubicBezTo>
                    <a:pt x="1392" y="355"/>
                    <a:pt x="1352" y="355"/>
                    <a:pt x="1313" y="345"/>
                  </a:cubicBezTo>
                  <a:cubicBezTo>
                    <a:pt x="1283" y="335"/>
                    <a:pt x="1254" y="325"/>
                    <a:pt x="1224" y="316"/>
                  </a:cubicBezTo>
                  <a:cubicBezTo>
                    <a:pt x="1224" y="276"/>
                    <a:pt x="1214" y="227"/>
                    <a:pt x="1214" y="187"/>
                  </a:cubicBezTo>
                  <a:cubicBezTo>
                    <a:pt x="1224" y="148"/>
                    <a:pt x="1234" y="88"/>
                    <a:pt x="1185" y="69"/>
                  </a:cubicBezTo>
                  <a:cubicBezTo>
                    <a:pt x="1125" y="29"/>
                    <a:pt x="928" y="0"/>
                    <a:pt x="918" y="108"/>
                  </a:cubicBezTo>
                  <a:cubicBezTo>
                    <a:pt x="898" y="187"/>
                    <a:pt x="908" y="266"/>
                    <a:pt x="908" y="355"/>
                  </a:cubicBezTo>
                  <a:cubicBezTo>
                    <a:pt x="809" y="355"/>
                    <a:pt x="721" y="365"/>
                    <a:pt x="632" y="375"/>
                  </a:cubicBezTo>
                  <a:cubicBezTo>
                    <a:pt x="573" y="385"/>
                    <a:pt x="513" y="385"/>
                    <a:pt x="464" y="404"/>
                  </a:cubicBezTo>
                  <a:cubicBezTo>
                    <a:pt x="425" y="414"/>
                    <a:pt x="405" y="434"/>
                    <a:pt x="405" y="464"/>
                  </a:cubicBezTo>
                  <a:cubicBezTo>
                    <a:pt x="395" y="483"/>
                    <a:pt x="395" y="483"/>
                    <a:pt x="395" y="483"/>
                  </a:cubicBezTo>
                  <a:cubicBezTo>
                    <a:pt x="375" y="483"/>
                    <a:pt x="326" y="473"/>
                    <a:pt x="306" y="493"/>
                  </a:cubicBezTo>
                  <a:cubicBezTo>
                    <a:pt x="296" y="513"/>
                    <a:pt x="316" y="543"/>
                    <a:pt x="316" y="552"/>
                  </a:cubicBezTo>
                  <a:cubicBezTo>
                    <a:pt x="326" y="582"/>
                    <a:pt x="336" y="611"/>
                    <a:pt x="346" y="651"/>
                  </a:cubicBezTo>
                  <a:cubicBezTo>
                    <a:pt x="375" y="769"/>
                    <a:pt x="365" y="888"/>
                    <a:pt x="395" y="1006"/>
                  </a:cubicBezTo>
                  <a:cubicBezTo>
                    <a:pt x="415" y="1125"/>
                    <a:pt x="563" y="1075"/>
                    <a:pt x="651" y="1066"/>
                  </a:cubicBezTo>
                  <a:cubicBezTo>
                    <a:pt x="711" y="1056"/>
                    <a:pt x="760" y="1066"/>
                    <a:pt x="820" y="1066"/>
                  </a:cubicBezTo>
                  <a:cubicBezTo>
                    <a:pt x="859" y="1066"/>
                    <a:pt x="908" y="1066"/>
                    <a:pt x="948" y="1066"/>
                  </a:cubicBezTo>
                  <a:cubicBezTo>
                    <a:pt x="958" y="1312"/>
                    <a:pt x="958" y="1312"/>
                    <a:pt x="958" y="1312"/>
                  </a:cubicBezTo>
                  <a:cubicBezTo>
                    <a:pt x="849" y="1322"/>
                    <a:pt x="750" y="1342"/>
                    <a:pt x="651" y="1342"/>
                  </a:cubicBezTo>
                  <a:cubicBezTo>
                    <a:pt x="592" y="1342"/>
                    <a:pt x="543" y="1362"/>
                    <a:pt x="484" y="1362"/>
                  </a:cubicBezTo>
                  <a:cubicBezTo>
                    <a:pt x="464" y="1362"/>
                    <a:pt x="444" y="1352"/>
                    <a:pt x="425" y="1352"/>
                  </a:cubicBezTo>
                  <a:cubicBezTo>
                    <a:pt x="405" y="1352"/>
                    <a:pt x="375" y="1381"/>
                    <a:pt x="356" y="1391"/>
                  </a:cubicBezTo>
                  <a:cubicBezTo>
                    <a:pt x="306" y="1431"/>
                    <a:pt x="217" y="1470"/>
                    <a:pt x="188" y="1530"/>
                  </a:cubicBezTo>
                  <a:cubicBezTo>
                    <a:pt x="168" y="1549"/>
                    <a:pt x="168" y="1579"/>
                    <a:pt x="148" y="1598"/>
                  </a:cubicBezTo>
                  <a:cubicBezTo>
                    <a:pt x="128" y="1618"/>
                    <a:pt x="109" y="1628"/>
                    <a:pt x="89" y="1638"/>
                  </a:cubicBezTo>
                  <a:cubicBezTo>
                    <a:pt x="30" y="1668"/>
                    <a:pt x="0" y="1727"/>
                    <a:pt x="50" y="1786"/>
                  </a:cubicBezTo>
                  <a:cubicBezTo>
                    <a:pt x="59" y="1806"/>
                    <a:pt x="89" y="1825"/>
                    <a:pt x="109" y="1845"/>
                  </a:cubicBezTo>
                  <a:cubicBezTo>
                    <a:pt x="128" y="1875"/>
                    <a:pt x="148" y="1895"/>
                    <a:pt x="178" y="1914"/>
                  </a:cubicBezTo>
                  <a:cubicBezTo>
                    <a:pt x="207" y="1924"/>
                    <a:pt x="227" y="1944"/>
                    <a:pt x="257" y="1964"/>
                  </a:cubicBezTo>
                  <a:cubicBezTo>
                    <a:pt x="286" y="1983"/>
                    <a:pt x="316" y="2003"/>
                    <a:pt x="346" y="2023"/>
                  </a:cubicBezTo>
                  <a:cubicBezTo>
                    <a:pt x="375" y="2033"/>
                    <a:pt x="395" y="2053"/>
                    <a:pt x="425" y="2053"/>
                  </a:cubicBezTo>
                  <a:cubicBezTo>
                    <a:pt x="464" y="2062"/>
                    <a:pt x="494" y="2033"/>
                    <a:pt x="523" y="2023"/>
                  </a:cubicBezTo>
                  <a:cubicBezTo>
                    <a:pt x="592" y="2013"/>
                    <a:pt x="662" y="1993"/>
                    <a:pt x="730" y="1974"/>
                  </a:cubicBezTo>
                  <a:cubicBezTo>
                    <a:pt x="790" y="1964"/>
                    <a:pt x="849" y="1974"/>
                    <a:pt x="918" y="1964"/>
                  </a:cubicBezTo>
                  <a:cubicBezTo>
                    <a:pt x="928" y="2003"/>
                    <a:pt x="938" y="2043"/>
                    <a:pt x="938" y="2092"/>
                  </a:cubicBezTo>
                  <a:cubicBezTo>
                    <a:pt x="938" y="2132"/>
                    <a:pt x="938" y="2161"/>
                    <a:pt x="938" y="2201"/>
                  </a:cubicBezTo>
                  <a:lnTo>
                    <a:pt x="1244" y="2191"/>
                  </a:lnTo>
                  <a:close/>
                  <a:moveTo>
                    <a:pt x="1471" y="1352"/>
                  </a:moveTo>
                  <a:lnTo>
                    <a:pt x="1471" y="1352"/>
                  </a:lnTo>
                  <a:cubicBezTo>
                    <a:pt x="1530" y="1332"/>
                    <a:pt x="1619" y="1322"/>
                    <a:pt x="1658" y="1381"/>
                  </a:cubicBezTo>
                  <a:cubicBezTo>
                    <a:pt x="1668" y="1401"/>
                    <a:pt x="1678" y="1441"/>
                    <a:pt x="1678" y="1470"/>
                  </a:cubicBezTo>
                  <a:cubicBezTo>
                    <a:pt x="1688" y="1519"/>
                    <a:pt x="1698" y="1569"/>
                    <a:pt x="1708" y="1618"/>
                  </a:cubicBezTo>
                  <a:cubicBezTo>
                    <a:pt x="1717" y="1677"/>
                    <a:pt x="1747" y="1766"/>
                    <a:pt x="1668" y="1776"/>
                  </a:cubicBezTo>
                  <a:cubicBezTo>
                    <a:pt x="1570" y="1796"/>
                    <a:pt x="1481" y="1796"/>
                    <a:pt x="1382" y="1806"/>
                  </a:cubicBezTo>
                  <a:cubicBezTo>
                    <a:pt x="1224" y="1825"/>
                    <a:pt x="1056" y="1845"/>
                    <a:pt x="888" y="1865"/>
                  </a:cubicBezTo>
                  <a:cubicBezTo>
                    <a:pt x="809" y="1865"/>
                    <a:pt x="721" y="1875"/>
                    <a:pt x="642" y="1885"/>
                  </a:cubicBezTo>
                  <a:cubicBezTo>
                    <a:pt x="563" y="1904"/>
                    <a:pt x="484" y="1934"/>
                    <a:pt x="405" y="1904"/>
                  </a:cubicBezTo>
                  <a:cubicBezTo>
                    <a:pt x="346" y="1875"/>
                    <a:pt x="277" y="1835"/>
                    <a:pt x="237" y="1786"/>
                  </a:cubicBezTo>
                  <a:cubicBezTo>
                    <a:pt x="207" y="1766"/>
                    <a:pt x="178" y="1737"/>
                    <a:pt x="207" y="1707"/>
                  </a:cubicBezTo>
                  <a:cubicBezTo>
                    <a:pt x="217" y="1687"/>
                    <a:pt x="247" y="1677"/>
                    <a:pt x="267" y="1668"/>
                  </a:cubicBezTo>
                  <a:cubicBezTo>
                    <a:pt x="306" y="1589"/>
                    <a:pt x="356" y="1519"/>
                    <a:pt x="444" y="1480"/>
                  </a:cubicBezTo>
                  <a:cubicBezTo>
                    <a:pt x="543" y="1451"/>
                    <a:pt x="671" y="1460"/>
                    <a:pt x="780" y="1451"/>
                  </a:cubicBezTo>
                  <a:cubicBezTo>
                    <a:pt x="839" y="1441"/>
                    <a:pt x="898" y="1431"/>
                    <a:pt x="958" y="1421"/>
                  </a:cubicBezTo>
                  <a:cubicBezTo>
                    <a:pt x="1017" y="1411"/>
                    <a:pt x="1066" y="1411"/>
                    <a:pt x="1125" y="1401"/>
                  </a:cubicBezTo>
                  <a:cubicBezTo>
                    <a:pt x="1244" y="1391"/>
                    <a:pt x="1362" y="1381"/>
                    <a:pt x="1471" y="1352"/>
                  </a:cubicBezTo>
                  <a:close/>
                  <a:moveTo>
                    <a:pt x="1856" y="671"/>
                  </a:moveTo>
                  <a:lnTo>
                    <a:pt x="1856" y="671"/>
                  </a:lnTo>
                  <a:cubicBezTo>
                    <a:pt x="1816" y="710"/>
                    <a:pt x="1777" y="760"/>
                    <a:pt x="1737" y="799"/>
                  </a:cubicBezTo>
                  <a:cubicBezTo>
                    <a:pt x="1708" y="829"/>
                    <a:pt x="1668" y="839"/>
                    <a:pt x="1619" y="839"/>
                  </a:cubicBezTo>
                  <a:cubicBezTo>
                    <a:pt x="1491" y="848"/>
                    <a:pt x="1362" y="878"/>
                    <a:pt x="1234" y="898"/>
                  </a:cubicBezTo>
                  <a:cubicBezTo>
                    <a:pt x="1175" y="898"/>
                    <a:pt x="1106" y="908"/>
                    <a:pt x="1036" y="918"/>
                  </a:cubicBezTo>
                  <a:cubicBezTo>
                    <a:pt x="977" y="927"/>
                    <a:pt x="908" y="957"/>
                    <a:pt x="849" y="957"/>
                  </a:cubicBezTo>
                  <a:cubicBezTo>
                    <a:pt x="790" y="957"/>
                    <a:pt x="741" y="947"/>
                    <a:pt x="681" y="957"/>
                  </a:cubicBezTo>
                  <a:cubicBezTo>
                    <a:pt x="632" y="967"/>
                    <a:pt x="592" y="977"/>
                    <a:pt x="543" y="967"/>
                  </a:cubicBezTo>
                  <a:cubicBezTo>
                    <a:pt x="444" y="533"/>
                    <a:pt x="444" y="533"/>
                    <a:pt x="444" y="533"/>
                  </a:cubicBezTo>
                  <a:cubicBezTo>
                    <a:pt x="583" y="513"/>
                    <a:pt x="711" y="483"/>
                    <a:pt x="839" y="483"/>
                  </a:cubicBezTo>
                  <a:cubicBezTo>
                    <a:pt x="908" y="473"/>
                    <a:pt x="977" y="483"/>
                    <a:pt x="1036" y="483"/>
                  </a:cubicBezTo>
                  <a:cubicBezTo>
                    <a:pt x="1096" y="483"/>
                    <a:pt x="1155" y="454"/>
                    <a:pt x="1214" y="464"/>
                  </a:cubicBezTo>
                  <a:cubicBezTo>
                    <a:pt x="1234" y="464"/>
                    <a:pt x="1264" y="473"/>
                    <a:pt x="1293" y="473"/>
                  </a:cubicBezTo>
                  <a:cubicBezTo>
                    <a:pt x="1333" y="483"/>
                    <a:pt x="1362" y="483"/>
                    <a:pt x="1402" y="473"/>
                  </a:cubicBezTo>
                  <a:cubicBezTo>
                    <a:pt x="1461" y="464"/>
                    <a:pt x="1530" y="464"/>
                    <a:pt x="1599" y="464"/>
                  </a:cubicBezTo>
                  <a:cubicBezTo>
                    <a:pt x="1619" y="464"/>
                    <a:pt x="1649" y="464"/>
                    <a:pt x="1678" y="483"/>
                  </a:cubicBezTo>
                  <a:cubicBezTo>
                    <a:pt x="1698" y="493"/>
                    <a:pt x="1728" y="523"/>
                    <a:pt x="1747" y="543"/>
                  </a:cubicBezTo>
                  <a:cubicBezTo>
                    <a:pt x="1796" y="572"/>
                    <a:pt x="1826" y="611"/>
                    <a:pt x="1866" y="661"/>
                  </a:cubicBezTo>
                  <a:lnTo>
                    <a:pt x="1856" y="671"/>
                  </a:lnTo>
                  <a:close/>
                </a:path>
              </a:pathLst>
            </a:custGeom>
            <a:solidFill>
              <a:srgbClr val="25261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8" name="Freeform 137"/>
            <p:cNvSpPr>
              <a:spLocks noChangeArrowheads="1"/>
            </p:cNvSpPr>
            <p:nvPr/>
          </p:nvSpPr>
          <p:spPr bwMode="auto">
            <a:xfrm>
              <a:off x="6265492" y="3478769"/>
              <a:ext cx="10837" cy="12041"/>
            </a:xfrm>
            <a:custGeom>
              <a:avLst/>
              <a:gdLst>
                <a:gd name="T0" fmla="*/ 2147483646 w 31"/>
                <a:gd name="T1" fmla="*/ 0 h 30"/>
                <a:gd name="T2" fmla="*/ 2147483646 w 31"/>
                <a:gd name="T3" fmla="*/ 0 h 30"/>
                <a:gd name="T4" fmla="*/ 0 w 31"/>
                <a:gd name="T5" fmla="*/ 2147483646 h 30"/>
                <a:gd name="T6" fmla="*/ 2147483646 w 31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30">
                  <a:moveTo>
                    <a:pt x="30" y="0"/>
                  </a:moveTo>
                  <a:lnTo>
                    <a:pt x="30" y="0"/>
                  </a:lnTo>
                  <a:cubicBezTo>
                    <a:pt x="20" y="10"/>
                    <a:pt x="10" y="19"/>
                    <a:pt x="0" y="29"/>
                  </a:cubicBezTo>
                  <a:cubicBezTo>
                    <a:pt x="10" y="19"/>
                    <a:pt x="20" y="10"/>
                    <a:pt x="30" y="0"/>
                  </a:cubicBezTo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9" name="Freeform 138"/>
            <p:cNvSpPr>
              <a:spLocks noChangeArrowheads="1"/>
            </p:cNvSpPr>
            <p:nvPr/>
          </p:nvSpPr>
          <p:spPr bwMode="auto">
            <a:xfrm>
              <a:off x="6269105" y="3487198"/>
              <a:ext cx="2408" cy="3612"/>
            </a:xfrm>
            <a:custGeom>
              <a:avLst/>
              <a:gdLst>
                <a:gd name="T0" fmla="*/ 0 w 11"/>
                <a:gd name="T1" fmla="*/ 0 h 11"/>
                <a:gd name="T2" fmla="*/ 0 w 11"/>
                <a:gd name="T3" fmla="*/ 0 h 11"/>
                <a:gd name="T4" fmla="*/ 2147483646 w 11"/>
                <a:gd name="T5" fmla="*/ 2147483646 h 11"/>
                <a:gd name="T6" fmla="*/ 0 w 11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0" y="0"/>
                  </a:moveTo>
                  <a:lnTo>
                    <a:pt x="0" y="0"/>
                  </a:lnTo>
                  <a:lnTo>
                    <a:pt x="10" y="10"/>
                  </a:lnTo>
                  <a:lnTo>
                    <a:pt x="0" y="0"/>
                  </a:lnTo>
                </a:path>
              </a:pathLst>
            </a:custGeom>
            <a:solidFill>
              <a:srgbClr val="29ABE2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80" name="Rectangle 59"/>
            <p:cNvSpPr>
              <a:spLocks noChangeArrowheads="1"/>
            </p:cNvSpPr>
            <p:nvPr/>
          </p:nvSpPr>
          <p:spPr bwMode="auto">
            <a:xfrm>
              <a:off x="5911510" y="3223506"/>
              <a:ext cx="718800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>
                  <a:latin typeface="Trebuchet MS" charset="0"/>
                </a:rPr>
                <a:t>URGENCY</a:t>
              </a:r>
              <a:endParaRPr lang="en-US" sz="140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372269" y="1849166"/>
            <a:ext cx="1167588" cy="629840"/>
            <a:chOff x="396068" y="2846521"/>
            <a:chExt cx="1167588" cy="629840"/>
          </a:xfrm>
        </p:grpSpPr>
        <p:sp>
          <p:nvSpPr>
            <p:cNvPr id="75" name="Freeform 122"/>
            <p:cNvSpPr>
              <a:spLocks noChangeArrowheads="1"/>
            </p:cNvSpPr>
            <p:nvPr/>
          </p:nvSpPr>
          <p:spPr bwMode="auto">
            <a:xfrm>
              <a:off x="976850" y="3459504"/>
              <a:ext cx="6021" cy="16857"/>
            </a:xfrm>
            <a:custGeom>
              <a:avLst/>
              <a:gdLst>
                <a:gd name="T0" fmla="*/ 2857302 w 21"/>
                <a:gd name="T1" fmla="*/ 7964930 h 61"/>
                <a:gd name="T2" fmla="*/ 2857302 w 21"/>
                <a:gd name="T3" fmla="*/ 7964930 h 61"/>
                <a:gd name="T4" fmla="*/ 0 w 21"/>
                <a:gd name="T5" fmla="*/ 0 h 61"/>
                <a:gd name="T6" fmla="*/ 2857302 w 21"/>
                <a:gd name="T7" fmla="*/ 796493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61">
                  <a:moveTo>
                    <a:pt x="20" y="60"/>
                  </a:moveTo>
                  <a:lnTo>
                    <a:pt x="20" y="60"/>
                  </a:lnTo>
                  <a:cubicBezTo>
                    <a:pt x="20" y="40"/>
                    <a:pt x="10" y="20"/>
                    <a:pt x="0" y="0"/>
                  </a:cubicBezTo>
                  <a:cubicBezTo>
                    <a:pt x="10" y="20"/>
                    <a:pt x="20" y="40"/>
                    <a:pt x="20" y="60"/>
                  </a:cubicBezTo>
                </a:path>
              </a:pathLst>
            </a:custGeom>
            <a:solidFill>
              <a:srgbClr val="FFCB34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>
                  <a:solidFill>
                    <a:srgbClr val="FFFFFF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7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400"/>
            </a:p>
          </p:txBody>
        </p:sp>
        <p:sp>
          <p:nvSpPr>
            <p:cNvPr id="76" name="Rectangle 56"/>
            <p:cNvSpPr>
              <a:spLocks noChangeArrowheads="1"/>
            </p:cNvSpPr>
            <p:nvPr/>
          </p:nvSpPr>
          <p:spPr bwMode="auto">
            <a:xfrm>
              <a:off x="396068" y="3209057"/>
              <a:ext cx="1167588" cy="233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 dirty="0" smtClean="0">
                  <a:latin typeface="Trebuchet MS" charset="0"/>
                </a:rPr>
                <a:t>GENERALIZATION</a:t>
              </a:r>
              <a:endParaRPr lang="en-US" sz="1400" dirty="0"/>
            </a:p>
          </p:txBody>
        </p:sp>
        <p:grpSp>
          <p:nvGrpSpPr>
            <p:cNvPr id="81" name="Group 80"/>
            <p:cNvGrpSpPr/>
            <p:nvPr/>
          </p:nvGrpSpPr>
          <p:grpSpPr>
            <a:xfrm>
              <a:off x="566708" y="2846521"/>
              <a:ext cx="788789" cy="248530"/>
              <a:chOff x="490865" y="3216109"/>
              <a:chExt cx="1392801" cy="438839"/>
            </a:xfrm>
          </p:grpSpPr>
          <p:sp>
            <p:nvSpPr>
              <p:cNvPr id="82" name="Freeform 2"/>
              <p:cNvSpPr/>
              <p:nvPr/>
            </p:nvSpPr>
            <p:spPr>
              <a:xfrm>
                <a:off x="1432150" y="3220747"/>
                <a:ext cx="451516" cy="426350"/>
              </a:xfrm>
              <a:custGeom>
                <a:avLst/>
                <a:gdLst/>
                <a:ahLst/>
                <a:cxnLst/>
                <a:rect l="0" t="0" r="r" b="b"/>
                <a:pathLst>
                  <a:path w="1525" h="1440">
                    <a:moveTo>
                      <a:pt x="1434" y="415"/>
                    </a:moveTo>
                    <a:cubicBezTo>
                      <a:pt x="1431" y="408"/>
                      <a:pt x="1428" y="400"/>
                      <a:pt x="1426" y="394"/>
                    </a:cubicBezTo>
                    <a:cubicBezTo>
                      <a:pt x="1402" y="341"/>
                      <a:pt x="1360" y="267"/>
                      <a:pt x="1291" y="222"/>
                    </a:cubicBezTo>
                    <a:cubicBezTo>
                      <a:pt x="1272" y="209"/>
                      <a:pt x="1267" y="193"/>
                      <a:pt x="1264" y="177"/>
                    </a:cubicBezTo>
                    <a:cubicBezTo>
                      <a:pt x="1259" y="162"/>
                      <a:pt x="1256" y="148"/>
                      <a:pt x="1238" y="143"/>
                    </a:cubicBezTo>
                    <a:cubicBezTo>
                      <a:pt x="1219" y="135"/>
                      <a:pt x="1203" y="127"/>
                      <a:pt x="1185" y="122"/>
                    </a:cubicBezTo>
                    <a:cubicBezTo>
                      <a:pt x="1145" y="106"/>
                      <a:pt x="1103" y="87"/>
                      <a:pt x="1063" y="69"/>
                    </a:cubicBezTo>
                    <a:cubicBezTo>
                      <a:pt x="979" y="27"/>
                      <a:pt x="886" y="13"/>
                      <a:pt x="799" y="3"/>
                    </a:cubicBezTo>
                    <a:cubicBezTo>
                      <a:pt x="772" y="0"/>
                      <a:pt x="746" y="0"/>
                      <a:pt x="714" y="3"/>
                    </a:cubicBezTo>
                    <a:cubicBezTo>
                      <a:pt x="690" y="5"/>
                      <a:pt x="666" y="11"/>
                      <a:pt x="645" y="16"/>
                    </a:cubicBezTo>
                    <a:cubicBezTo>
                      <a:pt x="616" y="21"/>
                      <a:pt x="587" y="27"/>
                      <a:pt x="558" y="29"/>
                    </a:cubicBezTo>
                    <a:cubicBezTo>
                      <a:pt x="468" y="40"/>
                      <a:pt x="391" y="82"/>
                      <a:pt x="317" y="162"/>
                    </a:cubicBezTo>
                    <a:cubicBezTo>
                      <a:pt x="294" y="188"/>
                      <a:pt x="270" y="212"/>
                      <a:pt x="241" y="230"/>
                    </a:cubicBezTo>
                    <a:cubicBezTo>
                      <a:pt x="206" y="251"/>
                      <a:pt x="182" y="291"/>
                      <a:pt x="161" y="326"/>
                    </a:cubicBezTo>
                    <a:cubicBezTo>
                      <a:pt x="145" y="352"/>
                      <a:pt x="132" y="381"/>
                      <a:pt x="116" y="410"/>
                    </a:cubicBezTo>
                    <a:cubicBezTo>
                      <a:pt x="95" y="447"/>
                      <a:pt x="74" y="487"/>
                      <a:pt x="53" y="524"/>
                    </a:cubicBezTo>
                    <a:cubicBezTo>
                      <a:pt x="53" y="527"/>
                      <a:pt x="53" y="529"/>
                      <a:pt x="50" y="532"/>
                    </a:cubicBezTo>
                    <a:cubicBezTo>
                      <a:pt x="48" y="548"/>
                      <a:pt x="45" y="566"/>
                      <a:pt x="34" y="577"/>
                    </a:cubicBezTo>
                    <a:lnTo>
                      <a:pt x="10" y="669"/>
                    </a:lnTo>
                    <a:cubicBezTo>
                      <a:pt x="0" y="770"/>
                      <a:pt x="10" y="886"/>
                      <a:pt x="42" y="1032"/>
                    </a:cubicBezTo>
                    <a:cubicBezTo>
                      <a:pt x="61" y="1117"/>
                      <a:pt x="103" y="1191"/>
                      <a:pt x="167" y="1244"/>
                    </a:cubicBezTo>
                    <a:cubicBezTo>
                      <a:pt x="196" y="1267"/>
                      <a:pt x="225" y="1291"/>
                      <a:pt x="254" y="1315"/>
                    </a:cubicBezTo>
                    <a:lnTo>
                      <a:pt x="283" y="1339"/>
                    </a:lnTo>
                    <a:lnTo>
                      <a:pt x="378" y="1400"/>
                    </a:lnTo>
                    <a:lnTo>
                      <a:pt x="391" y="1402"/>
                    </a:lnTo>
                    <a:cubicBezTo>
                      <a:pt x="407" y="1408"/>
                      <a:pt x="423" y="1410"/>
                      <a:pt x="439" y="1415"/>
                    </a:cubicBezTo>
                    <a:lnTo>
                      <a:pt x="455" y="1418"/>
                    </a:lnTo>
                    <a:cubicBezTo>
                      <a:pt x="510" y="1429"/>
                      <a:pt x="569" y="1439"/>
                      <a:pt x="627" y="1439"/>
                    </a:cubicBezTo>
                    <a:cubicBezTo>
                      <a:pt x="664" y="1439"/>
                      <a:pt x="743" y="1429"/>
                      <a:pt x="783" y="1423"/>
                    </a:cubicBezTo>
                    <a:lnTo>
                      <a:pt x="788" y="1423"/>
                    </a:lnTo>
                    <a:cubicBezTo>
                      <a:pt x="825" y="1418"/>
                      <a:pt x="854" y="1415"/>
                      <a:pt x="881" y="1413"/>
                    </a:cubicBezTo>
                    <a:cubicBezTo>
                      <a:pt x="942" y="1408"/>
                      <a:pt x="981" y="1402"/>
                      <a:pt x="1024" y="1386"/>
                    </a:cubicBezTo>
                    <a:cubicBezTo>
                      <a:pt x="1039" y="1381"/>
                      <a:pt x="1106" y="1357"/>
                      <a:pt x="1124" y="1357"/>
                    </a:cubicBezTo>
                    <a:lnTo>
                      <a:pt x="1143" y="1357"/>
                    </a:lnTo>
                    <a:cubicBezTo>
                      <a:pt x="1190" y="1357"/>
                      <a:pt x="1262" y="1355"/>
                      <a:pt x="1296" y="1352"/>
                    </a:cubicBezTo>
                    <a:cubicBezTo>
                      <a:pt x="1320" y="1349"/>
                      <a:pt x="1383" y="1328"/>
                      <a:pt x="1402" y="1318"/>
                    </a:cubicBezTo>
                    <a:cubicBezTo>
                      <a:pt x="1434" y="1299"/>
                      <a:pt x="1439" y="1288"/>
                      <a:pt x="1442" y="1286"/>
                    </a:cubicBezTo>
                    <a:cubicBezTo>
                      <a:pt x="1447" y="1275"/>
                      <a:pt x="1444" y="1254"/>
                      <a:pt x="1428" y="1236"/>
                    </a:cubicBezTo>
                    <a:cubicBezTo>
                      <a:pt x="1418" y="1225"/>
                      <a:pt x="1391" y="1214"/>
                      <a:pt x="1357" y="1204"/>
                    </a:cubicBezTo>
                    <a:cubicBezTo>
                      <a:pt x="1354" y="1204"/>
                      <a:pt x="1349" y="1201"/>
                      <a:pt x="1346" y="1201"/>
                    </a:cubicBezTo>
                    <a:cubicBezTo>
                      <a:pt x="1328" y="1199"/>
                      <a:pt x="1301" y="1193"/>
                      <a:pt x="1293" y="1172"/>
                    </a:cubicBezTo>
                    <a:lnTo>
                      <a:pt x="1293" y="1169"/>
                    </a:lnTo>
                    <a:lnTo>
                      <a:pt x="1296" y="1167"/>
                    </a:lnTo>
                    <a:cubicBezTo>
                      <a:pt x="1299" y="1161"/>
                      <a:pt x="1304" y="1154"/>
                      <a:pt x="1307" y="1148"/>
                    </a:cubicBezTo>
                    <a:cubicBezTo>
                      <a:pt x="1315" y="1135"/>
                      <a:pt x="1325" y="1122"/>
                      <a:pt x="1333" y="1109"/>
                    </a:cubicBezTo>
                    <a:cubicBezTo>
                      <a:pt x="1341" y="1098"/>
                      <a:pt x="1349" y="1087"/>
                      <a:pt x="1357" y="1077"/>
                    </a:cubicBezTo>
                    <a:cubicBezTo>
                      <a:pt x="1365" y="1066"/>
                      <a:pt x="1373" y="1056"/>
                      <a:pt x="1381" y="1045"/>
                    </a:cubicBezTo>
                    <a:cubicBezTo>
                      <a:pt x="1502" y="873"/>
                      <a:pt x="1524" y="683"/>
                      <a:pt x="1447" y="450"/>
                    </a:cubicBezTo>
                    <a:cubicBezTo>
                      <a:pt x="1447" y="447"/>
                      <a:pt x="1447" y="445"/>
                      <a:pt x="1447" y="445"/>
                    </a:cubicBezTo>
                    <a:lnTo>
                      <a:pt x="1447" y="445"/>
                    </a:lnTo>
                    <a:cubicBezTo>
                      <a:pt x="1444" y="442"/>
                      <a:pt x="1442" y="437"/>
                      <a:pt x="1444" y="434"/>
                    </a:cubicBezTo>
                    <a:cubicBezTo>
                      <a:pt x="1439" y="429"/>
                      <a:pt x="1436" y="423"/>
                      <a:pt x="1434" y="415"/>
                    </a:cubicBezTo>
                    <a:moveTo>
                      <a:pt x="1362" y="699"/>
                    </a:moveTo>
                    <a:cubicBezTo>
                      <a:pt x="1354" y="736"/>
                      <a:pt x="1354" y="770"/>
                      <a:pt x="1352" y="802"/>
                    </a:cubicBezTo>
                    <a:cubicBezTo>
                      <a:pt x="1349" y="868"/>
                      <a:pt x="1346" y="929"/>
                      <a:pt x="1299" y="992"/>
                    </a:cubicBezTo>
                    <a:cubicBezTo>
                      <a:pt x="1283" y="1013"/>
                      <a:pt x="1264" y="1037"/>
                      <a:pt x="1248" y="1061"/>
                    </a:cubicBezTo>
                    <a:cubicBezTo>
                      <a:pt x="1238" y="1074"/>
                      <a:pt x="1230" y="1087"/>
                      <a:pt x="1219" y="1101"/>
                    </a:cubicBezTo>
                    <a:cubicBezTo>
                      <a:pt x="1196" y="1132"/>
                      <a:pt x="1164" y="1161"/>
                      <a:pt x="1121" y="1183"/>
                    </a:cubicBezTo>
                    <a:cubicBezTo>
                      <a:pt x="1050" y="1222"/>
                      <a:pt x="976" y="1262"/>
                      <a:pt x="886" y="1275"/>
                    </a:cubicBezTo>
                    <a:cubicBezTo>
                      <a:pt x="862" y="1278"/>
                      <a:pt x="838" y="1286"/>
                      <a:pt x="815" y="1294"/>
                    </a:cubicBezTo>
                    <a:cubicBezTo>
                      <a:pt x="796" y="1299"/>
                      <a:pt x="775" y="1304"/>
                      <a:pt x="756" y="1310"/>
                    </a:cubicBezTo>
                    <a:cubicBezTo>
                      <a:pt x="714" y="1318"/>
                      <a:pt x="674" y="1323"/>
                      <a:pt x="637" y="1323"/>
                    </a:cubicBezTo>
                    <a:cubicBezTo>
                      <a:pt x="595" y="1323"/>
                      <a:pt x="555" y="1318"/>
                      <a:pt x="518" y="1304"/>
                    </a:cubicBezTo>
                    <a:cubicBezTo>
                      <a:pt x="460" y="1304"/>
                      <a:pt x="410" y="1283"/>
                      <a:pt x="357" y="1241"/>
                    </a:cubicBezTo>
                    <a:cubicBezTo>
                      <a:pt x="288" y="1199"/>
                      <a:pt x="227" y="1148"/>
                      <a:pt x="177" y="1085"/>
                    </a:cubicBezTo>
                    <a:cubicBezTo>
                      <a:pt x="156" y="1058"/>
                      <a:pt x="143" y="1032"/>
                      <a:pt x="135" y="1005"/>
                    </a:cubicBezTo>
                    <a:cubicBezTo>
                      <a:pt x="103" y="878"/>
                      <a:pt x="92" y="770"/>
                      <a:pt x="100" y="677"/>
                    </a:cubicBezTo>
                    <a:cubicBezTo>
                      <a:pt x="106" y="627"/>
                      <a:pt x="119" y="577"/>
                      <a:pt x="135" y="540"/>
                    </a:cubicBezTo>
                    <a:cubicBezTo>
                      <a:pt x="161" y="487"/>
                      <a:pt x="190" y="426"/>
                      <a:pt x="227" y="360"/>
                    </a:cubicBezTo>
                    <a:cubicBezTo>
                      <a:pt x="233" y="349"/>
                      <a:pt x="241" y="339"/>
                      <a:pt x="249" y="333"/>
                    </a:cubicBezTo>
                    <a:cubicBezTo>
                      <a:pt x="267" y="320"/>
                      <a:pt x="288" y="304"/>
                      <a:pt x="307" y="291"/>
                    </a:cubicBezTo>
                    <a:cubicBezTo>
                      <a:pt x="333" y="270"/>
                      <a:pt x="360" y="249"/>
                      <a:pt x="389" y="233"/>
                    </a:cubicBezTo>
                    <a:cubicBezTo>
                      <a:pt x="402" y="225"/>
                      <a:pt x="418" y="222"/>
                      <a:pt x="434" y="220"/>
                    </a:cubicBezTo>
                    <a:cubicBezTo>
                      <a:pt x="439" y="220"/>
                      <a:pt x="444" y="217"/>
                      <a:pt x="450" y="217"/>
                    </a:cubicBezTo>
                    <a:cubicBezTo>
                      <a:pt x="463" y="214"/>
                      <a:pt x="473" y="212"/>
                      <a:pt x="473" y="199"/>
                    </a:cubicBezTo>
                    <a:cubicBezTo>
                      <a:pt x="476" y="172"/>
                      <a:pt x="497" y="162"/>
                      <a:pt x="513" y="159"/>
                    </a:cubicBezTo>
                    <a:cubicBezTo>
                      <a:pt x="669" y="117"/>
                      <a:pt x="799" y="117"/>
                      <a:pt x="912" y="159"/>
                    </a:cubicBezTo>
                    <a:cubicBezTo>
                      <a:pt x="984" y="185"/>
                      <a:pt x="1053" y="217"/>
                      <a:pt x="1121" y="251"/>
                    </a:cubicBezTo>
                    <a:cubicBezTo>
                      <a:pt x="1145" y="262"/>
                      <a:pt x="1166" y="273"/>
                      <a:pt x="1190" y="283"/>
                    </a:cubicBezTo>
                    <a:lnTo>
                      <a:pt x="1188" y="288"/>
                    </a:lnTo>
                    <a:lnTo>
                      <a:pt x="1301" y="487"/>
                    </a:lnTo>
                    <a:lnTo>
                      <a:pt x="1307" y="484"/>
                    </a:lnTo>
                    <a:cubicBezTo>
                      <a:pt x="1312" y="497"/>
                      <a:pt x="1315" y="508"/>
                      <a:pt x="1320" y="521"/>
                    </a:cubicBezTo>
                    <a:cubicBezTo>
                      <a:pt x="1336" y="561"/>
                      <a:pt x="1352" y="601"/>
                      <a:pt x="1352" y="643"/>
                    </a:cubicBezTo>
                    <a:cubicBezTo>
                      <a:pt x="1352" y="648"/>
                      <a:pt x="1352" y="654"/>
                      <a:pt x="1352" y="662"/>
                    </a:cubicBezTo>
                    <a:cubicBezTo>
                      <a:pt x="1362" y="677"/>
                      <a:pt x="1365" y="688"/>
                      <a:pt x="1362" y="699"/>
                    </a:cubicBezTo>
                  </a:path>
                </a:pathLst>
              </a:custGeom>
              <a:solidFill>
                <a:srgbClr val="221F1F"/>
              </a:solidFill>
              <a:ln>
                <a:noFill/>
              </a:ln>
            </p:spPr>
          </p:sp>
          <p:sp>
            <p:nvSpPr>
              <p:cNvPr id="83" name="Freeform 3"/>
              <p:cNvSpPr/>
              <p:nvPr/>
            </p:nvSpPr>
            <p:spPr>
              <a:xfrm>
                <a:off x="490865" y="3218236"/>
                <a:ext cx="443522" cy="436712"/>
              </a:xfrm>
              <a:custGeom>
                <a:avLst/>
                <a:gdLst/>
                <a:ahLst/>
                <a:cxnLst/>
                <a:rect l="0" t="0" r="r" b="b"/>
                <a:pathLst>
                  <a:path w="1498" h="1475">
                    <a:moveTo>
                      <a:pt x="1148" y="1405"/>
                    </a:moveTo>
                    <a:cubicBezTo>
                      <a:pt x="1166" y="1394"/>
                      <a:pt x="1187" y="1381"/>
                      <a:pt x="1201" y="1378"/>
                    </a:cubicBezTo>
                    <a:cubicBezTo>
                      <a:pt x="1206" y="1376"/>
                      <a:pt x="1254" y="1355"/>
                      <a:pt x="1288" y="1339"/>
                    </a:cubicBezTo>
                    <a:cubicBezTo>
                      <a:pt x="1320" y="1323"/>
                      <a:pt x="1341" y="1312"/>
                      <a:pt x="1346" y="1312"/>
                    </a:cubicBezTo>
                    <a:lnTo>
                      <a:pt x="1354" y="1310"/>
                    </a:lnTo>
                    <a:cubicBezTo>
                      <a:pt x="1375" y="1302"/>
                      <a:pt x="1436" y="1283"/>
                      <a:pt x="1444" y="1270"/>
                    </a:cubicBezTo>
                    <a:cubicBezTo>
                      <a:pt x="1447" y="1267"/>
                      <a:pt x="1449" y="1262"/>
                      <a:pt x="1452" y="1259"/>
                    </a:cubicBezTo>
                    <a:cubicBezTo>
                      <a:pt x="1476" y="1228"/>
                      <a:pt x="1497" y="1199"/>
                      <a:pt x="1444" y="1156"/>
                    </a:cubicBezTo>
                    <a:cubicBezTo>
                      <a:pt x="1428" y="1143"/>
                      <a:pt x="1410" y="1143"/>
                      <a:pt x="1391" y="1143"/>
                    </a:cubicBezTo>
                    <a:cubicBezTo>
                      <a:pt x="1378" y="1143"/>
                      <a:pt x="1367" y="1143"/>
                      <a:pt x="1362" y="1135"/>
                    </a:cubicBezTo>
                    <a:cubicBezTo>
                      <a:pt x="1357" y="1130"/>
                      <a:pt x="1357" y="1122"/>
                      <a:pt x="1362" y="1109"/>
                    </a:cubicBezTo>
                    <a:cubicBezTo>
                      <a:pt x="1365" y="1098"/>
                      <a:pt x="1367" y="1093"/>
                      <a:pt x="1370" y="1090"/>
                    </a:cubicBezTo>
                    <a:cubicBezTo>
                      <a:pt x="1370" y="1087"/>
                      <a:pt x="1373" y="1085"/>
                      <a:pt x="1373" y="1077"/>
                    </a:cubicBezTo>
                    <a:cubicBezTo>
                      <a:pt x="1378" y="1058"/>
                      <a:pt x="1386" y="1050"/>
                      <a:pt x="1391" y="1040"/>
                    </a:cubicBezTo>
                    <a:cubicBezTo>
                      <a:pt x="1396" y="1032"/>
                      <a:pt x="1402" y="1024"/>
                      <a:pt x="1407" y="1008"/>
                    </a:cubicBezTo>
                    <a:cubicBezTo>
                      <a:pt x="1426" y="947"/>
                      <a:pt x="1444" y="889"/>
                      <a:pt x="1460" y="826"/>
                    </a:cubicBezTo>
                    <a:cubicBezTo>
                      <a:pt x="1468" y="794"/>
                      <a:pt x="1476" y="749"/>
                      <a:pt x="1476" y="707"/>
                    </a:cubicBezTo>
                    <a:cubicBezTo>
                      <a:pt x="1478" y="580"/>
                      <a:pt x="1447" y="455"/>
                      <a:pt x="1418" y="352"/>
                    </a:cubicBezTo>
                    <a:cubicBezTo>
                      <a:pt x="1415" y="339"/>
                      <a:pt x="1410" y="328"/>
                      <a:pt x="1404" y="318"/>
                    </a:cubicBezTo>
                    <a:cubicBezTo>
                      <a:pt x="1367" y="257"/>
                      <a:pt x="1322" y="188"/>
                      <a:pt x="1246" y="154"/>
                    </a:cubicBezTo>
                    <a:cubicBezTo>
                      <a:pt x="1240" y="151"/>
                      <a:pt x="1238" y="148"/>
                      <a:pt x="1232" y="146"/>
                    </a:cubicBezTo>
                    <a:lnTo>
                      <a:pt x="1230" y="143"/>
                    </a:lnTo>
                    <a:cubicBezTo>
                      <a:pt x="1180" y="103"/>
                      <a:pt x="1137" y="101"/>
                      <a:pt x="1074" y="98"/>
                    </a:cubicBezTo>
                    <a:lnTo>
                      <a:pt x="1055" y="95"/>
                    </a:lnTo>
                    <a:cubicBezTo>
                      <a:pt x="1034" y="93"/>
                      <a:pt x="1018" y="85"/>
                      <a:pt x="997" y="74"/>
                    </a:cubicBezTo>
                    <a:cubicBezTo>
                      <a:pt x="981" y="66"/>
                      <a:pt x="960" y="56"/>
                      <a:pt x="936" y="48"/>
                    </a:cubicBezTo>
                    <a:cubicBezTo>
                      <a:pt x="883" y="29"/>
                      <a:pt x="777" y="19"/>
                      <a:pt x="701" y="11"/>
                    </a:cubicBezTo>
                    <a:cubicBezTo>
                      <a:pt x="677" y="8"/>
                      <a:pt x="653" y="5"/>
                      <a:pt x="637" y="3"/>
                    </a:cubicBezTo>
                    <a:cubicBezTo>
                      <a:pt x="627" y="0"/>
                      <a:pt x="613" y="0"/>
                      <a:pt x="603" y="0"/>
                    </a:cubicBezTo>
                    <a:cubicBezTo>
                      <a:pt x="566" y="0"/>
                      <a:pt x="529" y="5"/>
                      <a:pt x="481" y="19"/>
                    </a:cubicBezTo>
                    <a:cubicBezTo>
                      <a:pt x="407" y="40"/>
                      <a:pt x="333" y="80"/>
                      <a:pt x="259" y="140"/>
                    </a:cubicBezTo>
                    <a:cubicBezTo>
                      <a:pt x="251" y="146"/>
                      <a:pt x="246" y="151"/>
                      <a:pt x="238" y="156"/>
                    </a:cubicBezTo>
                    <a:cubicBezTo>
                      <a:pt x="219" y="170"/>
                      <a:pt x="203" y="185"/>
                      <a:pt x="185" y="199"/>
                    </a:cubicBezTo>
                    <a:cubicBezTo>
                      <a:pt x="121" y="257"/>
                      <a:pt x="76" y="310"/>
                      <a:pt x="55" y="379"/>
                    </a:cubicBezTo>
                    <a:cubicBezTo>
                      <a:pt x="10" y="521"/>
                      <a:pt x="0" y="643"/>
                      <a:pt x="24" y="757"/>
                    </a:cubicBezTo>
                    <a:cubicBezTo>
                      <a:pt x="26" y="770"/>
                      <a:pt x="29" y="781"/>
                      <a:pt x="32" y="794"/>
                    </a:cubicBezTo>
                    <a:cubicBezTo>
                      <a:pt x="39" y="834"/>
                      <a:pt x="45" y="873"/>
                      <a:pt x="63" y="910"/>
                    </a:cubicBezTo>
                    <a:cubicBezTo>
                      <a:pt x="92" y="971"/>
                      <a:pt x="121" y="1019"/>
                      <a:pt x="153" y="1066"/>
                    </a:cubicBezTo>
                    <a:cubicBezTo>
                      <a:pt x="180" y="1109"/>
                      <a:pt x="209" y="1154"/>
                      <a:pt x="235" y="1209"/>
                    </a:cubicBezTo>
                    <a:cubicBezTo>
                      <a:pt x="291" y="1318"/>
                      <a:pt x="381" y="1378"/>
                      <a:pt x="513" y="1397"/>
                    </a:cubicBezTo>
                    <a:cubicBezTo>
                      <a:pt x="547" y="1402"/>
                      <a:pt x="574" y="1408"/>
                      <a:pt x="600" y="1418"/>
                    </a:cubicBezTo>
                    <a:cubicBezTo>
                      <a:pt x="651" y="1437"/>
                      <a:pt x="701" y="1450"/>
                      <a:pt x="751" y="1458"/>
                    </a:cubicBezTo>
                    <a:cubicBezTo>
                      <a:pt x="859" y="1474"/>
                      <a:pt x="984" y="1460"/>
                      <a:pt x="1105" y="1418"/>
                    </a:cubicBezTo>
                    <a:cubicBezTo>
                      <a:pt x="1119" y="1423"/>
                      <a:pt x="1132" y="1416"/>
                      <a:pt x="1148" y="1405"/>
                    </a:cubicBezTo>
                    <a:moveTo>
                      <a:pt x="1010" y="1365"/>
                    </a:moveTo>
                    <a:lnTo>
                      <a:pt x="1008" y="1365"/>
                    </a:lnTo>
                    <a:cubicBezTo>
                      <a:pt x="976" y="1376"/>
                      <a:pt x="941" y="1376"/>
                      <a:pt x="910" y="1378"/>
                    </a:cubicBezTo>
                    <a:cubicBezTo>
                      <a:pt x="899" y="1378"/>
                      <a:pt x="886" y="1378"/>
                      <a:pt x="875" y="1381"/>
                    </a:cubicBezTo>
                    <a:cubicBezTo>
                      <a:pt x="867" y="1381"/>
                      <a:pt x="859" y="1381"/>
                      <a:pt x="852" y="1381"/>
                    </a:cubicBezTo>
                    <a:cubicBezTo>
                      <a:pt x="820" y="1381"/>
                      <a:pt x="788" y="1376"/>
                      <a:pt x="756" y="1371"/>
                    </a:cubicBezTo>
                    <a:cubicBezTo>
                      <a:pt x="717" y="1365"/>
                      <a:pt x="680" y="1355"/>
                      <a:pt x="643" y="1344"/>
                    </a:cubicBezTo>
                    <a:cubicBezTo>
                      <a:pt x="603" y="1334"/>
                      <a:pt x="563" y="1323"/>
                      <a:pt x="524" y="1318"/>
                    </a:cubicBezTo>
                    <a:cubicBezTo>
                      <a:pt x="449" y="1307"/>
                      <a:pt x="405" y="1281"/>
                      <a:pt x="373" y="1228"/>
                    </a:cubicBezTo>
                    <a:cubicBezTo>
                      <a:pt x="349" y="1183"/>
                      <a:pt x="323" y="1146"/>
                      <a:pt x="299" y="1109"/>
                    </a:cubicBezTo>
                    <a:cubicBezTo>
                      <a:pt x="256" y="1043"/>
                      <a:pt x="214" y="979"/>
                      <a:pt x="180" y="894"/>
                    </a:cubicBezTo>
                    <a:cubicBezTo>
                      <a:pt x="143" y="804"/>
                      <a:pt x="129" y="707"/>
                      <a:pt x="143" y="590"/>
                    </a:cubicBezTo>
                    <a:cubicBezTo>
                      <a:pt x="151" y="505"/>
                      <a:pt x="161" y="437"/>
                      <a:pt x="203" y="373"/>
                    </a:cubicBezTo>
                    <a:cubicBezTo>
                      <a:pt x="222" y="347"/>
                      <a:pt x="240" y="318"/>
                      <a:pt x="264" y="294"/>
                    </a:cubicBezTo>
                    <a:cubicBezTo>
                      <a:pt x="320" y="244"/>
                      <a:pt x="378" y="191"/>
                      <a:pt x="447" y="154"/>
                    </a:cubicBezTo>
                    <a:cubicBezTo>
                      <a:pt x="465" y="143"/>
                      <a:pt x="487" y="138"/>
                      <a:pt x="510" y="132"/>
                    </a:cubicBezTo>
                    <a:cubicBezTo>
                      <a:pt x="521" y="130"/>
                      <a:pt x="534" y="127"/>
                      <a:pt x="550" y="122"/>
                    </a:cubicBezTo>
                    <a:cubicBezTo>
                      <a:pt x="569" y="117"/>
                      <a:pt x="587" y="111"/>
                      <a:pt x="600" y="109"/>
                    </a:cubicBezTo>
                    <a:cubicBezTo>
                      <a:pt x="608" y="109"/>
                      <a:pt x="616" y="106"/>
                      <a:pt x="624" y="106"/>
                    </a:cubicBezTo>
                    <a:cubicBezTo>
                      <a:pt x="640" y="103"/>
                      <a:pt x="656" y="101"/>
                      <a:pt x="672" y="101"/>
                    </a:cubicBezTo>
                    <a:cubicBezTo>
                      <a:pt x="680" y="101"/>
                      <a:pt x="688" y="101"/>
                      <a:pt x="698" y="101"/>
                    </a:cubicBezTo>
                    <a:cubicBezTo>
                      <a:pt x="764" y="101"/>
                      <a:pt x="849" y="103"/>
                      <a:pt x="915" y="138"/>
                    </a:cubicBezTo>
                    <a:cubicBezTo>
                      <a:pt x="923" y="140"/>
                      <a:pt x="928" y="146"/>
                      <a:pt x="936" y="148"/>
                    </a:cubicBezTo>
                    <a:cubicBezTo>
                      <a:pt x="955" y="159"/>
                      <a:pt x="971" y="167"/>
                      <a:pt x="994" y="172"/>
                    </a:cubicBezTo>
                    <a:cubicBezTo>
                      <a:pt x="1063" y="188"/>
                      <a:pt x="1111" y="204"/>
                      <a:pt x="1156" y="233"/>
                    </a:cubicBezTo>
                    <a:cubicBezTo>
                      <a:pt x="1209" y="265"/>
                      <a:pt x="1251" y="307"/>
                      <a:pt x="1280" y="360"/>
                    </a:cubicBezTo>
                    <a:cubicBezTo>
                      <a:pt x="1312" y="416"/>
                      <a:pt x="1325" y="479"/>
                      <a:pt x="1333" y="527"/>
                    </a:cubicBezTo>
                    <a:cubicBezTo>
                      <a:pt x="1338" y="561"/>
                      <a:pt x="1341" y="595"/>
                      <a:pt x="1344" y="640"/>
                    </a:cubicBezTo>
                    <a:cubicBezTo>
                      <a:pt x="1349" y="736"/>
                      <a:pt x="1338" y="810"/>
                      <a:pt x="1309" y="878"/>
                    </a:cubicBezTo>
                    <a:cubicBezTo>
                      <a:pt x="1304" y="889"/>
                      <a:pt x="1301" y="902"/>
                      <a:pt x="1301" y="918"/>
                    </a:cubicBezTo>
                    <a:cubicBezTo>
                      <a:pt x="1301" y="926"/>
                      <a:pt x="1299" y="934"/>
                      <a:pt x="1296" y="942"/>
                    </a:cubicBezTo>
                    <a:cubicBezTo>
                      <a:pt x="1272" y="1037"/>
                      <a:pt x="1259" y="1072"/>
                      <a:pt x="1222" y="1159"/>
                    </a:cubicBezTo>
                    <a:cubicBezTo>
                      <a:pt x="1217" y="1169"/>
                      <a:pt x="1187" y="1217"/>
                      <a:pt x="1166" y="1244"/>
                    </a:cubicBezTo>
                    <a:cubicBezTo>
                      <a:pt x="1145" y="1273"/>
                      <a:pt x="1143" y="1275"/>
                      <a:pt x="1135" y="1281"/>
                    </a:cubicBezTo>
                    <a:cubicBezTo>
                      <a:pt x="1129" y="1286"/>
                      <a:pt x="1121" y="1294"/>
                      <a:pt x="1100" y="1315"/>
                    </a:cubicBezTo>
                    <a:cubicBezTo>
                      <a:pt x="1079" y="1344"/>
                      <a:pt x="1034" y="1357"/>
                      <a:pt x="1010" y="1365"/>
                    </a:cubicBezTo>
                  </a:path>
                </a:pathLst>
              </a:custGeom>
              <a:solidFill>
                <a:srgbClr val="221F1F"/>
              </a:solidFill>
              <a:ln>
                <a:noFill/>
              </a:ln>
            </p:spPr>
          </p:sp>
          <p:sp>
            <p:nvSpPr>
              <p:cNvPr id="84" name="Freeform 4"/>
              <p:cNvSpPr/>
              <p:nvPr/>
            </p:nvSpPr>
            <p:spPr>
              <a:xfrm>
                <a:off x="955385" y="3216109"/>
                <a:ext cx="456550" cy="431974"/>
              </a:xfrm>
              <a:custGeom>
                <a:avLst/>
                <a:gdLst/>
                <a:ahLst/>
                <a:cxnLst/>
                <a:rect l="0" t="0" r="r" b="b"/>
                <a:pathLst>
                  <a:path w="1542" h="1459">
                    <a:moveTo>
                      <a:pt x="1398" y="265"/>
                    </a:moveTo>
                    <a:cubicBezTo>
                      <a:pt x="1351" y="199"/>
                      <a:pt x="1316" y="159"/>
                      <a:pt x="1250" y="133"/>
                    </a:cubicBezTo>
                    <a:cubicBezTo>
                      <a:pt x="1208" y="114"/>
                      <a:pt x="1179" y="98"/>
                      <a:pt x="1150" y="80"/>
                    </a:cubicBezTo>
                    <a:cubicBezTo>
                      <a:pt x="1115" y="58"/>
                      <a:pt x="1081" y="40"/>
                      <a:pt x="1025" y="21"/>
                    </a:cubicBezTo>
                    <a:cubicBezTo>
                      <a:pt x="975" y="6"/>
                      <a:pt x="920" y="3"/>
                      <a:pt x="872" y="3"/>
                    </a:cubicBezTo>
                    <a:cubicBezTo>
                      <a:pt x="861" y="3"/>
                      <a:pt x="846" y="3"/>
                      <a:pt x="830" y="3"/>
                    </a:cubicBezTo>
                    <a:cubicBezTo>
                      <a:pt x="809" y="3"/>
                      <a:pt x="785" y="0"/>
                      <a:pt x="767" y="0"/>
                    </a:cubicBezTo>
                    <a:cubicBezTo>
                      <a:pt x="759" y="0"/>
                      <a:pt x="751" y="0"/>
                      <a:pt x="746" y="0"/>
                    </a:cubicBezTo>
                    <a:cubicBezTo>
                      <a:pt x="722" y="0"/>
                      <a:pt x="690" y="3"/>
                      <a:pt x="661" y="3"/>
                    </a:cubicBezTo>
                    <a:cubicBezTo>
                      <a:pt x="624" y="3"/>
                      <a:pt x="585" y="3"/>
                      <a:pt x="558" y="6"/>
                    </a:cubicBezTo>
                    <a:cubicBezTo>
                      <a:pt x="413" y="19"/>
                      <a:pt x="262" y="43"/>
                      <a:pt x="153" y="178"/>
                    </a:cubicBezTo>
                    <a:cubicBezTo>
                      <a:pt x="109" y="233"/>
                      <a:pt x="77" y="297"/>
                      <a:pt x="48" y="357"/>
                    </a:cubicBezTo>
                    <a:cubicBezTo>
                      <a:pt x="8" y="437"/>
                      <a:pt x="0" y="532"/>
                      <a:pt x="19" y="635"/>
                    </a:cubicBezTo>
                    <a:cubicBezTo>
                      <a:pt x="27" y="672"/>
                      <a:pt x="27" y="709"/>
                      <a:pt x="27" y="744"/>
                    </a:cubicBezTo>
                    <a:cubicBezTo>
                      <a:pt x="29" y="794"/>
                      <a:pt x="29" y="842"/>
                      <a:pt x="45" y="889"/>
                    </a:cubicBezTo>
                    <a:cubicBezTo>
                      <a:pt x="87" y="1011"/>
                      <a:pt x="151" y="1130"/>
                      <a:pt x="246" y="1267"/>
                    </a:cubicBezTo>
                    <a:cubicBezTo>
                      <a:pt x="270" y="1302"/>
                      <a:pt x="310" y="1320"/>
                      <a:pt x="347" y="1336"/>
                    </a:cubicBezTo>
                    <a:cubicBezTo>
                      <a:pt x="378" y="1349"/>
                      <a:pt x="410" y="1365"/>
                      <a:pt x="434" y="1389"/>
                    </a:cubicBezTo>
                    <a:cubicBezTo>
                      <a:pt x="442" y="1397"/>
                      <a:pt x="503" y="1424"/>
                      <a:pt x="513" y="1424"/>
                    </a:cubicBezTo>
                    <a:cubicBezTo>
                      <a:pt x="550" y="1429"/>
                      <a:pt x="563" y="1437"/>
                      <a:pt x="587" y="1445"/>
                    </a:cubicBezTo>
                    <a:lnTo>
                      <a:pt x="601" y="1450"/>
                    </a:lnTo>
                    <a:cubicBezTo>
                      <a:pt x="640" y="1458"/>
                      <a:pt x="680" y="1455"/>
                      <a:pt x="725" y="1453"/>
                    </a:cubicBezTo>
                    <a:cubicBezTo>
                      <a:pt x="746" y="1450"/>
                      <a:pt x="770" y="1450"/>
                      <a:pt x="795" y="1450"/>
                    </a:cubicBezTo>
                    <a:cubicBezTo>
                      <a:pt x="822" y="1447"/>
                      <a:pt x="843" y="1447"/>
                      <a:pt x="864" y="1447"/>
                    </a:cubicBezTo>
                    <a:cubicBezTo>
                      <a:pt x="949" y="1445"/>
                      <a:pt x="1007" y="1442"/>
                      <a:pt x="1107" y="1408"/>
                    </a:cubicBezTo>
                    <a:cubicBezTo>
                      <a:pt x="1150" y="1394"/>
                      <a:pt x="1205" y="1386"/>
                      <a:pt x="1258" y="1379"/>
                    </a:cubicBezTo>
                    <a:cubicBezTo>
                      <a:pt x="1311" y="1371"/>
                      <a:pt x="1364" y="1365"/>
                      <a:pt x="1406" y="1352"/>
                    </a:cubicBezTo>
                    <a:cubicBezTo>
                      <a:pt x="1465" y="1334"/>
                      <a:pt x="1541" y="1302"/>
                      <a:pt x="1531" y="1249"/>
                    </a:cubicBezTo>
                    <a:cubicBezTo>
                      <a:pt x="1517" y="1183"/>
                      <a:pt x="1483" y="1146"/>
                      <a:pt x="1425" y="1130"/>
                    </a:cubicBezTo>
                    <a:cubicBezTo>
                      <a:pt x="1404" y="1125"/>
                      <a:pt x="1393" y="1119"/>
                      <a:pt x="1390" y="1111"/>
                    </a:cubicBezTo>
                    <a:cubicBezTo>
                      <a:pt x="1385" y="1101"/>
                      <a:pt x="1393" y="1088"/>
                      <a:pt x="1401" y="1069"/>
                    </a:cubicBezTo>
                    <a:cubicBezTo>
                      <a:pt x="1404" y="1064"/>
                      <a:pt x="1406" y="1058"/>
                      <a:pt x="1409" y="1053"/>
                    </a:cubicBezTo>
                    <a:cubicBezTo>
                      <a:pt x="1412" y="1048"/>
                      <a:pt x="1414" y="1043"/>
                      <a:pt x="1417" y="1037"/>
                    </a:cubicBezTo>
                    <a:cubicBezTo>
                      <a:pt x="1425" y="1008"/>
                      <a:pt x="1435" y="979"/>
                      <a:pt x="1446" y="953"/>
                    </a:cubicBezTo>
                    <a:cubicBezTo>
                      <a:pt x="1472" y="881"/>
                      <a:pt x="1496" y="812"/>
                      <a:pt x="1507" y="701"/>
                    </a:cubicBezTo>
                    <a:cubicBezTo>
                      <a:pt x="1504" y="688"/>
                      <a:pt x="1507" y="670"/>
                      <a:pt x="1509" y="656"/>
                    </a:cubicBezTo>
                    <a:cubicBezTo>
                      <a:pt x="1509" y="648"/>
                      <a:pt x="1512" y="640"/>
                      <a:pt x="1512" y="633"/>
                    </a:cubicBezTo>
                    <a:cubicBezTo>
                      <a:pt x="1517" y="561"/>
                      <a:pt x="1512" y="511"/>
                      <a:pt x="1494" y="461"/>
                    </a:cubicBezTo>
                    <a:cubicBezTo>
                      <a:pt x="1470" y="384"/>
                      <a:pt x="1446" y="331"/>
                      <a:pt x="1398" y="265"/>
                    </a:cubicBezTo>
                    <a:moveTo>
                      <a:pt x="1369" y="688"/>
                    </a:moveTo>
                    <a:cubicBezTo>
                      <a:pt x="1367" y="704"/>
                      <a:pt x="1364" y="717"/>
                      <a:pt x="1359" y="733"/>
                    </a:cubicBezTo>
                    <a:cubicBezTo>
                      <a:pt x="1327" y="889"/>
                      <a:pt x="1301" y="1011"/>
                      <a:pt x="1234" y="1117"/>
                    </a:cubicBezTo>
                    <a:cubicBezTo>
                      <a:pt x="1105" y="1328"/>
                      <a:pt x="1068" y="1344"/>
                      <a:pt x="869" y="1357"/>
                    </a:cubicBezTo>
                    <a:cubicBezTo>
                      <a:pt x="867" y="1357"/>
                      <a:pt x="864" y="1357"/>
                      <a:pt x="861" y="1360"/>
                    </a:cubicBezTo>
                    <a:cubicBezTo>
                      <a:pt x="851" y="1363"/>
                      <a:pt x="832" y="1368"/>
                      <a:pt x="809" y="1357"/>
                    </a:cubicBezTo>
                    <a:cubicBezTo>
                      <a:pt x="787" y="1347"/>
                      <a:pt x="762" y="1344"/>
                      <a:pt x="746" y="1357"/>
                    </a:cubicBezTo>
                    <a:cubicBezTo>
                      <a:pt x="730" y="1376"/>
                      <a:pt x="690" y="1386"/>
                      <a:pt x="664" y="1386"/>
                    </a:cubicBezTo>
                    <a:cubicBezTo>
                      <a:pt x="656" y="1386"/>
                      <a:pt x="651" y="1386"/>
                      <a:pt x="645" y="1384"/>
                    </a:cubicBezTo>
                    <a:cubicBezTo>
                      <a:pt x="558" y="1360"/>
                      <a:pt x="484" y="1328"/>
                      <a:pt x="429" y="1289"/>
                    </a:cubicBezTo>
                    <a:lnTo>
                      <a:pt x="429" y="1289"/>
                    </a:lnTo>
                    <a:lnTo>
                      <a:pt x="429" y="1289"/>
                    </a:lnTo>
                    <a:cubicBezTo>
                      <a:pt x="421" y="1283"/>
                      <a:pt x="410" y="1278"/>
                      <a:pt x="402" y="1273"/>
                    </a:cubicBezTo>
                    <a:lnTo>
                      <a:pt x="399" y="1273"/>
                    </a:lnTo>
                    <a:cubicBezTo>
                      <a:pt x="397" y="1273"/>
                      <a:pt x="397" y="1270"/>
                      <a:pt x="394" y="1270"/>
                    </a:cubicBezTo>
                    <a:lnTo>
                      <a:pt x="378" y="1257"/>
                    </a:lnTo>
                    <a:lnTo>
                      <a:pt x="376" y="1254"/>
                    </a:lnTo>
                    <a:lnTo>
                      <a:pt x="376" y="1249"/>
                    </a:lnTo>
                    <a:cubicBezTo>
                      <a:pt x="373" y="1246"/>
                      <a:pt x="370" y="1244"/>
                      <a:pt x="370" y="1244"/>
                    </a:cubicBezTo>
                    <a:lnTo>
                      <a:pt x="352" y="1222"/>
                    </a:lnTo>
                    <a:cubicBezTo>
                      <a:pt x="352" y="1220"/>
                      <a:pt x="349" y="1220"/>
                      <a:pt x="349" y="1217"/>
                    </a:cubicBezTo>
                    <a:lnTo>
                      <a:pt x="347" y="1215"/>
                    </a:lnTo>
                    <a:lnTo>
                      <a:pt x="341" y="1207"/>
                    </a:lnTo>
                    <a:cubicBezTo>
                      <a:pt x="339" y="1204"/>
                      <a:pt x="339" y="1201"/>
                      <a:pt x="336" y="1199"/>
                    </a:cubicBezTo>
                    <a:cubicBezTo>
                      <a:pt x="331" y="1191"/>
                      <a:pt x="328" y="1183"/>
                      <a:pt x="323" y="1175"/>
                    </a:cubicBezTo>
                    <a:cubicBezTo>
                      <a:pt x="317" y="1167"/>
                      <a:pt x="315" y="1159"/>
                      <a:pt x="310" y="1151"/>
                    </a:cubicBezTo>
                    <a:cubicBezTo>
                      <a:pt x="302" y="1138"/>
                      <a:pt x="294" y="1125"/>
                      <a:pt x="286" y="1111"/>
                    </a:cubicBezTo>
                    <a:lnTo>
                      <a:pt x="280" y="1106"/>
                    </a:lnTo>
                    <a:cubicBezTo>
                      <a:pt x="259" y="1074"/>
                      <a:pt x="243" y="1045"/>
                      <a:pt x="228" y="1013"/>
                    </a:cubicBezTo>
                    <a:cubicBezTo>
                      <a:pt x="225" y="1008"/>
                      <a:pt x="222" y="1003"/>
                      <a:pt x="220" y="998"/>
                    </a:cubicBezTo>
                    <a:cubicBezTo>
                      <a:pt x="217" y="995"/>
                      <a:pt x="217" y="992"/>
                      <a:pt x="214" y="987"/>
                    </a:cubicBezTo>
                    <a:cubicBezTo>
                      <a:pt x="212" y="982"/>
                      <a:pt x="208" y="976"/>
                      <a:pt x="206" y="971"/>
                    </a:cubicBezTo>
                    <a:cubicBezTo>
                      <a:pt x="147" y="855"/>
                      <a:pt x="114" y="757"/>
                      <a:pt x="119" y="617"/>
                    </a:cubicBezTo>
                    <a:cubicBezTo>
                      <a:pt x="119" y="595"/>
                      <a:pt x="119" y="569"/>
                      <a:pt x="119" y="545"/>
                    </a:cubicBezTo>
                    <a:cubicBezTo>
                      <a:pt x="119" y="529"/>
                      <a:pt x="119" y="516"/>
                      <a:pt x="119" y="503"/>
                    </a:cubicBezTo>
                    <a:cubicBezTo>
                      <a:pt x="116" y="421"/>
                      <a:pt x="161" y="357"/>
                      <a:pt x="193" y="304"/>
                    </a:cubicBezTo>
                    <a:cubicBezTo>
                      <a:pt x="217" y="267"/>
                      <a:pt x="249" y="233"/>
                      <a:pt x="286" y="196"/>
                    </a:cubicBezTo>
                    <a:cubicBezTo>
                      <a:pt x="368" y="117"/>
                      <a:pt x="452" y="106"/>
                      <a:pt x="550" y="93"/>
                    </a:cubicBezTo>
                    <a:cubicBezTo>
                      <a:pt x="661" y="80"/>
                      <a:pt x="843" y="88"/>
                      <a:pt x="949" y="103"/>
                    </a:cubicBezTo>
                    <a:cubicBezTo>
                      <a:pt x="988" y="109"/>
                      <a:pt x="1007" y="114"/>
                      <a:pt x="1033" y="125"/>
                    </a:cubicBezTo>
                    <a:cubicBezTo>
                      <a:pt x="1041" y="127"/>
                      <a:pt x="1049" y="130"/>
                      <a:pt x="1060" y="133"/>
                    </a:cubicBezTo>
                    <a:cubicBezTo>
                      <a:pt x="1192" y="170"/>
                      <a:pt x="1274" y="244"/>
                      <a:pt x="1308" y="357"/>
                    </a:cubicBezTo>
                    <a:cubicBezTo>
                      <a:pt x="1308" y="363"/>
                      <a:pt x="1311" y="365"/>
                      <a:pt x="1311" y="368"/>
                    </a:cubicBezTo>
                    <a:lnTo>
                      <a:pt x="1311" y="371"/>
                    </a:lnTo>
                    <a:cubicBezTo>
                      <a:pt x="1377" y="474"/>
                      <a:pt x="1396" y="569"/>
                      <a:pt x="1369" y="688"/>
                    </a:cubicBezTo>
                  </a:path>
                </a:pathLst>
              </a:custGeom>
              <a:solidFill>
                <a:srgbClr val="221F1F"/>
              </a:solidFill>
              <a:ln>
                <a:noFill/>
              </a:ln>
            </p:spPr>
          </p:sp>
        </p:grpSp>
      </p:grpSp>
      <p:grpSp>
        <p:nvGrpSpPr>
          <p:cNvPr id="16" name="Group 15"/>
          <p:cNvGrpSpPr/>
          <p:nvPr/>
        </p:nvGrpSpPr>
        <p:grpSpPr>
          <a:xfrm>
            <a:off x="5466988" y="873563"/>
            <a:ext cx="978153" cy="733093"/>
            <a:chOff x="3074320" y="1557993"/>
            <a:chExt cx="978153" cy="733093"/>
          </a:xfrm>
        </p:grpSpPr>
        <p:sp>
          <p:nvSpPr>
            <p:cNvPr id="53" name="Rectangle 57"/>
            <p:cNvSpPr>
              <a:spLocks noChangeArrowheads="1"/>
            </p:cNvSpPr>
            <p:nvPr/>
          </p:nvSpPr>
          <p:spPr bwMode="auto">
            <a:xfrm>
              <a:off x="3074320" y="1983309"/>
              <a:ext cx="978153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 eaLnBrk="1"/>
              <a:r>
                <a:rPr lang="en-US" sz="1400" dirty="0" smtClean="0">
                  <a:latin typeface="Trebuchet MS" charset="0"/>
                </a:rPr>
                <a:t>STRAIGHT</a:t>
              </a:r>
              <a:endParaRPr lang="en-US" sz="1400" dirty="0"/>
            </a:p>
          </p:txBody>
        </p:sp>
        <p:grpSp>
          <p:nvGrpSpPr>
            <p:cNvPr id="85" name="Group 84"/>
            <p:cNvGrpSpPr/>
            <p:nvPr/>
          </p:nvGrpSpPr>
          <p:grpSpPr>
            <a:xfrm>
              <a:off x="3214547" y="1557993"/>
              <a:ext cx="604714" cy="308686"/>
              <a:chOff x="3963788" y="1229949"/>
              <a:chExt cx="1348535" cy="688383"/>
            </a:xfrm>
          </p:grpSpPr>
          <p:sp>
            <p:nvSpPr>
              <p:cNvPr id="86" name="Rectangle 85"/>
              <p:cNvSpPr/>
              <p:nvPr/>
            </p:nvSpPr>
            <p:spPr>
              <a:xfrm rot="19800000">
                <a:off x="3963788" y="1789009"/>
                <a:ext cx="609970" cy="12932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/>
              </a:p>
            </p:txBody>
          </p:sp>
          <p:sp>
            <p:nvSpPr>
              <p:cNvPr id="87" name="Rectangle 86"/>
              <p:cNvSpPr/>
              <p:nvPr/>
            </p:nvSpPr>
            <p:spPr>
              <a:xfrm rot="19800000">
                <a:off x="4648799" y="1526172"/>
                <a:ext cx="150450" cy="1293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/>
              </a:p>
            </p:txBody>
          </p:sp>
          <p:sp>
            <p:nvSpPr>
              <p:cNvPr id="88" name="Rectangle 87"/>
              <p:cNvSpPr/>
              <p:nvPr/>
            </p:nvSpPr>
            <p:spPr>
              <a:xfrm rot="19800000">
                <a:off x="4904799" y="1378371"/>
                <a:ext cx="150450" cy="1293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/>
              </a:p>
            </p:txBody>
          </p:sp>
          <p:sp>
            <p:nvSpPr>
              <p:cNvPr id="89" name="Rectangle 88"/>
              <p:cNvSpPr/>
              <p:nvPr/>
            </p:nvSpPr>
            <p:spPr>
              <a:xfrm rot="19800000">
                <a:off x="5161873" y="1229949"/>
                <a:ext cx="150450" cy="12932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364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0849" y="622738"/>
            <a:ext cx="5379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These slides </a:t>
            </a:r>
            <a:r>
              <a:rPr lang="en-US" sz="1350" dirty="0" smtClean="0"/>
              <a:t>are useful to explain the ten dramatic instincts of Factfulness.</a:t>
            </a:r>
          </a:p>
          <a:p>
            <a:endParaRPr lang="en-US" sz="1350" dirty="0"/>
          </a:p>
          <a:p>
            <a:r>
              <a:rPr lang="en-US" sz="1350" dirty="0" smtClean="0"/>
              <a:t>For more info see:</a:t>
            </a:r>
          </a:p>
          <a:p>
            <a:r>
              <a:rPr lang="en-US" sz="1350" dirty="0" smtClean="0">
                <a:hlinkClick r:id="rId2"/>
              </a:rPr>
              <a:t>www.gapminder.org/factfulness 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5545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816"/>
          <p:cNvSpPr/>
          <p:nvPr/>
        </p:nvSpPr>
        <p:spPr>
          <a:xfrm>
            <a:off x="1587656" y="1798879"/>
            <a:ext cx="5364194" cy="1223411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You are allowed to</a:t>
            </a:r>
          </a:p>
          <a:p>
            <a:pPr marL="128588" indent="-128588">
              <a:buClr>
                <a:srgbClr val="364A50"/>
              </a:buClr>
              <a:buSzPct val="100000"/>
              <a:buFont typeface="Arial"/>
              <a:buChar char="•"/>
            </a:pPr>
            <a:r>
              <a:rPr lang="en-US" sz="750" b="1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Remix</a:t>
            </a: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- You are allowed to change the material and include fragments of it in other works.</a:t>
            </a:r>
          </a:p>
          <a:p>
            <a:pPr marL="128588" indent="-128588">
              <a:buClr>
                <a:srgbClr val="364A50"/>
              </a:buClr>
              <a:buSzPct val="100000"/>
              <a:buFont typeface="Arial"/>
              <a:buChar char="•"/>
            </a:pPr>
            <a:r>
              <a:rPr lang="en-US" sz="750" b="1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Spread</a:t>
            </a: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- You are allowed to make copies, distribute, publish and transmit the material.</a:t>
            </a:r>
          </a:p>
          <a:p>
            <a:pPr marL="128588" indent="-128588">
              <a:buClr>
                <a:srgbClr val="364A50"/>
              </a:buClr>
              <a:buSzPct val="100000"/>
              <a:buFont typeface="Arial"/>
              <a:buChar char="•"/>
            </a:pPr>
            <a:r>
              <a:rPr lang="en-US" sz="750" b="1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Sell</a:t>
            </a: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- You are allowed to include the material in commercial products or services that you charge for.</a:t>
            </a:r>
          </a:p>
          <a:p>
            <a:endParaRPr sz="750" b="1">
              <a:solidFill>
                <a:srgbClr val="364A5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>
              <a:buSzPct val="25000"/>
            </a:pP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The only requirements are:</a:t>
            </a:r>
          </a:p>
          <a:p>
            <a:pPr marL="128588" indent="-128588">
              <a:buClr>
                <a:srgbClr val="364A50"/>
              </a:buClr>
              <a:buSzPct val="100000"/>
              <a:buFont typeface="Arial"/>
              <a:buChar char="•"/>
            </a:pPr>
            <a:r>
              <a:rPr lang="en-US" sz="750" b="1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Trademark</a:t>
            </a: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- Don't include the word "GAPMINDER" and the logotypes in your products or service, and if you change the meaning of the slides, you must remove the Gapminder trademarks.</a:t>
            </a:r>
          </a:p>
          <a:p>
            <a:pPr marL="128588" indent="-128588">
              <a:buClr>
                <a:srgbClr val="364A50"/>
              </a:buClr>
              <a:buSzPct val="100000"/>
              <a:buFont typeface="Arial"/>
              <a:buChar char="•"/>
            </a:pPr>
            <a:r>
              <a:rPr lang="en-US" sz="750" b="1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Attribution</a:t>
            </a:r>
            <a:r>
              <a:rPr lang="en-US" sz="75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- You must make clear to others the license terms of this work and include the citation below.</a:t>
            </a:r>
          </a:p>
          <a:p>
            <a:pPr marL="128588" indent="-80963">
              <a:buClr>
                <a:schemeClr val="dk1"/>
              </a:buClr>
            </a:pPr>
            <a:endParaRPr sz="750">
              <a:solidFill>
                <a:srgbClr val="364A5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" name="Shape 817"/>
          <p:cNvSpPr/>
          <p:nvPr/>
        </p:nvSpPr>
        <p:spPr>
          <a:xfrm>
            <a:off x="119664" y="4413572"/>
            <a:ext cx="8432057" cy="53091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just">
              <a:buSzPct val="25000"/>
            </a:pP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Gapminder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Foundation is a 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non-profit educational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foundation,independent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from all political, commercial and religious affiliations.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Gapminder’s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mission is to fight devastating ignorance with a fact-based worldview that everyone can understand.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Gapminder’s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chairman Hans Rosling is a professor of International Health at the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Karolinska</a:t>
            </a:r>
            <a:r>
              <a:rPr lang="en-US" sz="750" dirty="0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 Institute, Stockholm, Sweden. For more information visit: </a:t>
            </a:r>
            <a:r>
              <a:rPr lang="en-US" sz="750" dirty="0" err="1">
                <a:solidFill>
                  <a:srgbClr val="364A50"/>
                </a:solidFill>
                <a:latin typeface="Verdana"/>
                <a:ea typeface="Verdana"/>
                <a:cs typeface="Verdana"/>
                <a:sym typeface="Verdana"/>
              </a:rPr>
              <a:t>www.gapminder.org</a:t>
            </a:r>
            <a:endParaRPr lang="en-US" sz="750" dirty="0">
              <a:solidFill>
                <a:srgbClr val="364A5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" name="Shape 818"/>
          <p:cNvSpPr txBox="1"/>
          <p:nvPr/>
        </p:nvSpPr>
        <p:spPr>
          <a:xfrm>
            <a:off x="1464538" y="723542"/>
            <a:ext cx="1688444" cy="26899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>
                <a:solidFill>
                  <a:srgbClr val="FFCA34"/>
                </a:solidFill>
                <a:latin typeface="Trebuchet MS"/>
                <a:ea typeface="Trebuchet MS"/>
                <a:cs typeface="Trebuchet MS"/>
                <a:sym typeface="Trebuchet MS"/>
              </a:rPr>
              <a:t>LICENSE</a:t>
            </a:r>
          </a:p>
        </p:txBody>
      </p:sp>
      <p:pic>
        <p:nvPicPr>
          <p:cNvPr id="7" name="Shape 8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7782" y="1069861"/>
            <a:ext cx="539545" cy="19006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hape 820"/>
          <p:cNvSpPr/>
          <p:nvPr/>
        </p:nvSpPr>
        <p:spPr>
          <a:xfrm>
            <a:off x="1473655" y="1371063"/>
            <a:ext cx="5969000" cy="316680"/>
          </a:xfrm>
          <a:prstGeom prst="rect">
            <a:avLst/>
          </a:prstGeom>
          <a:solidFill>
            <a:srgbClr val="F1F9FC"/>
          </a:solidFill>
          <a:ln w="9525" cap="flat">
            <a:solidFill>
              <a:srgbClr val="B7DBE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ctr" anchorCtr="0">
            <a:noAutofit/>
          </a:bodyPr>
          <a:lstStyle/>
          <a:p>
            <a:pPr algn="ctr">
              <a:buSzPct val="25000"/>
            </a:pPr>
            <a:r>
              <a:rPr lang="en-US" sz="900" b="1">
                <a:solidFill>
                  <a:srgbClr val="358DB3"/>
                </a:solidFill>
                <a:latin typeface="Trebuchet MS"/>
                <a:ea typeface="Trebuchet MS"/>
                <a:cs typeface="Trebuchet MS"/>
                <a:sym typeface="Trebuchet MS"/>
              </a:rPr>
              <a:t>Which means: Please use it and spread it in any way you want!</a:t>
            </a:r>
          </a:p>
        </p:txBody>
      </p:sp>
      <p:sp>
        <p:nvSpPr>
          <p:cNvPr id="9" name="Shape 821"/>
          <p:cNvSpPr/>
          <p:nvPr/>
        </p:nvSpPr>
        <p:spPr>
          <a:xfrm>
            <a:off x="1464537" y="2996893"/>
            <a:ext cx="5979528" cy="324779"/>
          </a:xfrm>
          <a:prstGeom prst="rect">
            <a:avLst/>
          </a:prstGeom>
          <a:solidFill>
            <a:srgbClr val="F1F9FC"/>
          </a:solidFill>
          <a:ln w="9525" cap="flat">
            <a:solidFill>
              <a:srgbClr val="B7DBE9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68569" tIns="34275" rIns="68569" bIns="34275" anchor="ctr" anchorCtr="0">
            <a:noAutofit/>
          </a:bodyPr>
          <a:lstStyle/>
          <a:p>
            <a:pPr algn="ctr">
              <a:buSzPct val="25000"/>
            </a:pPr>
            <a:r>
              <a:rPr lang="en-US" sz="900" b="1">
                <a:solidFill>
                  <a:srgbClr val="358DB3"/>
                </a:solidFill>
                <a:latin typeface="Trebuchet MS"/>
                <a:ea typeface="Trebuchet MS"/>
                <a:cs typeface="Trebuchet MS"/>
                <a:sym typeface="Trebuchet MS"/>
              </a:rPr>
              <a:t>Required attribution: ”Free teaching material from www.gapminder.org”</a:t>
            </a:r>
          </a:p>
        </p:txBody>
      </p:sp>
      <p:sp>
        <p:nvSpPr>
          <p:cNvPr id="10" name="Shape 822"/>
          <p:cNvSpPr/>
          <p:nvPr/>
        </p:nvSpPr>
        <p:spPr>
          <a:xfrm>
            <a:off x="1464537" y="1054209"/>
            <a:ext cx="4848418" cy="230833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1050" dirty="0">
                <a:solidFill>
                  <a:srgbClr val="364A50"/>
                </a:solidFill>
                <a:latin typeface="Trebuchet MS"/>
                <a:ea typeface="Trebuchet MS"/>
                <a:cs typeface="Trebuchet MS"/>
                <a:sym typeface="Trebuchet MS"/>
              </a:rPr>
              <a:t>This file is freely available under Creative Common Attribution License 4.0                       </a:t>
            </a:r>
          </a:p>
        </p:txBody>
      </p:sp>
      <p:pic>
        <p:nvPicPr>
          <p:cNvPr id="11" name="Shape 8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5423" y="3558837"/>
            <a:ext cx="2008628" cy="27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Shape 825"/>
          <p:cNvSpPr/>
          <p:nvPr/>
        </p:nvSpPr>
        <p:spPr>
          <a:xfrm>
            <a:off x="70924" y="5001251"/>
            <a:ext cx="1932702" cy="150041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>
              <a:buSzPct val="25000"/>
            </a:pPr>
            <a:r>
              <a:rPr lang="en-US" sz="525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www.gapminder.org/teach</a:t>
            </a:r>
          </a:p>
        </p:txBody>
      </p:sp>
      <p:sp>
        <p:nvSpPr>
          <p:cNvPr id="14" name="Shape 826"/>
          <p:cNvSpPr/>
          <p:nvPr/>
        </p:nvSpPr>
        <p:spPr>
          <a:xfrm>
            <a:off x="7839715" y="5001251"/>
            <a:ext cx="1051415" cy="150041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r">
              <a:buSzPct val="25000"/>
            </a:pPr>
            <a:r>
              <a:rPr lang="en-US" sz="525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Version: 12</a:t>
            </a:r>
          </a:p>
        </p:txBody>
      </p:sp>
      <p:pic>
        <p:nvPicPr>
          <p:cNvPr id="15" name="Shape 827"/>
          <p:cNvPicPr preferRelativeResize="0"/>
          <p:nvPr/>
        </p:nvPicPr>
        <p:blipFill rotWithShape="1">
          <a:blip r:embed="rId4">
            <a:alphaModFix amt="77000"/>
          </a:blip>
          <a:srcRect/>
          <a:stretch/>
        </p:blipFill>
        <p:spPr>
          <a:xfrm>
            <a:off x="8845221" y="5028881"/>
            <a:ext cx="107514" cy="102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Shape 828"/>
          <p:cNvPicPr preferRelativeResize="0"/>
          <p:nvPr/>
        </p:nvPicPr>
        <p:blipFill rotWithShape="1">
          <a:blip r:embed="rId5">
            <a:alphaModFix amt="77000"/>
          </a:blip>
          <a:srcRect/>
          <a:stretch/>
        </p:blipFill>
        <p:spPr>
          <a:xfrm>
            <a:off x="8963341" y="5028881"/>
            <a:ext cx="107514" cy="10299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Shape 829"/>
          <p:cNvSpPr/>
          <p:nvPr/>
        </p:nvSpPr>
        <p:spPr>
          <a:xfrm>
            <a:off x="3603000" y="5001251"/>
            <a:ext cx="2253475" cy="150041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 anchor="t" anchorCtr="0">
            <a:noAutofit/>
          </a:bodyPr>
          <a:lstStyle/>
          <a:p>
            <a:pPr algn="ctr">
              <a:buSzPct val="25000"/>
            </a:pPr>
            <a:r>
              <a:rPr lang="en-US" sz="525">
                <a:solidFill>
                  <a:srgbClr val="7F7F7F"/>
                </a:solidFill>
                <a:latin typeface="Verdana"/>
                <a:ea typeface="Verdana"/>
                <a:cs typeface="Verdana"/>
                <a:sym typeface="Verdana"/>
              </a:rPr>
              <a:t>Free teaching material for a fact-based worldview</a:t>
            </a:r>
          </a:p>
        </p:txBody>
      </p:sp>
      <p:pic>
        <p:nvPicPr>
          <p:cNvPr id="18" name="Shape 83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829" y="5023774"/>
            <a:ext cx="100835" cy="1041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122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E64AEEDD9B7A4D93545ACBE97D4615" ma:contentTypeVersion="2" ma:contentTypeDescription="Create a new document." ma:contentTypeScope="" ma:versionID="f49002b78e3a4a71b814eef46a983816">
  <xsd:schema xmlns:xsd="http://www.w3.org/2001/XMLSchema" xmlns:xs="http://www.w3.org/2001/XMLSchema" xmlns:p="http://schemas.microsoft.com/office/2006/metadata/properties" xmlns:ns2="http://schemas.microsoft.com/sharepoint/v3/fields" targetNamespace="http://schemas.microsoft.com/office/2006/metadata/properties" ma:root="true" ma:fieldsID="38f6db2dd0d9a0cf6a8dc37be32b365b" ns2:_=""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Status" minOccurs="0"/>
                <xsd:element ref="ns2:_Vers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8" nillable="true" ma:displayName="Status" ma:default="Not Started" ma:internalName="_Status">
      <xsd:simpleType>
        <xsd:union memberTypes="dms:Text">
          <xsd:simpleType>
            <xsd:restriction base="dms:Choice">
              <xsd:enumeration value="Not Started"/>
              <xsd:enumeration value="Draft"/>
              <xsd:enumeration value="Reviewed"/>
              <xsd:enumeration value="Scheduled"/>
              <xsd:enumeration value="Published"/>
              <xsd:enumeration value="Final"/>
              <xsd:enumeration value="Expired"/>
            </xsd:restriction>
          </xsd:simpleType>
        </xsd:union>
      </xsd:simpleType>
    </xsd:element>
    <xsd:element name="_Version" ma:index="9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Status xmlns="http://schemas.microsoft.com/sharepoint/v3/fields">Not Started</_Status>
  </documentManagement>
</p:properties>
</file>

<file path=customXml/itemProps1.xml><?xml version="1.0" encoding="utf-8"?>
<ds:datastoreItem xmlns:ds="http://schemas.openxmlformats.org/officeDocument/2006/customXml" ds:itemID="{E4214858-785C-42F7-BE66-6D0E79395F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D2A1B0-FF3E-4009-940D-AED0EB70AA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B6F2769-7194-4217-93D3-3AF3A4742282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FNEMasterTemplateForThemePreview.pptx</Template>
  <TotalTime>14298</TotalTime>
  <Words>632</Words>
  <Application>Microsoft Macintosh PowerPoint</Application>
  <PresentationFormat>On-screen Show (16:9)</PresentationFormat>
  <Paragraphs>127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Calibri</vt:lpstr>
      <vt:lpstr>MS PGothic</vt:lpstr>
      <vt:lpstr>ＭＳ Ｐゴシック</vt:lpstr>
      <vt:lpstr>SimSun</vt:lpstr>
      <vt:lpstr>Times New Roman</vt:lpstr>
      <vt:lpstr>Trebuchet MS</vt:lpstr>
      <vt:lpstr>Verdana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FileNewTemplate</dc:title>
  <dc:creator>Diana</dc:creator>
  <cp:lastModifiedBy>Ola Rosling</cp:lastModifiedBy>
  <cp:revision>189</cp:revision>
  <dcterms:created xsi:type="dcterms:W3CDTF">2010-04-12T23:12:02Z</dcterms:created>
  <dcterms:modified xsi:type="dcterms:W3CDTF">2018-03-24T23:28:46Z</dcterms:modified>
  <cp:contentStatus>Draft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